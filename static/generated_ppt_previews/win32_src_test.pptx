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1695"/>
  <p:notesSz cx="6858000" cy="9144000"/>
  <p:embeddedFontLst>
    <p:embeddedFont>
      <p:font typeface="Poppins"/>
      <p:regular r:id="rId33"/>
      <p:bold r:id="rId34"/>
      <p:italic r:id="rId35"/>
      <p:boldItalic r:id="rId36"/>
    </p:embeddedFont>
    <p:embeddedFont>
      <p:font typeface="Montserrat"/>
      <p:regular r:id="rId37"/>
      <p:bold r:id="rId38"/>
      <p:italic r:id="rId39"/>
      <p:boldItalic r:id="rId40"/>
    </p:embeddedFont>
    <p:embeddedFont>
      <p:font typeface="Poppins Light"/>
      <p:regular r:id="rId41"/>
      <p:bold r:id="rId42"/>
      <p:italic r:id="rId43"/>
      <p:boldItalic r:id="rId44"/>
    </p:embeddedFont>
    <p:embeddedFont>
      <p:font typeface="Poppins Medium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33" Type="http://schemas.openxmlformats.org/officeDocument/2006/relationships/font" Target="fonts/Poppins-regular.fntdata"/><Relationship Id="rId34" Type="http://schemas.openxmlformats.org/officeDocument/2006/relationships/font" Target="fonts/Poppins-bold.fntdata"/><Relationship Id="rId35" Type="http://schemas.openxmlformats.org/officeDocument/2006/relationships/font" Target="fonts/Poppins-italic.fntdata"/><Relationship Id="rId36" Type="http://schemas.openxmlformats.org/officeDocument/2006/relationships/font" Target="fonts/Poppins-boldItalic.fntdata"/><Relationship Id="rId37" Type="http://schemas.openxmlformats.org/officeDocument/2006/relationships/font" Target="fonts/Montserrat-regular.fntdata"/><Relationship Id="rId38" Type="http://schemas.openxmlformats.org/officeDocument/2006/relationships/font" Target="fonts/Montserrat-bold.fntdata"/><Relationship Id="rId39" Type="http://schemas.openxmlformats.org/officeDocument/2006/relationships/font" Target="fonts/Montserrat-italic.fntdata"/><Relationship Id="rId40" Type="http://schemas.openxmlformats.org/officeDocument/2006/relationships/font" Target="fonts/Montserrat-boldItalic.fntdata"/><Relationship Id="rId41" Type="http://schemas.openxmlformats.org/officeDocument/2006/relationships/font" Target="fonts/PoppinsLight-regular.fntdata"/><Relationship Id="rId42" Type="http://schemas.openxmlformats.org/officeDocument/2006/relationships/font" Target="fonts/PoppinsLight-bold.fntdata"/><Relationship Id="rId43" Type="http://schemas.openxmlformats.org/officeDocument/2006/relationships/font" Target="fonts/PoppinsLight-italic.fntdata"/><Relationship Id="rId44" Type="http://schemas.openxmlformats.org/officeDocument/2006/relationships/font" Target="fonts/PoppinsLight-boldItalic.fntdata"/><Relationship Id="rId45" Type="http://schemas.openxmlformats.org/officeDocument/2006/relationships/font" Target="fonts/PoppinsMedium-regular.fntdata"/><Relationship Id="rId46" Type="http://schemas.openxmlformats.org/officeDocument/2006/relationships/font" Target="fonts/PoppinsMedium-bold.fntdata"/><Relationship Id="rId47" Type="http://schemas.openxmlformats.org/officeDocument/2006/relationships/font" Target="fonts/PoppinsMedium-italic.fntdata"/><Relationship Id="rId48" Type="http://schemas.openxmlformats.org/officeDocument/2006/relationships/font" Target="fonts/Poppins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fcb83dd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cfcb83ddd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12875ba06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112875ba06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fcb83ddd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cfcb83ddda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fcb83ddd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cfcb83ddda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fcb83ddd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cfcb83ddda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cfcb83ddd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cfcb83ddda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cfcb83ddd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cfcb83ddda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fcb83ddd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cfcb83ddda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cfcb83ddd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cfcb83ddda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cfcb83ddd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cfcb83ddda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cfcb83ddd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cfcb83ddda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cfcb83ddda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cfcb83ddda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20527" y="-2906"/>
            <a:ext cx="1611900" cy="514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7532263" y="0"/>
            <a:ext cx="16119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803937" y="3342349"/>
            <a:ext cx="3368192" cy="3368192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196574" y="3757713"/>
            <a:ext cx="2780348" cy="2780348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6422929" y="834860"/>
            <a:ext cx="605580" cy="605580"/>
          </a:xfrm>
          <a:custGeom>
            <a:rect b="b" l="l" r="r" t="t"/>
            <a:pathLst>
              <a:path extrusionOk="0" h="1211159" w="1211159">
                <a:moveTo>
                  <a:pt x="605580" y="302793"/>
                </a:moveTo>
                <a:lnTo>
                  <a:pt x="581785" y="420649"/>
                </a:lnTo>
                <a:cubicBezTo>
                  <a:pt x="547311" y="502156"/>
                  <a:pt x="478162" y="565426"/>
                  <a:pt x="392831" y="591967"/>
                </a:cubicBezTo>
                <a:lnTo>
                  <a:pt x="302794" y="605580"/>
                </a:lnTo>
                <a:lnTo>
                  <a:pt x="363813" y="611731"/>
                </a:lnTo>
                <a:cubicBezTo>
                  <a:pt x="482078" y="635931"/>
                  <a:pt x="575228" y="729081"/>
                  <a:pt x="599428" y="847346"/>
                </a:cubicBezTo>
                <a:lnTo>
                  <a:pt x="605579" y="908364"/>
                </a:lnTo>
                <a:lnTo>
                  <a:pt x="610308" y="854770"/>
                </a:lnTo>
                <a:cubicBezTo>
                  <a:pt x="632061" y="732992"/>
                  <a:pt x="726617" y="636436"/>
                  <a:pt x="847346" y="611731"/>
                </a:cubicBezTo>
                <a:lnTo>
                  <a:pt x="908365" y="605580"/>
                </a:lnTo>
                <a:lnTo>
                  <a:pt x="818329" y="591967"/>
                </a:lnTo>
                <a:cubicBezTo>
                  <a:pt x="732998" y="565426"/>
                  <a:pt x="663849" y="502156"/>
                  <a:pt x="629374" y="420649"/>
                </a:cubicBezTo>
                <a:close/>
                <a:moveTo>
                  <a:pt x="302790" y="0"/>
                </a:moveTo>
                <a:cubicBezTo>
                  <a:pt x="428210" y="0"/>
                  <a:pt x="535819" y="76255"/>
                  <a:pt x="581785" y="184931"/>
                </a:cubicBezTo>
                <a:lnTo>
                  <a:pt x="605580" y="302788"/>
                </a:lnTo>
                <a:lnTo>
                  <a:pt x="629374" y="184931"/>
                </a:lnTo>
                <a:cubicBezTo>
                  <a:pt x="675340" y="76255"/>
                  <a:pt x="782950" y="0"/>
                  <a:pt x="908369" y="0"/>
                </a:cubicBezTo>
                <a:cubicBezTo>
                  <a:pt x="1075595" y="0"/>
                  <a:pt x="1211159" y="135564"/>
                  <a:pt x="1211159" y="302790"/>
                </a:cubicBezTo>
                <a:cubicBezTo>
                  <a:pt x="1211159" y="449113"/>
                  <a:pt x="1107368" y="571194"/>
                  <a:pt x="969392" y="599428"/>
                </a:cubicBezTo>
                <a:lnTo>
                  <a:pt x="908374" y="605580"/>
                </a:lnTo>
                <a:lnTo>
                  <a:pt x="969392" y="611731"/>
                </a:lnTo>
                <a:cubicBezTo>
                  <a:pt x="1107368" y="639965"/>
                  <a:pt x="1211159" y="762046"/>
                  <a:pt x="1211159" y="908369"/>
                </a:cubicBezTo>
                <a:cubicBezTo>
                  <a:pt x="1211159" y="1075595"/>
                  <a:pt x="1075595" y="1211159"/>
                  <a:pt x="908369" y="1211159"/>
                </a:cubicBezTo>
                <a:cubicBezTo>
                  <a:pt x="762046" y="1211159"/>
                  <a:pt x="639965" y="1107368"/>
                  <a:pt x="611731" y="969392"/>
                </a:cubicBezTo>
                <a:lnTo>
                  <a:pt x="605580" y="908374"/>
                </a:lnTo>
                <a:lnTo>
                  <a:pt x="599428" y="969392"/>
                </a:lnTo>
                <a:cubicBezTo>
                  <a:pt x="571194" y="1107368"/>
                  <a:pt x="449113" y="1211159"/>
                  <a:pt x="302790" y="1211159"/>
                </a:cubicBezTo>
                <a:cubicBezTo>
                  <a:pt x="135564" y="1211159"/>
                  <a:pt x="0" y="1075595"/>
                  <a:pt x="0" y="908369"/>
                </a:cubicBezTo>
                <a:cubicBezTo>
                  <a:pt x="0" y="762046"/>
                  <a:pt x="103791" y="639965"/>
                  <a:pt x="241767" y="611731"/>
                </a:cubicBezTo>
                <a:lnTo>
                  <a:pt x="302785" y="605580"/>
                </a:lnTo>
                <a:lnTo>
                  <a:pt x="241767" y="599428"/>
                </a:lnTo>
                <a:cubicBezTo>
                  <a:pt x="103791" y="571194"/>
                  <a:pt x="0" y="449113"/>
                  <a:pt x="0" y="302790"/>
                </a:cubicBezTo>
                <a:cubicBezTo>
                  <a:pt x="0" y="135564"/>
                  <a:pt x="135564" y="0"/>
                  <a:pt x="30279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6270809" y="2180769"/>
            <a:ext cx="904500" cy="7797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6382578" y="4016339"/>
            <a:ext cx="681000" cy="612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8135942" y="514350"/>
            <a:ext cx="404400" cy="166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547925" y="1348400"/>
            <a:ext cx="4769100" cy="291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855300" y="1641225"/>
            <a:ext cx="7433400" cy="1310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55300" y="3048977"/>
            <a:ext cx="7433400" cy="4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chemeClr val="dk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514600" y="1424075"/>
            <a:ext cx="5774100" cy="8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81000" lvl="2" marL="13716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>
                <a:solidFill>
                  <a:schemeClr val="lt1"/>
                </a:solidFill>
              </a:defRPr>
            </a:lvl3pPr>
            <a:lvl4pPr indent="-381000" lvl="3" marL="18288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4pPr>
            <a:lvl5pPr indent="-381000" lvl="4" marL="22860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5pPr>
            <a:lvl6pPr indent="-381000" lvl="5" marL="2743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>
                <a:solidFill>
                  <a:schemeClr val="lt1"/>
                </a:solidFill>
              </a:defRPr>
            </a:lvl6pPr>
            <a:lvl7pPr indent="-381000" lvl="6" marL="32004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7pPr>
            <a:lvl8pPr indent="-381000" lvl="7" marL="36576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8pPr>
            <a:lvl9pPr indent="-381000" lvl="8" marL="4114800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475116" y="4089292"/>
            <a:ext cx="1223100" cy="1054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514431" y="8"/>
            <a:ext cx="1222800" cy="1054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75990" y="2062320"/>
            <a:ext cx="1020401" cy="1020401"/>
          </a:xfrm>
          <a:custGeom>
            <a:rect b="b" l="l" r="r" t="t"/>
            <a:pathLst>
              <a:path extrusionOk="0" h="1211159" w="1211159">
                <a:moveTo>
                  <a:pt x="605580" y="302793"/>
                </a:moveTo>
                <a:lnTo>
                  <a:pt x="581785" y="420649"/>
                </a:lnTo>
                <a:cubicBezTo>
                  <a:pt x="547311" y="502156"/>
                  <a:pt x="478162" y="565426"/>
                  <a:pt x="392831" y="591967"/>
                </a:cubicBezTo>
                <a:lnTo>
                  <a:pt x="302794" y="605580"/>
                </a:lnTo>
                <a:lnTo>
                  <a:pt x="363813" y="611731"/>
                </a:lnTo>
                <a:cubicBezTo>
                  <a:pt x="482078" y="635931"/>
                  <a:pt x="575228" y="729081"/>
                  <a:pt x="599428" y="847346"/>
                </a:cubicBezTo>
                <a:lnTo>
                  <a:pt x="605579" y="908364"/>
                </a:lnTo>
                <a:lnTo>
                  <a:pt x="610308" y="854770"/>
                </a:lnTo>
                <a:cubicBezTo>
                  <a:pt x="632061" y="732992"/>
                  <a:pt x="726617" y="636436"/>
                  <a:pt x="847346" y="611731"/>
                </a:cubicBezTo>
                <a:lnTo>
                  <a:pt x="908365" y="605580"/>
                </a:lnTo>
                <a:lnTo>
                  <a:pt x="818329" y="591967"/>
                </a:lnTo>
                <a:cubicBezTo>
                  <a:pt x="732998" y="565426"/>
                  <a:pt x="663849" y="502156"/>
                  <a:pt x="629374" y="420649"/>
                </a:cubicBezTo>
                <a:close/>
                <a:moveTo>
                  <a:pt x="302790" y="0"/>
                </a:moveTo>
                <a:cubicBezTo>
                  <a:pt x="428210" y="0"/>
                  <a:pt x="535819" y="76255"/>
                  <a:pt x="581785" y="184931"/>
                </a:cubicBezTo>
                <a:lnTo>
                  <a:pt x="605580" y="302788"/>
                </a:lnTo>
                <a:lnTo>
                  <a:pt x="629374" y="184931"/>
                </a:lnTo>
                <a:cubicBezTo>
                  <a:pt x="675340" y="76255"/>
                  <a:pt x="782950" y="0"/>
                  <a:pt x="908369" y="0"/>
                </a:cubicBezTo>
                <a:cubicBezTo>
                  <a:pt x="1075595" y="0"/>
                  <a:pt x="1211159" y="135564"/>
                  <a:pt x="1211159" y="302790"/>
                </a:cubicBezTo>
                <a:cubicBezTo>
                  <a:pt x="1211159" y="449113"/>
                  <a:pt x="1107368" y="571194"/>
                  <a:pt x="969392" y="599428"/>
                </a:cubicBezTo>
                <a:lnTo>
                  <a:pt x="908374" y="605580"/>
                </a:lnTo>
                <a:lnTo>
                  <a:pt x="969392" y="611731"/>
                </a:lnTo>
                <a:cubicBezTo>
                  <a:pt x="1107368" y="639965"/>
                  <a:pt x="1211159" y="762046"/>
                  <a:pt x="1211159" y="908369"/>
                </a:cubicBezTo>
                <a:cubicBezTo>
                  <a:pt x="1211159" y="1075595"/>
                  <a:pt x="1075595" y="1211159"/>
                  <a:pt x="908369" y="1211159"/>
                </a:cubicBezTo>
                <a:cubicBezTo>
                  <a:pt x="762046" y="1211159"/>
                  <a:pt x="639965" y="1107368"/>
                  <a:pt x="611731" y="969392"/>
                </a:cubicBezTo>
                <a:lnTo>
                  <a:pt x="605580" y="908374"/>
                </a:lnTo>
                <a:lnTo>
                  <a:pt x="599428" y="969392"/>
                </a:lnTo>
                <a:cubicBezTo>
                  <a:pt x="571194" y="1107368"/>
                  <a:pt x="449113" y="1211159"/>
                  <a:pt x="302790" y="1211159"/>
                </a:cubicBezTo>
                <a:cubicBezTo>
                  <a:pt x="135564" y="1211159"/>
                  <a:pt x="0" y="1075595"/>
                  <a:pt x="0" y="908369"/>
                </a:cubicBezTo>
                <a:cubicBezTo>
                  <a:pt x="0" y="762046"/>
                  <a:pt x="103791" y="639965"/>
                  <a:pt x="241767" y="611731"/>
                </a:cubicBezTo>
                <a:lnTo>
                  <a:pt x="302785" y="605580"/>
                </a:lnTo>
                <a:lnTo>
                  <a:pt x="241767" y="599428"/>
                </a:lnTo>
                <a:cubicBezTo>
                  <a:pt x="103791" y="571194"/>
                  <a:pt x="0" y="449113"/>
                  <a:pt x="0" y="302790"/>
                </a:cubicBezTo>
                <a:cubicBezTo>
                  <a:pt x="0" y="135564"/>
                  <a:pt x="135564" y="0"/>
                  <a:pt x="30279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855300" y="1353947"/>
            <a:ext cx="7433400" cy="30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55275" y="1353950"/>
            <a:ext cx="34731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815597" y="1353950"/>
            <a:ext cx="34731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 rot="-5400000">
            <a:off x="7644301" y="13730"/>
            <a:ext cx="1513200" cy="148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7"/>
          <p:cNvSpPr/>
          <p:nvPr/>
        </p:nvSpPr>
        <p:spPr>
          <a:xfrm rot="-5400000">
            <a:off x="3070178" y="-3072161"/>
            <a:ext cx="1513200" cy="7649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7"/>
          <p:cNvSpPr/>
          <p:nvPr/>
        </p:nvSpPr>
        <p:spPr>
          <a:xfrm>
            <a:off x="8063084" y="483292"/>
            <a:ext cx="669600" cy="57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534825" y="1982375"/>
            <a:ext cx="24444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rtl="0">
              <a:spcBef>
                <a:spcPts val="8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spcBef>
                <a:spcPts val="8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8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8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8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8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8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800"/>
              </a:spcBef>
              <a:spcAft>
                <a:spcPts val="80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3414146" y="1982375"/>
            <a:ext cx="23157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rtl="0">
              <a:spcBef>
                <a:spcPts val="8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spcBef>
                <a:spcPts val="8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8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8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8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8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8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800"/>
              </a:spcBef>
              <a:spcAft>
                <a:spcPts val="80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43" name="Google Shape;43;p7"/>
          <p:cNvSpPr txBox="1"/>
          <p:nvPr>
            <p:ph idx="3" type="body"/>
          </p:nvPr>
        </p:nvSpPr>
        <p:spPr>
          <a:xfrm>
            <a:off x="6164866" y="1982375"/>
            <a:ext cx="23157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rtl="0">
              <a:spcBef>
                <a:spcPts val="8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spcBef>
                <a:spcPts val="8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8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8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8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8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8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800"/>
              </a:spcBef>
              <a:spcAft>
                <a:spcPts val="80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514350" y="578700"/>
            <a:ext cx="74334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Font typeface="Poppins Medium"/>
              <a:buNone/>
              <a:defRPr b="0" sz="33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756750" y="667500"/>
            <a:ext cx="4486500" cy="380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Poppins Medium"/>
              <a:buNone/>
              <a:defRPr b="0" sz="4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Poppins Medium"/>
              <a:buNone/>
              <a:defRPr b="0" sz="40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Poppins Medium"/>
              <a:buNone/>
              <a:defRPr b="0" sz="40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Poppins Medium"/>
              <a:buNone/>
              <a:defRPr b="0" sz="40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Poppins Medium"/>
              <a:buNone/>
              <a:defRPr b="0" sz="40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Poppins Medium"/>
              <a:buNone/>
              <a:defRPr b="0" sz="40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Poppins Medium"/>
              <a:buNone/>
              <a:defRPr b="0" sz="40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Poppins Medium"/>
              <a:buNone/>
              <a:defRPr b="0" sz="40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Poppins Medium"/>
              <a:buNone/>
              <a:defRPr b="0" sz="40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8"/>
          <p:cNvSpPr/>
          <p:nvPr/>
        </p:nvSpPr>
        <p:spPr>
          <a:xfrm>
            <a:off x="7023172" y="0"/>
            <a:ext cx="2121000" cy="396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7023172" y="3969054"/>
            <a:ext cx="2121000" cy="117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6949384" y="-1806876"/>
            <a:ext cx="3368192" cy="3368192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7243863" y="-1512397"/>
            <a:ext cx="2780348" cy="2780348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"/>
          <p:cNvSpPr/>
          <p:nvPr/>
        </p:nvSpPr>
        <p:spPr>
          <a:xfrm rot="-5400000">
            <a:off x="8044481" y="4228900"/>
            <a:ext cx="129000" cy="78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7717031" y="2571750"/>
            <a:ext cx="736500" cy="6348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>
            <p:ph idx="2" type="pic"/>
          </p:nvPr>
        </p:nvSpPr>
        <p:spPr>
          <a:xfrm>
            <a:off x="0" y="0"/>
            <a:ext cx="2682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9"/>
          <p:cNvSpPr/>
          <p:nvPr/>
        </p:nvSpPr>
        <p:spPr>
          <a:xfrm>
            <a:off x="2682538" y="3874582"/>
            <a:ext cx="6461400" cy="126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9"/>
          <p:cNvPicPr preferRelativeResize="0"/>
          <p:nvPr/>
        </p:nvPicPr>
        <p:blipFill rotWithShape="1">
          <a:blip r:embed="rId2">
            <a:alphaModFix/>
          </a:blip>
          <a:srcRect b="12092" l="0" r="0" t="12092"/>
          <a:stretch/>
        </p:blipFill>
        <p:spPr>
          <a:xfrm>
            <a:off x="3267983" y="514350"/>
            <a:ext cx="2482182" cy="282106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/>
          <p:nvPr/>
        </p:nvSpPr>
        <p:spPr>
          <a:xfrm>
            <a:off x="7233262" y="-1805351"/>
            <a:ext cx="3368192" cy="3368192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9"/>
          <p:cNvSpPr/>
          <p:nvPr/>
        </p:nvSpPr>
        <p:spPr>
          <a:xfrm>
            <a:off x="7527740" y="-1510872"/>
            <a:ext cx="2780348" cy="2780348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4229900" y="4351400"/>
            <a:ext cx="4212600" cy="2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80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62" name="Google Shape;62;p9"/>
          <p:cNvSpPr/>
          <p:nvPr/>
        </p:nvSpPr>
        <p:spPr>
          <a:xfrm>
            <a:off x="1949906" y="3874582"/>
            <a:ext cx="1472100" cy="1269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9"/>
          <p:cNvSpPr/>
          <p:nvPr>
            <p:ph idx="3" type="pic"/>
          </p:nvPr>
        </p:nvSpPr>
        <p:spPr>
          <a:xfrm>
            <a:off x="3267975" y="514350"/>
            <a:ext cx="2482200" cy="28212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9"/>
          <p:cNvSpPr/>
          <p:nvPr>
            <p:ph idx="4" type="pic"/>
          </p:nvPr>
        </p:nvSpPr>
        <p:spPr>
          <a:xfrm>
            <a:off x="5992163" y="514350"/>
            <a:ext cx="2482200" cy="2821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b="1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b="1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b="1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b="1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b="1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b="1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b="1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b="1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b="1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55300" y="1353947"/>
            <a:ext cx="74334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  <a:defRPr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  <a:defRPr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81000" lvl="2" marL="13716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■"/>
              <a:defRPr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81000" lvl="3" marL="18288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  <a:defRPr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81000" lvl="4" marL="2286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  <a:defRPr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81000" lvl="5" marL="2743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■"/>
              <a:defRPr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81000" lvl="6" marL="32004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  <a:defRPr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81000" lvl="7" marL="36576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  <a:defRPr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81000" lvl="8" marL="41148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Poppins"/>
              <a:buChar char="■"/>
              <a:defRPr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7.jpg"/><Relationship Id="rId5" Type="http://schemas.openxmlformats.org/officeDocument/2006/relationships/image" Target="../media/image1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/>
          <p:nvPr/>
        </p:nvSpPr>
        <p:spPr>
          <a:xfrm>
            <a:off x="5920527" y="-2906"/>
            <a:ext cx="1611900" cy="514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高等数学《导数的定义与几何意义》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 txBox="1"/>
          <p:nvPr/>
        </p:nvSpPr>
        <p:spPr>
          <a:xfrm>
            <a:off x="514350" y="1627982"/>
            <a:ext cx="4723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Mathematics Lesson</a:t>
            </a:r>
            <a:endParaRPr sz="5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  <a:endParaRPr sz="5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1"/>
          <p:cNvSpPr/>
          <p:nvPr/>
        </p:nvSpPr>
        <p:spPr>
          <a:xfrm>
            <a:off x="7532263" y="0"/>
            <a:ext cx="16119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课程主题：高等数学《导数的定义与几何意义》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7803937" y="3342349"/>
            <a:ext cx="3368192" cy="3368192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"/>
          <p:cNvSpPr/>
          <p:nvPr/>
        </p:nvSpPr>
        <p:spPr>
          <a:xfrm>
            <a:off x="8196574" y="3757713"/>
            <a:ext cx="2780348" cy="2780348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6422929" y="834860"/>
            <a:ext cx="605580" cy="605580"/>
          </a:xfrm>
          <a:custGeom>
            <a:rect b="b" l="l" r="r" t="t"/>
            <a:pathLst>
              <a:path extrusionOk="0" h="1211159" w="1211159">
                <a:moveTo>
                  <a:pt x="605580" y="302793"/>
                </a:moveTo>
                <a:lnTo>
                  <a:pt x="581785" y="420649"/>
                </a:lnTo>
                <a:cubicBezTo>
                  <a:pt x="547311" y="502156"/>
                  <a:pt x="478162" y="565426"/>
                  <a:pt x="392831" y="591967"/>
                </a:cubicBezTo>
                <a:lnTo>
                  <a:pt x="302794" y="605580"/>
                </a:lnTo>
                <a:lnTo>
                  <a:pt x="363813" y="611731"/>
                </a:lnTo>
                <a:cubicBezTo>
                  <a:pt x="482078" y="635931"/>
                  <a:pt x="575228" y="729081"/>
                  <a:pt x="599428" y="847346"/>
                </a:cubicBezTo>
                <a:lnTo>
                  <a:pt x="605579" y="908364"/>
                </a:lnTo>
                <a:lnTo>
                  <a:pt x="610308" y="854770"/>
                </a:lnTo>
                <a:cubicBezTo>
                  <a:pt x="632061" y="732992"/>
                  <a:pt x="726617" y="636436"/>
                  <a:pt x="847346" y="611731"/>
                </a:cubicBezTo>
                <a:lnTo>
                  <a:pt x="908365" y="605580"/>
                </a:lnTo>
                <a:lnTo>
                  <a:pt x="818329" y="591967"/>
                </a:lnTo>
                <a:cubicBezTo>
                  <a:pt x="732998" y="565426"/>
                  <a:pt x="663849" y="502156"/>
                  <a:pt x="629374" y="420649"/>
                </a:cubicBezTo>
                <a:close/>
                <a:moveTo>
                  <a:pt x="302790" y="0"/>
                </a:moveTo>
                <a:cubicBezTo>
                  <a:pt x="428210" y="0"/>
                  <a:pt x="535819" y="76255"/>
                  <a:pt x="581785" y="184931"/>
                </a:cubicBezTo>
                <a:lnTo>
                  <a:pt x="605580" y="302788"/>
                </a:lnTo>
                <a:lnTo>
                  <a:pt x="629374" y="184931"/>
                </a:lnTo>
                <a:cubicBezTo>
                  <a:pt x="675340" y="76255"/>
                  <a:pt x="782950" y="0"/>
                  <a:pt x="908369" y="0"/>
                </a:cubicBezTo>
                <a:cubicBezTo>
                  <a:pt x="1075595" y="0"/>
                  <a:pt x="1211159" y="135564"/>
                  <a:pt x="1211159" y="302790"/>
                </a:cubicBezTo>
                <a:cubicBezTo>
                  <a:pt x="1211159" y="449113"/>
                  <a:pt x="1107368" y="571194"/>
                  <a:pt x="969392" y="599428"/>
                </a:cubicBezTo>
                <a:lnTo>
                  <a:pt x="908374" y="605580"/>
                </a:lnTo>
                <a:lnTo>
                  <a:pt x="969392" y="611731"/>
                </a:lnTo>
                <a:cubicBezTo>
                  <a:pt x="1107368" y="639965"/>
                  <a:pt x="1211159" y="762046"/>
                  <a:pt x="1211159" y="908369"/>
                </a:cubicBezTo>
                <a:cubicBezTo>
                  <a:pt x="1211159" y="1075595"/>
                  <a:pt x="1075595" y="1211159"/>
                  <a:pt x="908369" y="1211159"/>
                </a:cubicBezTo>
                <a:cubicBezTo>
                  <a:pt x="762046" y="1211159"/>
                  <a:pt x="639965" y="1107368"/>
                  <a:pt x="611731" y="969392"/>
                </a:cubicBezTo>
                <a:lnTo>
                  <a:pt x="605580" y="908374"/>
                </a:lnTo>
                <a:lnTo>
                  <a:pt x="599428" y="969392"/>
                </a:lnTo>
                <a:cubicBezTo>
                  <a:pt x="571194" y="1107368"/>
                  <a:pt x="449113" y="1211159"/>
                  <a:pt x="302790" y="1211159"/>
                </a:cubicBezTo>
                <a:cubicBezTo>
                  <a:pt x="135564" y="1211159"/>
                  <a:pt x="0" y="1075595"/>
                  <a:pt x="0" y="908369"/>
                </a:cubicBezTo>
                <a:cubicBezTo>
                  <a:pt x="0" y="762046"/>
                  <a:pt x="103791" y="639965"/>
                  <a:pt x="241767" y="611731"/>
                </a:cubicBezTo>
                <a:lnTo>
                  <a:pt x="302785" y="605580"/>
                </a:lnTo>
                <a:lnTo>
                  <a:pt x="241767" y="599428"/>
                </a:lnTo>
                <a:cubicBezTo>
                  <a:pt x="103791" y="571194"/>
                  <a:pt x="0" y="449113"/>
                  <a:pt x="0" y="302790"/>
                </a:cubicBezTo>
                <a:cubicBezTo>
                  <a:pt x="0" y="135564"/>
                  <a:pt x="135564" y="0"/>
                  <a:pt x="30279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课时安排：1课时（45分钟）</a:t>
            </a:r>
            <a:endParaRPr b="0" i="0" sz="9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1"/>
          <p:cNvSpPr/>
          <p:nvPr/>
        </p:nvSpPr>
        <p:spPr>
          <a:xfrm>
            <a:off x="6270809" y="2180769"/>
            <a:ext cx="904500" cy="7797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6382578" y="4016339"/>
            <a:ext cx="681000" cy="612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1"/>
          <p:cNvSpPr/>
          <p:nvPr/>
        </p:nvSpPr>
        <p:spPr>
          <a:xfrm>
            <a:off x="8135942" y="514350"/>
            <a:ext cx="404400" cy="166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知识点：极限思想、导数定义、函数在一点处可导与连续关系、基本求导法则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/>
          <p:nvPr/>
        </p:nvSpPr>
        <p:spPr>
          <a:xfrm>
            <a:off x="0" y="0"/>
            <a:ext cx="9144000" cy="1509300"/>
          </a:xfrm>
          <a:prstGeom prst="rect">
            <a:avLst/>
          </a:prstGeom>
          <a:solidFill>
            <a:srgbClr val="423EE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课程目录</a:t>
            </a:r>
            <a:endParaRPr/>
          </a:p>
        </p:txBody>
      </p:sp>
      <p:sp>
        <p:nvSpPr>
          <p:cNvPr id="86" name="Google Shape;86;p12"/>
          <p:cNvSpPr/>
          <p:nvPr/>
        </p:nvSpPr>
        <p:spPr>
          <a:xfrm>
            <a:off x="7651655" y="0"/>
            <a:ext cx="1492500" cy="1509300"/>
          </a:xfrm>
          <a:prstGeom prst="rect">
            <a:avLst/>
          </a:prstGeom>
          <a:solidFill>
            <a:srgbClr val="1C1D3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1. 教学目标与重难点</a:t>
            </a:r>
            <a:br/>
            <a:r>
              <a:t>3. 导数的定义</a:t>
            </a:r>
            <a:br/>
            <a:r>
              <a:t>5. 可导与连续的关系</a:t>
            </a:r>
            <a:endParaRPr/>
          </a:p>
        </p:txBody>
      </p:sp>
      <p:grpSp>
        <p:nvGrpSpPr>
          <p:cNvPr id="87" name="Google Shape;87;p12"/>
          <p:cNvGrpSpPr/>
          <p:nvPr/>
        </p:nvGrpSpPr>
        <p:grpSpPr>
          <a:xfrm>
            <a:off x="8134861" y="491090"/>
            <a:ext cx="524323" cy="525492"/>
            <a:chOff x="1568" y="0"/>
            <a:chExt cx="1398194" cy="1401311"/>
          </a:xfrm>
        </p:grpSpPr>
        <p:sp>
          <p:nvSpPr>
            <p:cNvPr id="88" name="Google Shape;88;p12"/>
            <p:cNvSpPr/>
            <p:nvPr/>
          </p:nvSpPr>
          <p:spPr>
            <a:xfrm>
              <a:off x="1568" y="0"/>
              <a:ext cx="695383" cy="698500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2"/>
            <p:cNvSpPr/>
            <p:nvPr/>
          </p:nvSpPr>
          <p:spPr>
            <a:xfrm>
              <a:off x="704379" y="0"/>
              <a:ext cx="695383" cy="698500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2"/>
            <p:cNvSpPr/>
            <p:nvPr/>
          </p:nvSpPr>
          <p:spPr>
            <a:xfrm>
              <a:off x="1568" y="702811"/>
              <a:ext cx="695383" cy="698500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2"/>
            <p:cNvSpPr/>
            <p:nvPr/>
          </p:nvSpPr>
          <p:spPr>
            <a:xfrm>
              <a:off x="704379" y="702811"/>
              <a:ext cx="695383" cy="698500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2"/>
          <p:cNvSpPr txBox="1"/>
          <p:nvPr/>
        </p:nvSpPr>
        <p:spPr>
          <a:xfrm>
            <a:off x="514350" y="522899"/>
            <a:ext cx="662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2. 极限思想回顾</a:t>
            </a:r>
            <a:br/>
            <a:r>
              <a:t>4. 几何意义与切线</a:t>
            </a:r>
            <a:br/>
            <a:r>
              <a:t>6. 基本求导法则</a:t>
            </a:r>
            <a:endParaRPr sz="700"/>
          </a:p>
        </p:txBody>
      </p:sp>
      <p:grpSp>
        <p:nvGrpSpPr>
          <p:cNvPr id="93" name="Google Shape;93;p12"/>
          <p:cNvGrpSpPr/>
          <p:nvPr/>
        </p:nvGrpSpPr>
        <p:grpSpPr>
          <a:xfrm>
            <a:off x="6142702" y="2070497"/>
            <a:ext cx="2486925" cy="2352021"/>
            <a:chOff x="0" y="-28575"/>
            <a:chExt cx="6631800" cy="6272055"/>
          </a:xfrm>
        </p:grpSpPr>
        <p:sp>
          <p:nvSpPr>
            <p:cNvPr id="94" name="Google Shape;94;p12"/>
            <p:cNvSpPr txBox="1"/>
            <p:nvPr/>
          </p:nvSpPr>
          <p:spPr>
            <a:xfrm>
              <a:off x="0" y="906780"/>
              <a:ext cx="6631800" cy="53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33350" lvl="1" marL="279400" marR="0" rtl="0" algn="l">
                <a:lnSpc>
                  <a:spcPct val="15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D31"/>
                </a:buClr>
                <a:buSzPts val="1300"/>
                <a:buFont typeface="Arial"/>
                <a:buChar char="•"/>
              </a:pPr>
              <a:r>
                <a:rPr b="0" i="0" lang="en" sz="1300" u="none" cap="none" strike="noStrike">
                  <a:solidFill>
                    <a:srgbClr val="1C1D3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Click on the "Canva" button under this presentation preview. </a:t>
              </a:r>
              <a:endParaRPr sz="700"/>
            </a:p>
            <a:p>
              <a:pPr indent="-133350" lvl="1" marL="279400" marR="0" rtl="0" algn="l">
                <a:lnSpc>
                  <a:spcPct val="15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D31"/>
                </a:buClr>
                <a:buSzPts val="1300"/>
                <a:buFont typeface="Arial"/>
                <a:buChar char="•"/>
              </a:pPr>
              <a:r>
                <a:rPr b="0" i="0" lang="en" sz="1300" u="none" cap="none" strike="noStrike">
                  <a:solidFill>
                    <a:srgbClr val="1C1D3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Start editing your presentation.</a:t>
              </a:r>
              <a:endParaRPr sz="700"/>
            </a:p>
            <a:p>
              <a:pPr indent="-133350" lvl="1" marL="279400" marR="0" rtl="0" algn="l">
                <a:lnSpc>
                  <a:spcPct val="15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D31"/>
                </a:buClr>
                <a:buSzPts val="1300"/>
                <a:buFont typeface="Arial"/>
                <a:buChar char="•"/>
              </a:pPr>
              <a:r>
                <a:rPr b="0" i="0" lang="en" sz="1300" u="none" cap="none" strike="noStrike">
                  <a:solidFill>
                    <a:srgbClr val="1C1D3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You need to sign in to your Canva account.</a:t>
              </a:r>
              <a:endParaRPr sz="700"/>
            </a:p>
          </p:txBody>
        </p:sp>
        <p:sp>
          <p:nvSpPr>
            <p:cNvPr id="95" name="Google Shape;95;p12"/>
            <p:cNvSpPr txBox="1"/>
            <p:nvPr/>
          </p:nvSpPr>
          <p:spPr>
            <a:xfrm>
              <a:off x="0" y="-28575"/>
              <a:ext cx="6631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500" u="none" cap="none" strike="noStrike">
                  <a:solidFill>
                    <a:srgbClr val="1C1D31"/>
                  </a:solidFill>
                  <a:latin typeface="Poppins"/>
                  <a:ea typeface="Poppins"/>
                  <a:cs typeface="Poppins"/>
                  <a:sym typeface="Poppins"/>
                </a:rPr>
                <a:t>CANVA</a:t>
              </a:r>
              <a:endParaRPr sz="700"/>
            </a:p>
          </p:txBody>
        </p:sp>
      </p:grpSp>
      <p:grpSp>
        <p:nvGrpSpPr>
          <p:cNvPr id="96" name="Google Shape;96;p12"/>
          <p:cNvGrpSpPr/>
          <p:nvPr/>
        </p:nvGrpSpPr>
        <p:grpSpPr>
          <a:xfrm>
            <a:off x="514350" y="2070497"/>
            <a:ext cx="2486925" cy="2652171"/>
            <a:chOff x="0" y="-28575"/>
            <a:chExt cx="6631800" cy="7072455"/>
          </a:xfrm>
        </p:grpSpPr>
        <p:sp>
          <p:nvSpPr>
            <p:cNvPr id="97" name="Google Shape;97;p12"/>
            <p:cNvSpPr txBox="1"/>
            <p:nvPr/>
          </p:nvSpPr>
          <p:spPr>
            <a:xfrm>
              <a:off x="0" y="906780"/>
              <a:ext cx="6631800" cy="6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33350" lvl="1" marL="279400" marR="0" rtl="0" algn="l">
                <a:lnSpc>
                  <a:spcPct val="15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D31"/>
                </a:buClr>
                <a:buSzPts val="1300"/>
                <a:buFont typeface="Arial"/>
                <a:buChar char="•"/>
              </a:pPr>
              <a:r>
                <a:rPr b="0" i="0" lang="en" sz="1300" u="none" cap="none" strike="noStrike">
                  <a:solidFill>
                    <a:srgbClr val="1C1D3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Click on the "Google Slides" button below this presentation preview. </a:t>
              </a:r>
              <a:endParaRPr sz="700"/>
            </a:p>
            <a:p>
              <a:pPr indent="-133350" lvl="1" marL="279400" marR="0" rtl="0" algn="l">
                <a:lnSpc>
                  <a:spcPct val="15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D31"/>
                </a:buClr>
                <a:buSzPts val="1300"/>
                <a:buFont typeface="Arial"/>
                <a:buChar char="•"/>
              </a:pPr>
              <a:r>
                <a:rPr b="0" i="0" lang="en" sz="1300" u="none" cap="none" strike="noStrike">
                  <a:solidFill>
                    <a:srgbClr val="1C1D3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Click on "Make a copy."</a:t>
              </a:r>
              <a:endParaRPr sz="700"/>
            </a:p>
            <a:p>
              <a:pPr indent="-133350" lvl="1" marL="279400" marR="0" rtl="0" algn="l">
                <a:lnSpc>
                  <a:spcPct val="15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D31"/>
                </a:buClr>
                <a:buSzPts val="1300"/>
                <a:buFont typeface="Arial"/>
                <a:buChar char="•"/>
              </a:pPr>
              <a:r>
                <a:rPr b="0" i="0" lang="en" sz="1300" u="none" cap="none" strike="noStrike">
                  <a:solidFill>
                    <a:srgbClr val="1C1D3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Start editing your presentation.</a:t>
              </a:r>
              <a:endParaRPr sz="700"/>
            </a:p>
            <a:p>
              <a:pPr indent="-133350" lvl="1" marL="279400" marR="0" rtl="0" algn="l">
                <a:lnSpc>
                  <a:spcPct val="15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D31"/>
                </a:buClr>
                <a:buSzPts val="1300"/>
                <a:buFont typeface="Arial"/>
                <a:buChar char="•"/>
              </a:pPr>
              <a:r>
                <a:rPr b="0" i="0" lang="en" sz="1300" u="none" cap="none" strike="noStrike">
                  <a:solidFill>
                    <a:srgbClr val="1C1D3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You need to sign in to your Google account.</a:t>
              </a:r>
              <a:endParaRPr sz="700"/>
            </a:p>
          </p:txBody>
        </p:sp>
        <p:sp>
          <p:nvSpPr>
            <p:cNvPr id="98" name="Google Shape;98;p12"/>
            <p:cNvSpPr txBox="1"/>
            <p:nvPr/>
          </p:nvSpPr>
          <p:spPr>
            <a:xfrm>
              <a:off x="0" y="-28575"/>
              <a:ext cx="6631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500" u="none" cap="none" strike="noStrike">
                  <a:solidFill>
                    <a:srgbClr val="1C1D31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endParaRPr sz="700"/>
            </a:p>
          </p:txBody>
        </p:sp>
      </p:grpSp>
      <p:grpSp>
        <p:nvGrpSpPr>
          <p:cNvPr id="99" name="Google Shape;99;p12"/>
          <p:cNvGrpSpPr/>
          <p:nvPr/>
        </p:nvGrpSpPr>
        <p:grpSpPr>
          <a:xfrm>
            <a:off x="3328526" y="2070497"/>
            <a:ext cx="2486925" cy="2952433"/>
            <a:chOff x="0" y="-28575"/>
            <a:chExt cx="6631800" cy="7873155"/>
          </a:xfrm>
        </p:grpSpPr>
        <p:sp>
          <p:nvSpPr>
            <p:cNvPr id="100" name="Google Shape;100;p12"/>
            <p:cNvSpPr txBox="1"/>
            <p:nvPr/>
          </p:nvSpPr>
          <p:spPr>
            <a:xfrm>
              <a:off x="0" y="906780"/>
              <a:ext cx="6631800" cy="693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33350" lvl="1" marL="279400" marR="0" rtl="0" algn="l">
                <a:lnSpc>
                  <a:spcPct val="15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D31"/>
                </a:buClr>
                <a:buSzPts val="1300"/>
                <a:buFont typeface="Arial"/>
                <a:buChar char="•"/>
              </a:pPr>
              <a:r>
                <a:rPr b="0" i="0" lang="en" sz="1300" u="none" cap="none" strike="noStrike">
                  <a:solidFill>
                    <a:srgbClr val="1C1D3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Click on the "PowerPoint" button below this presentation preview. </a:t>
              </a:r>
              <a:endParaRPr sz="700"/>
            </a:p>
            <a:p>
              <a:pPr indent="-133350" lvl="1" marL="279400" marR="0" rtl="0" algn="l">
                <a:lnSpc>
                  <a:spcPct val="15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D31"/>
                </a:buClr>
                <a:buSzPts val="1300"/>
                <a:buFont typeface="Arial"/>
                <a:buChar char="•"/>
              </a:pPr>
              <a:r>
                <a:rPr b="0" i="0" lang="en" sz="1300" u="none" cap="none" strike="noStrike">
                  <a:solidFill>
                    <a:srgbClr val="1C1D3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Start editing your presentation.</a:t>
              </a:r>
              <a:endParaRPr sz="700"/>
            </a:p>
            <a:p>
              <a:pPr indent="-133350" lvl="1" marL="279400" marR="0" rtl="0" algn="l">
                <a:lnSpc>
                  <a:spcPct val="150019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D31"/>
                </a:buClr>
                <a:buSzPts val="1300"/>
                <a:buFont typeface="Arial"/>
                <a:buChar char="•"/>
              </a:pPr>
              <a:r>
                <a:rPr b="0" i="0" lang="en" sz="1300" u="none" cap="none" strike="noStrike">
                  <a:solidFill>
                    <a:srgbClr val="1C1D3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Download and install the fonts used in this presentation as listed on page 21. </a:t>
              </a:r>
              <a:endParaRPr sz="700"/>
            </a:p>
          </p:txBody>
        </p:sp>
        <p:sp>
          <p:nvSpPr>
            <p:cNvPr id="101" name="Google Shape;101;p12"/>
            <p:cNvSpPr txBox="1"/>
            <p:nvPr/>
          </p:nvSpPr>
          <p:spPr>
            <a:xfrm>
              <a:off x="0" y="-28575"/>
              <a:ext cx="6631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500" u="none" cap="none" strike="noStrike">
                  <a:solidFill>
                    <a:srgbClr val="1C1D31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7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 rot="10800000">
            <a:off x="7019290" y="0"/>
            <a:ext cx="2120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教学目标与重难点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7023172" y="3798045"/>
            <a:ext cx="3368192" cy="3368192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3. 能判断函数在一点的可导性与连续性</a:t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7317649" y="4092522"/>
            <a:ext cx="2780348" cy="2780348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4. 运用基本求导法则计算简单函数导数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 rot="-5400000">
            <a:off x="8019155" y="225694"/>
            <a:ext cx="129000" cy="78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教学目标：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514350" y="780250"/>
            <a:ext cx="597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1. 理解导数作为变化率的极限定义</a:t>
            </a:r>
            <a:endParaRPr sz="4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1" name="Google Shape;111;p13"/>
          <p:cNvGrpSpPr/>
          <p:nvPr/>
        </p:nvGrpSpPr>
        <p:grpSpPr>
          <a:xfrm>
            <a:off x="516080" y="2179869"/>
            <a:ext cx="4468469" cy="309563"/>
            <a:chOff x="4615" y="0"/>
            <a:chExt cx="11915918" cy="825500"/>
          </a:xfrm>
        </p:grpSpPr>
        <p:sp>
          <p:nvSpPr>
            <p:cNvPr id="112" name="Google Shape;112;p13"/>
            <p:cNvSpPr/>
            <p:nvPr/>
          </p:nvSpPr>
          <p:spPr>
            <a:xfrm rot="5400000">
              <a:off x="-50694" y="55308"/>
              <a:ext cx="825500" cy="714883"/>
            </a:xfrm>
            <a:custGeom>
              <a:rect b="b" l="l" r="r" t="t"/>
              <a:pathLst>
                <a:path extrusionOk="0" h="5499100" w="63500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13" name="Google Shape;113;p13"/>
            <p:cNvSpPr txBox="1"/>
            <p:nvPr/>
          </p:nvSpPr>
          <p:spPr>
            <a:xfrm>
              <a:off x="1143933" y="17269"/>
              <a:ext cx="10776600" cy="69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sz="1700" u="none" cap="none" strike="noStrike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Write an agenda here.</a:t>
              </a:r>
              <a:endParaRPr sz="1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14" name="Google Shape;114;p13"/>
          <p:cNvGrpSpPr/>
          <p:nvPr/>
        </p:nvGrpSpPr>
        <p:grpSpPr>
          <a:xfrm>
            <a:off x="516080" y="2945951"/>
            <a:ext cx="4468469" cy="309563"/>
            <a:chOff x="4615" y="0"/>
            <a:chExt cx="11915918" cy="825500"/>
          </a:xfrm>
        </p:grpSpPr>
        <p:sp>
          <p:nvSpPr>
            <p:cNvPr id="115" name="Google Shape;115;p13"/>
            <p:cNvSpPr/>
            <p:nvPr/>
          </p:nvSpPr>
          <p:spPr>
            <a:xfrm rot="5400000">
              <a:off x="-50694" y="55308"/>
              <a:ext cx="825500" cy="714883"/>
            </a:xfrm>
            <a:custGeom>
              <a:rect b="b" l="l" r="r" t="t"/>
              <a:pathLst>
                <a:path extrusionOk="0" h="5499100" w="63500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16" name="Google Shape;116;p13"/>
            <p:cNvSpPr txBox="1"/>
            <p:nvPr/>
          </p:nvSpPr>
          <p:spPr>
            <a:xfrm>
              <a:off x="1143933" y="17269"/>
              <a:ext cx="10776600" cy="69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sz="1700" u="none" cap="none" strike="noStrike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Write an agenda here.</a:t>
              </a:r>
              <a:endParaRPr sz="1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17" name="Google Shape;117;p13"/>
          <p:cNvGrpSpPr/>
          <p:nvPr/>
        </p:nvGrpSpPr>
        <p:grpSpPr>
          <a:xfrm>
            <a:off x="516080" y="3712034"/>
            <a:ext cx="4468469" cy="309563"/>
            <a:chOff x="4615" y="0"/>
            <a:chExt cx="11915918" cy="825500"/>
          </a:xfrm>
        </p:grpSpPr>
        <p:sp>
          <p:nvSpPr>
            <p:cNvPr id="118" name="Google Shape;118;p13"/>
            <p:cNvSpPr/>
            <p:nvPr/>
          </p:nvSpPr>
          <p:spPr>
            <a:xfrm rot="5400000">
              <a:off x="-50694" y="55308"/>
              <a:ext cx="825500" cy="714883"/>
            </a:xfrm>
            <a:custGeom>
              <a:rect b="b" l="l" r="r" t="t"/>
              <a:pathLst>
                <a:path extrusionOk="0" h="5499100" w="63500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19" name="Google Shape;119;p13"/>
            <p:cNvSpPr txBox="1"/>
            <p:nvPr/>
          </p:nvSpPr>
          <p:spPr>
            <a:xfrm>
              <a:off x="1143933" y="17269"/>
              <a:ext cx="10776600" cy="69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sz="1700" u="none" cap="none" strike="noStrike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Write an agenda here.</a:t>
              </a:r>
              <a:endParaRPr sz="1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20" name="Google Shape;120;p13"/>
          <p:cNvSpPr/>
          <p:nvPr/>
        </p:nvSpPr>
        <p:spPr>
          <a:xfrm>
            <a:off x="7691705" y="1787988"/>
            <a:ext cx="784225" cy="784225"/>
          </a:xfrm>
          <a:custGeom>
            <a:rect b="b" l="l" r="r" t="t"/>
            <a:pathLst>
              <a:path extrusionOk="0" h="1211159" w="1211159">
                <a:moveTo>
                  <a:pt x="605580" y="302793"/>
                </a:moveTo>
                <a:lnTo>
                  <a:pt x="581785" y="420649"/>
                </a:lnTo>
                <a:cubicBezTo>
                  <a:pt x="547311" y="502156"/>
                  <a:pt x="478162" y="565426"/>
                  <a:pt x="392831" y="591967"/>
                </a:cubicBezTo>
                <a:lnTo>
                  <a:pt x="302794" y="605580"/>
                </a:lnTo>
                <a:lnTo>
                  <a:pt x="363813" y="611731"/>
                </a:lnTo>
                <a:cubicBezTo>
                  <a:pt x="482078" y="635931"/>
                  <a:pt x="575228" y="729081"/>
                  <a:pt x="599428" y="847346"/>
                </a:cubicBezTo>
                <a:lnTo>
                  <a:pt x="605579" y="908364"/>
                </a:lnTo>
                <a:lnTo>
                  <a:pt x="610308" y="854770"/>
                </a:lnTo>
                <a:cubicBezTo>
                  <a:pt x="632061" y="732992"/>
                  <a:pt x="726617" y="636436"/>
                  <a:pt x="847346" y="611731"/>
                </a:cubicBezTo>
                <a:lnTo>
                  <a:pt x="908365" y="605580"/>
                </a:lnTo>
                <a:lnTo>
                  <a:pt x="818329" y="591967"/>
                </a:lnTo>
                <a:cubicBezTo>
                  <a:pt x="732998" y="565426"/>
                  <a:pt x="663849" y="502156"/>
                  <a:pt x="629374" y="420649"/>
                </a:cubicBezTo>
                <a:close/>
                <a:moveTo>
                  <a:pt x="302790" y="0"/>
                </a:moveTo>
                <a:cubicBezTo>
                  <a:pt x="428210" y="0"/>
                  <a:pt x="535819" y="76255"/>
                  <a:pt x="581785" y="184931"/>
                </a:cubicBezTo>
                <a:lnTo>
                  <a:pt x="605580" y="302788"/>
                </a:lnTo>
                <a:lnTo>
                  <a:pt x="629374" y="184931"/>
                </a:lnTo>
                <a:cubicBezTo>
                  <a:pt x="675340" y="76255"/>
                  <a:pt x="782950" y="0"/>
                  <a:pt x="908369" y="0"/>
                </a:cubicBezTo>
                <a:cubicBezTo>
                  <a:pt x="1075595" y="0"/>
                  <a:pt x="1211159" y="135564"/>
                  <a:pt x="1211159" y="302790"/>
                </a:cubicBezTo>
                <a:cubicBezTo>
                  <a:pt x="1211159" y="449113"/>
                  <a:pt x="1107368" y="571194"/>
                  <a:pt x="969392" y="599428"/>
                </a:cubicBezTo>
                <a:lnTo>
                  <a:pt x="908374" y="605580"/>
                </a:lnTo>
                <a:lnTo>
                  <a:pt x="969392" y="611731"/>
                </a:lnTo>
                <a:cubicBezTo>
                  <a:pt x="1107368" y="639965"/>
                  <a:pt x="1211159" y="762046"/>
                  <a:pt x="1211159" y="908369"/>
                </a:cubicBezTo>
                <a:cubicBezTo>
                  <a:pt x="1211159" y="1075595"/>
                  <a:pt x="1075595" y="1211159"/>
                  <a:pt x="908369" y="1211159"/>
                </a:cubicBezTo>
                <a:cubicBezTo>
                  <a:pt x="762046" y="1211159"/>
                  <a:pt x="639965" y="1107368"/>
                  <a:pt x="611731" y="969392"/>
                </a:cubicBezTo>
                <a:lnTo>
                  <a:pt x="605580" y="908374"/>
                </a:lnTo>
                <a:lnTo>
                  <a:pt x="599428" y="969392"/>
                </a:lnTo>
                <a:cubicBezTo>
                  <a:pt x="571194" y="1107368"/>
                  <a:pt x="449113" y="1211159"/>
                  <a:pt x="302790" y="1211159"/>
                </a:cubicBezTo>
                <a:cubicBezTo>
                  <a:pt x="135564" y="1211159"/>
                  <a:pt x="0" y="1075595"/>
                  <a:pt x="0" y="908369"/>
                </a:cubicBezTo>
                <a:cubicBezTo>
                  <a:pt x="0" y="762046"/>
                  <a:pt x="103791" y="639965"/>
                  <a:pt x="241767" y="611731"/>
                </a:cubicBezTo>
                <a:lnTo>
                  <a:pt x="302785" y="605580"/>
                </a:lnTo>
                <a:lnTo>
                  <a:pt x="241767" y="599428"/>
                </a:lnTo>
                <a:cubicBezTo>
                  <a:pt x="103791" y="571194"/>
                  <a:pt x="0" y="449113"/>
                  <a:pt x="0" y="302790"/>
                </a:cubicBezTo>
                <a:cubicBezTo>
                  <a:pt x="0" y="135564"/>
                  <a:pt x="135564" y="0"/>
                  <a:pt x="30279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2. 掌握导数在几何上表示切线斜率</a:t>
            </a:r>
            <a:endParaRPr b="0" i="0" sz="9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 rot="-5400000">
            <a:off x="7644301" y="13730"/>
            <a:ext cx="1513200" cy="148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极限是微积分的基础概念</a:t>
            </a:r>
            <a:br/>
            <a:r>
              <a:t>• 瞬时速度 = lim(Δt→0) Δs/Δt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 rot="-5400000">
            <a:off x="3070178" y="-3072161"/>
            <a:ext cx="1513200" cy="7649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极限思想回顾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514350" y="522899"/>
            <a:ext cx="662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实例：瞬时速度问题</a:t>
            </a:r>
            <a:endParaRPr sz="3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8" name="Google Shape;128;p14"/>
          <p:cNvGrpSpPr/>
          <p:nvPr/>
        </p:nvGrpSpPr>
        <p:grpSpPr>
          <a:xfrm>
            <a:off x="514350" y="2481463"/>
            <a:ext cx="2356650" cy="1455064"/>
            <a:chOff x="0" y="0"/>
            <a:chExt cx="6284400" cy="3880171"/>
          </a:xfrm>
        </p:grpSpPr>
        <p:sp>
          <p:nvSpPr>
            <p:cNvPr id="129" name="Google Shape;129;p14"/>
            <p:cNvSpPr/>
            <p:nvPr/>
          </p:nvSpPr>
          <p:spPr>
            <a:xfrm>
              <a:off x="2642482" y="0"/>
              <a:ext cx="1000509" cy="1380768"/>
            </a:xfrm>
            <a:custGeom>
              <a:rect b="b" l="l" r="r" t="t"/>
              <a:pathLst>
                <a:path extrusionOk="0" h="1380768" w="1000509">
                  <a:moveTo>
                    <a:pt x="995220" y="1211388"/>
                  </a:moveTo>
                  <a:cubicBezTo>
                    <a:pt x="989615" y="1219538"/>
                    <a:pt x="980337" y="1224428"/>
                    <a:pt x="970424" y="1224428"/>
                  </a:cubicBezTo>
                  <a:lnTo>
                    <a:pt x="669744" y="1224428"/>
                  </a:lnTo>
                  <a:cubicBezTo>
                    <a:pt x="662703" y="1311812"/>
                    <a:pt x="589418" y="1380769"/>
                    <a:pt x="500283" y="1380769"/>
                  </a:cubicBezTo>
                  <a:cubicBezTo>
                    <a:pt x="411120" y="1380769"/>
                    <a:pt x="337807" y="1311812"/>
                    <a:pt x="330766" y="1224428"/>
                  </a:cubicBezTo>
                  <a:lnTo>
                    <a:pt x="30086" y="1224428"/>
                  </a:lnTo>
                  <a:cubicBezTo>
                    <a:pt x="20173" y="1224428"/>
                    <a:pt x="10895" y="1219538"/>
                    <a:pt x="5290" y="1211388"/>
                  </a:cubicBezTo>
                  <a:cubicBezTo>
                    <a:pt x="-316" y="1203210"/>
                    <a:pt x="-1558" y="1192823"/>
                    <a:pt x="2004" y="1183568"/>
                  </a:cubicBezTo>
                  <a:cubicBezTo>
                    <a:pt x="13325" y="1154062"/>
                    <a:pt x="31688" y="1100825"/>
                    <a:pt x="48007" y="1029188"/>
                  </a:cubicBezTo>
                  <a:cubicBezTo>
                    <a:pt x="48118" y="1028525"/>
                    <a:pt x="48256" y="1027889"/>
                    <a:pt x="48449" y="1027254"/>
                  </a:cubicBezTo>
                  <a:cubicBezTo>
                    <a:pt x="66729" y="946418"/>
                    <a:pt x="82330" y="842402"/>
                    <a:pt x="82358" y="722805"/>
                  </a:cubicBezTo>
                  <a:cubicBezTo>
                    <a:pt x="82358" y="722777"/>
                    <a:pt x="82330" y="722749"/>
                    <a:pt x="82330" y="722722"/>
                  </a:cubicBezTo>
                  <a:lnTo>
                    <a:pt x="82330" y="577929"/>
                  </a:lnTo>
                  <a:cubicBezTo>
                    <a:pt x="82330" y="368268"/>
                    <a:pt x="237378" y="194190"/>
                    <a:pt x="438788" y="164353"/>
                  </a:cubicBezTo>
                  <a:cubicBezTo>
                    <a:pt x="419072" y="147169"/>
                    <a:pt x="406591" y="121890"/>
                    <a:pt x="406591" y="93738"/>
                  </a:cubicBezTo>
                  <a:cubicBezTo>
                    <a:pt x="406591" y="42048"/>
                    <a:pt x="448591" y="0"/>
                    <a:pt x="500255" y="0"/>
                  </a:cubicBezTo>
                  <a:cubicBezTo>
                    <a:pt x="551919" y="0"/>
                    <a:pt x="593919" y="42048"/>
                    <a:pt x="593919" y="93738"/>
                  </a:cubicBezTo>
                  <a:cubicBezTo>
                    <a:pt x="593919" y="121863"/>
                    <a:pt x="581465" y="147114"/>
                    <a:pt x="561777" y="164298"/>
                  </a:cubicBezTo>
                  <a:cubicBezTo>
                    <a:pt x="650056" y="177255"/>
                    <a:pt x="731515" y="218032"/>
                    <a:pt x="795771" y="282292"/>
                  </a:cubicBezTo>
                  <a:cubicBezTo>
                    <a:pt x="874716" y="361223"/>
                    <a:pt x="918180" y="466233"/>
                    <a:pt x="918180" y="577929"/>
                  </a:cubicBezTo>
                  <a:lnTo>
                    <a:pt x="918180" y="722722"/>
                  </a:lnTo>
                  <a:cubicBezTo>
                    <a:pt x="918180" y="722749"/>
                    <a:pt x="918152" y="722777"/>
                    <a:pt x="918152" y="722805"/>
                  </a:cubicBezTo>
                  <a:cubicBezTo>
                    <a:pt x="918180" y="949816"/>
                    <a:pt x="974345" y="1120661"/>
                    <a:pt x="998506" y="1183568"/>
                  </a:cubicBezTo>
                  <a:cubicBezTo>
                    <a:pt x="1002068" y="1192823"/>
                    <a:pt x="1000826" y="1203210"/>
                    <a:pt x="995220" y="1211388"/>
                  </a:cubicBezTo>
                  <a:close/>
                </a:path>
              </a:pathLst>
            </a:custGeom>
            <a:solidFill>
              <a:srgbClr val="1C1D31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2670085" y="27627"/>
              <a:ext cx="945309" cy="1325514"/>
            </a:xfrm>
            <a:custGeom>
              <a:rect b="b" l="l" r="r" t="t"/>
              <a:pathLst>
                <a:path extrusionOk="0" h="1325514" w="945309">
                  <a:moveTo>
                    <a:pt x="472652" y="1196801"/>
                  </a:moveTo>
                  <a:lnTo>
                    <a:pt x="614473" y="1196801"/>
                  </a:lnTo>
                  <a:cubicBezTo>
                    <a:pt x="607514" y="1268935"/>
                    <a:pt x="546572" y="1325515"/>
                    <a:pt x="472679" y="1325515"/>
                  </a:cubicBezTo>
                  <a:cubicBezTo>
                    <a:pt x="398759" y="1325515"/>
                    <a:pt x="337789" y="1268935"/>
                    <a:pt x="330831" y="1196801"/>
                  </a:cubicBezTo>
                  <a:lnTo>
                    <a:pt x="472652" y="1196801"/>
                  </a:lnTo>
                  <a:close/>
                  <a:moveTo>
                    <a:pt x="945140" y="1165859"/>
                  </a:moveTo>
                  <a:cubicBezTo>
                    <a:pt x="934039" y="1136961"/>
                    <a:pt x="916367" y="1085851"/>
                    <a:pt x="900241" y="1017364"/>
                  </a:cubicBezTo>
                  <a:lnTo>
                    <a:pt x="45062" y="1017364"/>
                  </a:lnTo>
                  <a:cubicBezTo>
                    <a:pt x="28936" y="1085851"/>
                    <a:pt x="11264" y="1136961"/>
                    <a:pt x="191" y="1165859"/>
                  </a:cubicBezTo>
                  <a:cubicBezTo>
                    <a:pt x="-140" y="1166660"/>
                    <a:pt x="-30" y="1167406"/>
                    <a:pt x="440" y="1168096"/>
                  </a:cubicBezTo>
                  <a:cubicBezTo>
                    <a:pt x="937" y="1168815"/>
                    <a:pt x="1599" y="1169174"/>
                    <a:pt x="2483" y="1169174"/>
                  </a:cubicBezTo>
                  <a:lnTo>
                    <a:pt x="316361" y="1169174"/>
                  </a:lnTo>
                  <a:lnTo>
                    <a:pt x="472652" y="1169174"/>
                  </a:lnTo>
                  <a:lnTo>
                    <a:pt x="628942" y="1169174"/>
                  </a:lnTo>
                  <a:lnTo>
                    <a:pt x="942820" y="1169174"/>
                  </a:lnTo>
                  <a:cubicBezTo>
                    <a:pt x="943704" y="1169174"/>
                    <a:pt x="944367" y="1168815"/>
                    <a:pt x="944864" y="1168096"/>
                  </a:cubicBezTo>
                  <a:cubicBezTo>
                    <a:pt x="945333" y="1167406"/>
                    <a:pt x="945443" y="1166660"/>
                    <a:pt x="945140" y="1165859"/>
                  </a:cubicBezTo>
                  <a:close/>
                  <a:moveTo>
                    <a:pt x="472652" y="132195"/>
                  </a:moveTo>
                  <a:cubicBezTo>
                    <a:pt x="509073" y="132195"/>
                    <a:pt x="538702" y="102551"/>
                    <a:pt x="538702" y="66111"/>
                  </a:cubicBezTo>
                  <a:cubicBezTo>
                    <a:pt x="538702" y="29671"/>
                    <a:pt x="509073" y="0"/>
                    <a:pt x="472652" y="0"/>
                  </a:cubicBezTo>
                  <a:cubicBezTo>
                    <a:pt x="436230" y="0"/>
                    <a:pt x="406601" y="29671"/>
                    <a:pt x="406601" y="66111"/>
                  </a:cubicBezTo>
                  <a:cubicBezTo>
                    <a:pt x="406601" y="102551"/>
                    <a:pt x="436230" y="132195"/>
                    <a:pt x="472652" y="132195"/>
                  </a:cubicBezTo>
                  <a:close/>
                  <a:moveTo>
                    <a:pt x="894028" y="989737"/>
                  </a:moveTo>
                  <a:cubicBezTo>
                    <a:pt x="876908" y="909618"/>
                    <a:pt x="862935" y="809277"/>
                    <a:pt x="862935" y="695095"/>
                  </a:cubicBezTo>
                  <a:cubicBezTo>
                    <a:pt x="862935" y="695067"/>
                    <a:pt x="862963" y="695040"/>
                    <a:pt x="862963" y="695012"/>
                  </a:cubicBezTo>
                  <a:lnTo>
                    <a:pt x="862963" y="550302"/>
                  </a:lnTo>
                  <a:cubicBezTo>
                    <a:pt x="862963" y="445982"/>
                    <a:pt x="822372" y="347934"/>
                    <a:pt x="748645" y="274198"/>
                  </a:cubicBezTo>
                  <a:cubicBezTo>
                    <a:pt x="674890" y="200461"/>
                    <a:pt x="576891" y="159822"/>
                    <a:pt x="472652" y="159822"/>
                  </a:cubicBezTo>
                  <a:cubicBezTo>
                    <a:pt x="257435" y="159822"/>
                    <a:pt x="82340" y="335005"/>
                    <a:pt x="82340" y="550302"/>
                  </a:cubicBezTo>
                  <a:lnTo>
                    <a:pt x="82340" y="695012"/>
                  </a:lnTo>
                  <a:cubicBezTo>
                    <a:pt x="82340" y="695040"/>
                    <a:pt x="82368" y="695067"/>
                    <a:pt x="82368" y="695095"/>
                  </a:cubicBezTo>
                  <a:cubicBezTo>
                    <a:pt x="82368" y="809277"/>
                    <a:pt x="68395" y="909618"/>
                    <a:pt x="51275" y="989737"/>
                  </a:cubicBezTo>
                  <a:lnTo>
                    <a:pt x="894028" y="98973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2642482" y="0"/>
              <a:ext cx="1000509" cy="1380768"/>
            </a:xfrm>
            <a:custGeom>
              <a:rect b="b" l="l" r="r" t="t"/>
              <a:pathLst>
                <a:path extrusionOk="0" h="1380768" w="1000509">
                  <a:moveTo>
                    <a:pt x="998506" y="1183568"/>
                  </a:moveTo>
                  <a:cubicBezTo>
                    <a:pt x="974345" y="1120661"/>
                    <a:pt x="918180" y="949816"/>
                    <a:pt x="918152" y="722805"/>
                  </a:cubicBezTo>
                  <a:cubicBezTo>
                    <a:pt x="918152" y="722777"/>
                    <a:pt x="918180" y="722749"/>
                    <a:pt x="918180" y="722722"/>
                  </a:cubicBezTo>
                  <a:lnTo>
                    <a:pt x="918180" y="577929"/>
                  </a:lnTo>
                  <a:cubicBezTo>
                    <a:pt x="918180" y="466233"/>
                    <a:pt x="874716" y="361223"/>
                    <a:pt x="795771" y="282292"/>
                  </a:cubicBezTo>
                  <a:cubicBezTo>
                    <a:pt x="731515" y="218032"/>
                    <a:pt x="650056" y="177255"/>
                    <a:pt x="561777" y="164298"/>
                  </a:cubicBezTo>
                  <a:cubicBezTo>
                    <a:pt x="581465" y="147114"/>
                    <a:pt x="593919" y="121863"/>
                    <a:pt x="593919" y="93738"/>
                  </a:cubicBezTo>
                  <a:cubicBezTo>
                    <a:pt x="593919" y="42048"/>
                    <a:pt x="551919" y="0"/>
                    <a:pt x="500255" y="0"/>
                  </a:cubicBezTo>
                  <a:cubicBezTo>
                    <a:pt x="448591" y="0"/>
                    <a:pt x="406591" y="42048"/>
                    <a:pt x="406591" y="93738"/>
                  </a:cubicBezTo>
                  <a:cubicBezTo>
                    <a:pt x="406591" y="121890"/>
                    <a:pt x="419072" y="147169"/>
                    <a:pt x="438788" y="164353"/>
                  </a:cubicBezTo>
                  <a:cubicBezTo>
                    <a:pt x="237378" y="194190"/>
                    <a:pt x="82330" y="368268"/>
                    <a:pt x="82330" y="577929"/>
                  </a:cubicBezTo>
                  <a:lnTo>
                    <a:pt x="82330" y="722722"/>
                  </a:lnTo>
                  <a:cubicBezTo>
                    <a:pt x="82330" y="722749"/>
                    <a:pt x="82358" y="722777"/>
                    <a:pt x="82358" y="722805"/>
                  </a:cubicBezTo>
                  <a:cubicBezTo>
                    <a:pt x="82330" y="842402"/>
                    <a:pt x="66729" y="946418"/>
                    <a:pt x="48449" y="1027254"/>
                  </a:cubicBezTo>
                  <a:cubicBezTo>
                    <a:pt x="48256" y="1027889"/>
                    <a:pt x="48118" y="1028525"/>
                    <a:pt x="48007" y="1029188"/>
                  </a:cubicBezTo>
                  <a:cubicBezTo>
                    <a:pt x="31688" y="1100825"/>
                    <a:pt x="13325" y="1154062"/>
                    <a:pt x="2004" y="1183568"/>
                  </a:cubicBezTo>
                  <a:cubicBezTo>
                    <a:pt x="-1558" y="1192823"/>
                    <a:pt x="-316" y="1203210"/>
                    <a:pt x="5290" y="1211388"/>
                  </a:cubicBezTo>
                  <a:cubicBezTo>
                    <a:pt x="10895" y="1219538"/>
                    <a:pt x="20173" y="1224428"/>
                    <a:pt x="30086" y="1224428"/>
                  </a:cubicBezTo>
                  <a:lnTo>
                    <a:pt x="330766" y="1224428"/>
                  </a:lnTo>
                  <a:cubicBezTo>
                    <a:pt x="337807" y="1311812"/>
                    <a:pt x="411120" y="1380769"/>
                    <a:pt x="500283" y="1380769"/>
                  </a:cubicBezTo>
                  <a:cubicBezTo>
                    <a:pt x="589418" y="1380769"/>
                    <a:pt x="662703" y="1311812"/>
                    <a:pt x="669744" y="1224428"/>
                  </a:cubicBezTo>
                  <a:lnTo>
                    <a:pt x="970424" y="1224428"/>
                  </a:lnTo>
                  <a:cubicBezTo>
                    <a:pt x="980337" y="1224428"/>
                    <a:pt x="989615" y="1219538"/>
                    <a:pt x="995220" y="1211388"/>
                  </a:cubicBezTo>
                  <a:cubicBezTo>
                    <a:pt x="1000826" y="1203210"/>
                    <a:pt x="1002068" y="1192823"/>
                    <a:pt x="998506" y="1183568"/>
                  </a:cubicBezTo>
                  <a:close/>
                  <a:moveTo>
                    <a:pt x="434204" y="93738"/>
                  </a:moveTo>
                  <a:cubicBezTo>
                    <a:pt x="434204" y="57298"/>
                    <a:pt x="463833" y="27627"/>
                    <a:pt x="500255" y="27627"/>
                  </a:cubicBezTo>
                  <a:cubicBezTo>
                    <a:pt x="536677" y="27627"/>
                    <a:pt x="566306" y="57298"/>
                    <a:pt x="566306" y="93738"/>
                  </a:cubicBezTo>
                  <a:cubicBezTo>
                    <a:pt x="566306" y="130178"/>
                    <a:pt x="536677" y="159822"/>
                    <a:pt x="500255" y="159822"/>
                  </a:cubicBezTo>
                  <a:cubicBezTo>
                    <a:pt x="463833" y="159822"/>
                    <a:pt x="434204" y="130178"/>
                    <a:pt x="434204" y="93738"/>
                  </a:cubicBezTo>
                  <a:close/>
                  <a:moveTo>
                    <a:pt x="109971" y="722722"/>
                  </a:moveTo>
                  <a:cubicBezTo>
                    <a:pt x="109971" y="722694"/>
                    <a:pt x="109943" y="722667"/>
                    <a:pt x="109943" y="722639"/>
                  </a:cubicBezTo>
                  <a:lnTo>
                    <a:pt x="109943" y="577929"/>
                  </a:lnTo>
                  <a:cubicBezTo>
                    <a:pt x="109943" y="362632"/>
                    <a:pt x="285038" y="187449"/>
                    <a:pt x="500255" y="187449"/>
                  </a:cubicBezTo>
                  <a:cubicBezTo>
                    <a:pt x="604494" y="187449"/>
                    <a:pt x="702493" y="228088"/>
                    <a:pt x="776248" y="301825"/>
                  </a:cubicBezTo>
                  <a:cubicBezTo>
                    <a:pt x="849975" y="375561"/>
                    <a:pt x="890566" y="473609"/>
                    <a:pt x="890566" y="577929"/>
                  </a:cubicBezTo>
                  <a:lnTo>
                    <a:pt x="890566" y="722639"/>
                  </a:lnTo>
                  <a:cubicBezTo>
                    <a:pt x="890566" y="722667"/>
                    <a:pt x="890539" y="722694"/>
                    <a:pt x="890539" y="722722"/>
                  </a:cubicBezTo>
                  <a:cubicBezTo>
                    <a:pt x="890539" y="836904"/>
                    <a:pt x="904511" y="937245"/>
                    <a:pt x="921631" y="1017364"/>
                  </a:cubicBezTo>
                  <a:lnTo>
                    <a:pt x="78879" y="1017364"/>
                  </a:lnTo>
                  <a:cubicBezTo>
                    <a:pt x="95999" y="937245"/>
                    <a:pt x="109971" y="836904"/>
                    <a:pt x="109971" y="722722"/>
                  </a:cubicBezTo>
                  <a:close/>
                  <a:moveTo>
                    <a:pt x="500283" y="1353142"/>
                  </a:moveTo>
                  <a:cubicBezTo>
                    <a:pt x="426362" y="1353142"/>
                    <a:pt x="365392" y="1296562"/>
                    <a:pt x="358434" y="1224428"/>
                  </a:cubicBezTo>
                  <a:lnTo>
                    <a:pt x="500255" y="1224428"/>
                  </a:lnTo>
                  <a:lnTo>
                    <a:pt x="642076" y="1224428"/>
                  </a:lnTo>
                  <a:cubicBezTo>
                    <a:pt x="635117" y="1296562"/>
                    <a:pt x="574175" y="1353142"/>
                    <a:pt x="500283" y="1353142"/>
                  </a:cubicBezTo>
                  <a:close/>
                  <a:moveTo>
                    <a:pt x="972467" y="1195723"/>
                  </a:moveTo>
                  <a:cubicBezTo>
                    <a:pt x="971970" y="1196442"/>
                    <a:pt x="971307" y="1196801"/>
                    <a:pt x="970424" y="1196801"/>
                  </a:cubicBezTo>
                  <a:lnTo>
                    <a:pt x="656545" y="1196801"/>
                  </a:lnTo>
                  <a:lnTo>
                    <a:pt x="500255" y="1196801"/>
                  </a:lnTo>
                  <a:lnTo>
                    <a:pt x="343965" y="1196801"/>
                  </a:lnTo>
                  <a:lnTo>
                    <a:pt x="30086" y="1196801"/>
                  </a:lnTo>
                  <a:cubicBezTo>
                    <a:pt x="29203" y="1196801"/>
                    <a:pt x="28540" y="1196442"/>
                    <a:pt x="28043" y="1195723"/>
                  </a:cubicBezTo>
                  <a:cubicBezTo>
                    <a:pt x="27573" y="1195033"/>
                    <a:pt x="27463" y="1194287"/>
                    <a:pt x="27794" y="1193486"/>
                  </a:cubicBezTo>
                  <a:cubicBezTo>
                    <a:pt x="38867" y="1164588"/>
                    <a:pt x="56540" y="1113478"/>
                    <a:pt x="72666" y="1044991"/>
                  </a:cubicBezTo>
                  <a:lnTo>
                    <a:pt x="927844" y="1044991"/>
                  </a:lnTo>
                  <a:cubicBezTo>
                    <a:pt x="943970" y="1113478"/>
                    <a:pt x="961643" y="1164588"/>
                    <a:pt x="972743" y="1193486"/>
                  </a:cubicBezTo>
                  <a:cubicBezTo>
                    <a:pt x="973047" y="1194287"/>
                    <a:pt x="972936" y="1195033"/>
                    <a:pt x="972467" y="1195723"/>
                  </a:cubicBezTo>
                  <a:close/>
                </a:path>
              </a:pathLst>
            </a:custGeom>
            <a:solidFill>
              <a:srgbClr val="1C1D31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4"/>
            <p:cNvSpPr txBox="1"/>
            <p:nvPr/>
          </p:nvSpPr>
          <p:spPr>
            <a:xfrm>
              <a:off x="0" y="2894971"/>
              <a:ext cx="62844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Briefly elaborate on what you want to discuss. 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" name="Google Shape;133;p14"/>
            <p:cNvSpPr txBox="1"/>
            <p:nvPr/>
          </p:nvSpPr>
          <p:spPr>
            <a:xfrm>
              <a:off x="0" y="2093445"/>
              <a:ext cx="6284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34" name="Google Shape;134;p14"/>
          <p:cNvGrpSpPr/>
          <p:nvPr/>
        </p:nvGrpSpPr>
        <p:grpSpPr>
          <a:xfrm>
            <a:off x="3393650" y="2481463"/>
            <a:ext cx="2356650" cy="1455064"/>
            <a:chOff x="0" y="0"/>
            <a:chExt cx="6284400" cy="3880171"/>
          </a:xfrm>
        </p:grpSpPr>
        <p:sp>
          <p:nvSpPr>
            <p:cNvPr id="135" name="Google Shape;135;p14"/>
            <p:cNvSpPr/>
            <p:nvPr/>
          </p:nvSpPr>
          <p:spPr>
            <a:xfrm>
              <a:off x="2642482" y="0"/>
              <a:ext cx="1000509" cy="1380768"/>
            </a:xfrm>
            <a:custGeom>
              <a:rect b="b" l="l" r="r" t="t"/>
              <a:pathLst>
                <a:path extrusionOk="0" h="1380768" w="1000509">
                  <a:moveTo>
                    <a:pt x="995220" y="1211388"/>
                  </a:moveTo>
                  <a:cubicBezTo>
                    <a:pt x="989615" y="1219538"/>
                    <a:pt x="980337" y="1224428"/>
                    <a:pt x="970424" y="1224428"/>
                  </a:cubicBezTo>
                  <a:lnTo>
                    <a:pt x="669744" y="1224428"/>
                  </a:lnTo>
                  <a:cubicBezTo>
                    <a:pt x="662703" y="1311812"/>
                    <a:pt x="589418" y="1380769"/>
                    <a:pt x="500283" y="1380769"/>
                  </a:cubicBezTo>
                  <a:cubicBezTo>
                    <a:pt x="411120" y="1380769"/>
                    <a:pt x="337807" y="1311812"/>
                    <a:pt x="330766" y="1224428"/>
                  </a:cubicBezTo>
                  <a:lnTo>
                    <a:pt x="30086" y="1224428"/>
                  </a:lnTo>
                  <a:cubicBezTo>
                    <a:pt x="20173" y="1224428"/>
                    <a:pt x="10895" y="1219538"/>
                    <a:pt x="5290" y="1211388"/>
                  </a:cubicBezTo>
                  <a:cubicBezTo>
                    <a:pt x="-316" y="1203210"/>
                    <a:pt x="-1558" y="1192823"/>
                    <a:pt x="2004" y="1183568"/>
                  </a:cubicBezTo>
                  <a:cubicBezTo>
                    <a:pt x="13325" y="1154062"/>
                    <a:pt x="31688" y="1100825"/>
                    <a:pt x="48007" y="1029188"/>
                  </a:cubicBezTo>
                  <a:cubicBezTo>
                    <a:pt x="48118" y="1028525"/>
                    <a:pt x="48256" y="1027889"/>
                    <a:pt x="48449" y="1027254"/>
                  </a:cubicBezTo>
                  <a:cubicBezTo>
                    <a:pt x="66729" y="946418"/>
                    <a:pt x="82330" y="842402"/>
                    <a:pt x="82358" y="722805"/>
                  </a:cubicBezTo>
                  <a:cubicBezTo>
                    <a:pt x="82358" y="722777"/>
                    <a:pt x="82330" y="722749"/>
                    <a:pt x="82330" y="722722"/>
                  </a:cubicBezTo>
                  <a:lnTo>
                    <a:pt x="82330" y="577929"/>
                  </a:lnTo>
                  <a:cubicBezTo>
                    <a:pt x="82330" y="368268"/>
                    <a:pt x="237378" y="194190"/>
                    <a:pt x="438788" y="164353"/>
                  </a:cubicBezTo>
                  <a:cubicBezTo>
                    <a:pt x="419072" y="147169"/>
                    <a:pt x="406591" y="121890"/>
                    <a:pt x="406591" y="93738"/>
                  </a:cubicBezTo>
                  <a:cubicBezTo>
                    <a:pt x="406591" y="42048"/>
                    <a:pt x="448591" y="0"/>
                    <a:pt x="500255" y="0"/>
                  </a:cubicBezTo>
                  <a:cubicBezTo>
                    <a:pt x="551919" y="0"/>
                    <a:pt x="593919" y="42048"/>
                    <a:pt x="593919" y="93738"/>
                  </a:cubicBezTo>
                  <a:cubicBezTo>
                    <a:pt x="593919" y="121863"/>
                    <a:pt x="581465" y="147114"/>
                    <a:pt x="561777" y="164298"/>
                  </a:cubicBezTo>
                  <a:cubicBezTo>
                    <a:pt x="650056" y="177255"/>
                    <a:pt x="731515" y="218032"/>
                    <a:pt x="795771" y="282292"/>
                  </a:cubicBezTo>
                  <a:cubicBezTo>
                    <a:pt x="874716" y="361223"/>
                    <a:pt x="918180" y="466233"/>
                    <a:pt x="918180" y="577929"/>
                  </a:cubicBezTo>
                  <a:lnTo>
                    <a:pt x="918180" y="722722"/>
                  </a:lnTo>
                  <a:cubicBezTo>
                    <a:pt x="918180" y="722749"/>
                    <a:pt x="918152" y="722777"/>
                    <a:pt x="918152" y="722805"/>
                  </a:cubicBezTo>
                  <a:cubicBezTo>
                    <a:pt x="918180" y="949816"/>
                    <a:pt x="974345" y="1120661"/>
                    <a:pt x="998506" y="1183568"/>
                  </a:cubicBezTo>
                  <a:cubicBezTo>
                    <a:pt x="1002068" y="1192823"/>
                    <a:pt x="1000826" y="1203210"/>
                    <a:pt x="995220" y="1211388"/>
                  </a:cubicBezTo>
                  <a:close/>
                </a:path>
              </a:pathLst>
            </a:custGeom>
            <a:solidFill>
              <a:srgbClr val="1C1D31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2670085" y="27627"/>
              <a:ext cx="945309" cy="1325514"/>
            </a:xfrm>
            <a:custGeom>
              <a:rect b="b" l="l" r="r" t="t"/>
              <a:pathLst>
                <a:path extrusionOk="0" h="1325514" w="945309">
                  <a:moveTo>
                    <a:pt x="472652" y="1196801"/>
                  </a:moveTo>
                  <a:lnTo>
                    <a:pt x="614473" y="1196801"/>
                  </a:lnTo>
                  <a:cubicBezTo>
                    <a:pt x="607514" y="1268935"/>
                    <a:pt x="546572" y="1325515"/>
                    <a:pt x="472679" y="1325515"/>
                  </a:cubicBezTo>
                  <a:cubicBezTo>
                    <a:pt x="398759" y="1325515"/>
                    <a:pt x="337789" y="1268935"/>
                    <a:pt x="330831" y="1196801"/>
                  </a:cubicBezTo>
                  <a:lnTo>
                    <a:pt x="472652" y="1196801"/>
                  </a:lnTo>
                  <a:close/>
                  <a:moveTo>
                    <a:pt x="945140" y="1165859"/>
                  </a:moveTo>
                  <a:cubicBezTo>
                    <a:pt x="934039" y="1136961"/>
                    <a:pt x="916367" y="1085851"/>
                    <a:pt x="900241" y="1017364"/>
                  </a:cubicBezTo>
                  <a:lnTo>
                    <a:pt x="45062" y="1017364"/>
                  </a:lnTo>
                  <a:cubicBezTo>
                    <a:pt x="28936" y="1085851"/>
                    <a:pt x="11264" y="1136961"/>
                    <a:pt x="191" y="1165859"/>
                  </a:cubicBezTo>
                  <a:cubicBezTo>
                    <a:pt x="-140" y="1166660"/>
                    <a:pt x="-30" y="1167406"/>
                    <a:pt x="440" y="1168096"/>
                  </a:cubicBezTo>
                  <a:cubicBezTo>
                    <a:pt x="937" y="1168815"/>
                    <a:pt x="1599" y="1169174"/>
                    <a:pt x="2483" y="1169174"/>
                  </a:cubicBezTo>
                  <a:lnTo>
                    <a:pt x="316361" y="1169174"/>
                  </a:lnTo>
                  <a:lnTo>
                    <a:pt x="472652" y="1169174"/>
                  </a:lnTo>
                  <a:lnTo>
                    <a:pt x="628942" y="1169174"/>
                  </a:lnTo>
                  <a:lnTo>
                    <a:pt x="942820" y="1169174"/>
                  </a:lnTo>
                  <a:cubicBezTo>
                    <a:pt x="943704" y="1169174"/>
                    <a:pt x="944367" y="1168815"/>
                    <a:pt x="944864" y="1168096"/>
                  </a:cubicBezTo>
                  <a:cubicBezTo>
                    <a:pt x="945333" y="1167406"/>
                    <a:pt x="945443" y="1166660"/>
                    <a:pt x="945140" y="1165859"/>
                  </a:cubicBezTo>
                  <a:close/>
                  <a:moveTo>
                    <a:pt x="472652" y="132195"/>
                  </a:moveTo>
                  <a:cubicBezTo>
                    <a:pt x="509073" y="132195"/>
                    <a:pt x="538702" y="102551"/>
                    <a:pt x="538702" y="66111"/>
                  </a:cubicBezTo>
                  <a:cubicBezTo>
                    <a:pt x="538702" y="29671"/>
                    <a:pt x="509073" y="0"/>
                    <a:pt x="472652" y="0"/>
                  </a:cubicBezTo>
                  <a:cubicBezTo>
                    <a:pt x="436230" y="0"/>
                    <a:pt x="406601" y="29671"/>
                    <a:pt x="406601" y="66111"/>
                  </a:cubicBezTo>
                  <a:cubicBezTo>
                    <a:pt x="406601" y="102551"/>
                    <a:pt x="436230" y="132195"/>
                    <a:pt x="472652" y="132195"/>
                  </a:cubicBezTo>
                  <a:close/>
                  <a:moveTo>
                    <a:pt x="894028" y="989737"/>
                  </a:moveTo>
                  <a:cubicBezTo>
                    <a:pt x="876908" y="909618"/>
                    <a:pt x="862935" y="809277"/>
                    <a:pt x="862935" y="695095"/>
                  </a:cubicBezTo>
                  <a:cubicBezTo>
                    <a:pt x="862935" y="695067"/>
                    <a:pt x="862963" y="695040"/>
                    <a:pt x="862963" y="695012"/>
                  </a:cubicBezTo>
                  <a:lnTo>
                    <a:pt x="862963" y="550302"/>
                  </a:lnTo>
                  <a:cubicBezTo>
                    <a:pt x="862963" y="445982"/>
                    <a:pt x="822372" y="347934"/>
                    <a:pt x="748645" y="274198"/>
                  </a:cubicBezTo>
                  <a:cubicBezTo>
                    <a:pt x="674890" y="200461"/>
                    <a:pt x="576891" y="159822"/>
                    <a:pt x="472652" y="159822"/>
                  </a:cubicBezTo>
                  <a:cubicBezTo>
                    <a:pt x="257435" y="159822"/>
                    <a:pt x="82340" y="335005"/>
                    <a:pt x="82340" y="550302"/>
                  </a:cubicBezTo>
                  <a:lnTo>
                    <a:pt x="82340" y="695012"/>
                  </a:lnTo>
                  <a:cubicBezTo>
                    <a:pt x="82340" y="695040"/>
                    <a:pt x="82368" y="695067"/>
                    <a:pt x="82368" y="695095"/>
                  </a:cubicBezTo>
                  <a:cubicBezTo>
                    <a:pt x="82368" y="809277"/>
                    <a:pt x="68395" y="909618"/>
                    <a:pt x="51275" y="989737"/>
                  </a:cubicBezTo>
                  <a:lnTo>
                    <a:pt x="894028" y="98973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2642482" y="0"/>
              <a:ext cx="1000509" cy="1380768"/>
            </a:xfrm>
            <a:custGeom>
              <a:rect b="b" l="l" r="r" t="t"/>
              <a:pathLst>
                <a:path extrusionOk="0" h="1380768" w="1000509">
                  <a:moveTo>
                    <a:pt x="998506" y="1183568"/>
                  </a:moveTo>
                  <a:cubicBezTo>
                    <a:pt x="974345" y="1120661"/>
                    <a:pt x="918180" y="949816"/>
                    <a:pt x="918152" y="722805"/>
                  </a:cubicBezTo>
                  <a:cubicBezTo>
                    <a:pt x="918152" y="722777"/>
                    <a:pt x="918180" y="722749"/>
                    <a:pt x="918180" y="722722"/>
                  </a:cubicBezTo>
                  <a:lnTo>
                    <a:pt x="918180" y="577929"/>
                  </a:lnTo>
                  <a:cubicBezTo>
                    <a:pt x="918180" y="466233"/>
                    <a:pt x="874716" y="361223"/>
                    <a:pt x="795771" y="282292"/>
                  </a:cubicBezTo>
                  <a:cubicBezTo>
                    <a:pt x="731515" y="218032"/>
                    <a:pt x="650056" y="177255"/>
                    <a:pt x="561777" y="164298"/>
                  </a:cubicBezTo>
                  <a:cubicBezTo>
                    <a:pt x="581465" y="147114"/>
                    <a:pt x="593919" y="121863"/>
                    <a:pt x="593919" y="93738"/>
                  </a:cubicBezTo>
                  <a:cubicBezTo>
                    <a:pt x="593919" y="42048"/>
                    <a:pt x="551919" y="0"/>
                    <a:pt x="500255" y="0"/>
                  </a:cubicBezTo>
                  <a:cubicBezTo>
                    <a:pt x="448591" y="0"/>
                    <a:pt x="406591" y="42048"/>
                    <a:pt x="406591" y="93738"/>
                  </a:cubicBezTo>
                  <a:cubicBezTo>
                    <a:pt x="406591" y="121890"/>
                    <a:pt x="419072" y="147169"/>
                    <a:pt x="438788" y="164353"/>
                  </a:cubicBezTo>
                  <a:cubicBezTo>
                    <a:pt x="237378" y="194190"/>
                    <a:pt x="82330" y="368268"/>
                    <a:pt x="82330" y="577929"/>
                  </a:cubicBezTo>
                  <a:lnTo>
                    <a:pt x="82330" y="722722"/>
                  </a:lnTo>
                  <a:cubicBezTo>
                    <a:pt x="82330" y="722749"/>
                    <a:pt x="82358" y="722777"/>
                    <a:pt x="82358" y="722805"/>
                  </a:cubicBezTo>
                  <a:cubicBezTo>
                    <a:pt x="82330" y="842402"/>
                    <a:pt x="66729" y="946418"/>
                    <a:pt x="48449" y="1027254"/>
                  </a:cubicBezTo>
                  <a:cubicBezTo>
                    <a:pt x="48256" y="1027889"/>
                    <a:pt x="48118" y="1028525"/>
                    <a:pt x="48007" y="1029188"/>
                  </a:cubicBezTo>
                  <a:cubicBezTo>
                    <a:pt x="31688" y="1100825"/>
                    <a:pt x="13325" y="1154062"/>
                    <a:pt x="2004" y="1183568"/>
                  </a:cubicBezTo>
                  <a:cubicBezTo>
                    <a:pt x="-1558" y="1192823"/>
                    <a:pt x="-316" y="1203210"/>
                    <a:pt x="5290" y="1211388"/>
                  </a:cubicBezTo>
                  <a:cubicBezTo>
                    <a:pt x="10895" y="1219538"/>
                    <a:pt x="20173" y="1224428"/>
                    <a:pt x="30086" y="1224428"/>
                  </a:cubicBezTo>
                  <a:lnTo>
                    <a:pt x="330766" y="1224428"/>
                  </a:lnTo>
                  <a:cubicBezTo>
                    <a:pt x="337807" y="1311812"/>
                    <a:pt x="411120" y="1380769"/>
                    <a:pt x="500283" y="1380769"/>
                  </a:cubicBezTo>
                  <a:cubicBezTo>
                    <a:pt x="589418" y="1380769"/>
                    <a:pt x="662703" y="1311812"/>
                    <a:pt x="669744" y="1224428"/>
                  </a:cubicBezTo>
                  <a:lnTo>
                    <a:pt x="970424" y="1224428"/>
                  </a:lnTo>
                  <a:cubicBezTo>
                    <a:pt x="980337" y="1224428"/>
                    <a:pt x="989615" y="1219538"/>
                    <a:pt x="995220" y="1211388"/>
                  </a:cubicBezTo>
                  <a:cubicBezTo>
                    <a:pt x="1000826" y="1203210"/>
                    <a:pt x="1002068" y="1192823"/>
                    <a:pt x="998506" y="1183568"/>
                  </a:cubicBezTo>
                  <a:close/>
                  <a:moveTo>
                    <a:pt x="434204" y="93738"/>
                  </a:moveTo>
                  <a:cubicBezTo>
                    <a:pt x="434204" y="57298"/>
                    <a:pt x="463833" y="27627"/>
                    <a:pt x="500255" y="27627"/>
                  </a:cubicBezTo>
                  <a:cubicBezTo>
                    <a:pt x="536677" y="27627"/>
                    <a:pt x="566306" y="57298"/>
                    <a:pt x="566306" y="93738"/>
                  </a:cubicBezTo>
                  <a:cubicBezTo>
                    <a:pt x="566306" y="130178"/>
                    <a:pt x="536677" y="159822"/>
                    <a:pt x="500255" y="159822"/>
                  </a:cubicBezTo>
                  <a:cubicBezTo>
                    <a:pt x="463833" y="159822"/>
                    <a:pt x="434204" y="130178"/>
                    <a:pt x="434204" y="93738"/>
                  </a:cubicBezTo>
                  <a:close/>
                  <a:moveTo>
                    <a:pt x="109971" y="722722"/>
                  </a:moveTo>
                  <a:cubicBezTo>
                    <a:pt x="109971" y="722694"/>
                    <a:pt x="109943" y="722667"/>
                    <a:pt x="109943" y="722639"/>
                  </a:cubicBezTo>
                  <a:lnTo>
                    <a:pt x="109943" y="577929"/>
                  </a:lnTo>
                  <a:cubicBezTo>
                    <a:pt x="109943" y="362632"/>
                    <a:pt x="285038" y="187449"/>
                    <a:pt x="500255" y="187449"/>
                  </a:cubicBezTo>
                  <a:cubicBezTo>
                    <a:pt x="604494" y="187449"/>
                    <a:pt x="702493" y="228088"/>
                    <a:pt x="776248" y="301825"/>
                  </a:cubicBezTo>
                  <a:cubicBezTo>
                    <a:pt x="849975" y="375561"/>
                    <a:pt x="890566" y="473609"/>
                    <a:pt x="890566" y="577929"/>
                  </a:cubicBezTo>
                  <a:lnTo>
                    <a:pt x="890566" y="722639"/>
                  </a:lnTo>
                  <a:cubicBezTo>
                    <a:pt x="890566" y="722667"/>
                    <a:pt x="890539" y="722694"/>
                    <a:pt x="890539" y="722722"/>
                  </a:cubicBezTo>
                  <a:cubicBezTo>
                    <a:pt x="890539" y="836904"/>
                    <a:pt x="904511" y="937245"/>
                    <a:pt x="921631" y="1017364"/>
                  </a:cubicBezTo>
                  <a:lnTo>
                    <a:pt x="78879" y="1017364"/>
                  </a:lnTo>
                  <a:cubicBezTo>
                    <a:pt x="95999" y="937245"/>
                    <a:pt x="109971" y="836904"/>
                    <a:pt x="109971" y="722722"/>
                  </a:cubicBezTo>
                  <a:close/>
                  <a:moveTo>
                    <a:pt x="500283" y="1353142"/>
                  </a:moveTo>
                  <a:cubicBezTo>
                    <a:pt x="426362" y="1353142"/>
                    <a:pt x="365392" y="1296562"/>
                    <a:pt x="358434" y="1224428"/>
                  </a:cubicBezTo>
                  <a:lnTo>
                    <a:pt x="500255" y="1224428"/>
                  </a:lnTo>
                  <a:lnTo>
                    <a:pt x="642076" y="1224428"/>
                  </a:lnTo>
                  <a:cubicBezTo>
                    <a:pt x="635117" y="1296562"/>
                    <a:pt x="574175" y="1353142"/>
                    <a:pt x="500283" y="1353142"/>
                  </a:cubicBezTo>
                  <a:close/>
                  <a:moveTo>
                    <a:pt x="972467" y="1195723"/>
                  </a:moveTo>
                  <a:cubicBezTo>
                    <a:pt x="971970" y="1196442"/>
                    <a:pt x="971307" y="1196801"/>
                    <a:pt x="970424" y="1196801"/>
                  </a:cubicBezTo>
                  <a:lnTo>
                    <a:pt x="656545" y="1196801"/>
                  </a:lnTo>
                  <a:lnTo>
                    <a:pt x="500255" y="1196801"/>
                  </a:lnTo>
                  <a:lnTo>
                    <a:pt x="343965" y="1196801"/>
                  </a:lnTo>
                  <a:lnTo>
                    <a:pt x="30086" y="1196801"/>
                  </a:lnTo>
                  <a:cubicBezTo>
                    <a:pt x="29203" y="1196801"/>
                    <a:pt x="28540" y="1196442"/>
                    <a:pt x="28043" y="1195723"/>
                  </a:cubicBezTo>
                  <a:cubicBezTo>
                    <a:pt x="27573" y="1195033"/>
                    <a:pt x="27463" y="1194287"/>
                    <a:pt x="27794" y="1193486"/>
                  </a:cubicBezTo>
                  <a:cubicBezTo>
                    <a:pt x="38867" y="1164588"/>
                    <a:pt x="56540" y="1113478"/>
                    <a:pt x="72666" y="1044991"/>
                  </a:cubicBezTo>
                  <a:lnTo>
                    <a:pt x="927844" y="1044991"/>
                  </a:lnTo>
                  <a:cubicBezTo>
                    <a:pt x="943970" y="1113478"/>
                    <a:pt x="961643" y="1164588"/>
                    <a:pt x="972743" y="1193486"/>
                  </a:cubicBezTo>
                  <a:cubicBezTo>
                    <a:pt x="973047" y="1194287"/>
                    <a:pt x="972936" y="1195033"/>
                    <a:pt x="972467" y="1195723"/>
                  </a:cubicBezTo>
                  <a:close/>
                </a:path>
              </a:pathLst>
            </a:custGeom>
            <a:solidFill>
              <a:srgbClr val="1C1D31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0" y="2894971"/>
              <a:ext cx="62844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Briefly elaborate on what you want to discuss. </a:t>
              </a:r>
              <a:endParaRPr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139" name="Google Shape;139;p14"/>
            <p:cNvSpPr txBox="1"/>
            <p:nvPr/>
          </p:nvSpPr>
          <p:spPr>
            <a:xfrm>
              <a:off x="0" y="2093445"/>
              <a:ext cx="6284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40" name="Google Shape;140;p14"/>
          <p:cNvGrpSpPr/>
          <p:nvPr/>
        </p:nvGrpSpPr>
        <p:grpSpPr>
          <a:xfrm>
            <a:off x="6272950" y="2481463"/>
            <a:ext cx="2356650" cy="1455064"/>
            <a:chOff x="0" y="0"/>
            <a:chExt cx="6284400" cy="3880171"/>
          </a:xfrm>
        </p:grpSpPr>
        <p:sp>
          <p:nvSpPr>
            <p:cNvPr id="141" name="Google Shape;141;p14"/>
            <p:cNvSpPr/>
            <p:nvPr/>
          </p:nvSpPr>
          <p:spPr>
            <a:xfrm>
              <a:off x="2642482" y="0"/>
              <a:ext cx="1000509" cy="1380768"/>
            </a:xfrm>
            <a:custGeom>
              <a:rect b="b" l="l" r="r" t="t"/>
              <a:pathLst>
                <a:path extrusionOk="0" h="1380768" w="1000509">
                  <a:moveTo>
                    <a:pt x="995220" y="1211388"/>
                  </a:moveTo>
                  <a:cubicBezTo>
                    <a:pt x="989615" y="1219538"/>
                    <a:pt x="980337" y="1224428"/>
                    <a:pt x="970424" y="1224428"/>
                  </a:cubicBezTo>
                  <a:lnTo>
                    <a:pt x="669744" y="1224428"/>
                  </a:lnTo>
                  <a:cubicBezTo>
                    <a:pt x="662703" y="1311812"/>
                    <a:pt x="589418" y="1380769"/>
                    <a:pt x="500283" y="1380769"/>
                  </a:cubicBezTo>
                  <a:cubicBezTo>
                    <a:pt x="411120" y="1380769"/>
                    <a:pt x="337807" y="1311812"/>
                    <a:pt x="330766" y="1224428"/>
                  </a:cubicBezTo>
                  <a:lnTo>
                    <a:pt x="30086" y="1224428"/>
                  </a:lnTo>
                  <a:cubicBezTo>
                    <a:pt x="20173" y="1224428"/>
                    <a:pt x="10895" y="1219538"/>
                    <a:pt x="5290" y="1211388"/>
                  </a:cubicBezTo>
                  <a:cubicBezTo>
                    <a:pt x="-316" y="1203210"/>
                    <a:pt x="-1558" y="1192823"/>
                    <a:pt x="2004" y="1183568"/>
                  </a:cubicBezTo>
                  <a:cubicBezTo>
                    <a:pt x="13325" y="1154062"/>
                    <a:pt x="31688" y="1100825"/>
                    <a:pt x="48007" y="1029188"/>
                  </a:cubicBezTo>
                  <a:cubicBezTo>
                    <a:pt x="48118" y="1028525"/>
                    <a:pt x="48256" y="1027889"/>
                    <a:pt x="48449" y="1027254"/>
                  </a:cubicBezTo>
                  <a:cubicBezTo>
                    <a:pt x="66729" y="946418"/>
                    <a:pt x="82330" y="842402"/>
                    <a:pt x="82358" y="722805"/>
                  </a:cubicBezTo>
                  <a:cubicBezTo>
                    <a:pt x="82358" y="722777"/>
                    <a:pt x="82330" y="722749"/>
                    <a:pt x="82330" y="722722"/>
                  </a:cubicBezTo>
                  <a:lnTo>
                    <a:pt x="82330" y="577929"/>
                  </a:lnTo>
                  <a:cubicBezTo>
                    <a:pt x="82330" y="368268"/>
                    <a:pt x="237378" y="194190"/>
                    <a:pt x="438788" y="164353"/>
                  </a:cubicBezTo>
                  <a:cubicBezTo>
                    <a:pt x="419072" y="147169"/>
                    <a:pt x="406591" y="121890"/>
                    <a:pt x="406591" y="93738"/>
                  </a:cubicBezTo>
                  <a:cubicBezTo>
                    <a:pt x="406591" y="42048"/>
                    <a:pt x="448591" y="0"/>
                    <a:pt x="500255" y="0"/>
                  </a:cubicBezTo>
                  <a:cubicBezTo>
                    <a:pt x="551919" y="0"/>
                    <a:pt x="593919" y="42048"/>
                    <a:pt x="593919" y="93738"/>
                  </a:cubicBezTo>
                  <a:cubicBezTo>
                    <a:pt x="593919" y="121863"/>
                    <a:pt x="581465" y="147114"/>
                    <a:pt x="561777" y="164298"/>
                  </a:cubicBezTo>
                  <a:cubicBezTo>
                    <a:pt x="650056" y="177255"/>
                    <a:pt x="731515" y="218032"/>
                    <a:pt x="795771" y="282292"/>
                  </a:cubicBezTo>
                  <a:cubicBezTo>
                    <a:pt x="874716" y="361223"/>
                    <a:pt x="918180" y="466233"/>
                    <a:pt x="918180" y="577929"/>
                  </a:cubicBezTo>
                  <a:lnTo>
                    <a:pt x="918180" y="722722"/>
                  </a:lnTo>
                  <a:cubicBezTo>
                    <a:pt x="918180" y="722749"/>
                    <a:pt x="918152" y="722777"/>
                    <a:pt x="918152" y="722805"/>
                  </a:cubicBezTo>
                  <a:cubicBezTo>
                    <a:pt x="918180" y="949816"/>
                    <a:pt x="974345" y="1120661"/>
                    <a:pt x="998506" y="1183568"/>
                  </a:cubicBezTo>
                  <a:cubicBezTo>
                    <a:pt x="1002068" y="1192823"/>
                    <a:pt x="1000826" y="1203210"/>
                    <a:pt x="995220" y="1211388"/>
                  </a:cubicBezTo>
                  <a:close/>
                </a:path>
              </a:pathLst>
            </a:custGeom>
            <a:solidFill>
              <a:srgbClr val="1C1D31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2670085" y="27627"/>
              <a:ext cx="945309" cy="1325514"/>
            </a:xfrm>
            <a:custGeom>
              <a:rect b="b" l="l" r="r" t="t"/>
              <a:pathLst>
                <a:path extrusionOk="0" h="1325514" w="945309">
                  <a:moveTo>
                    <a:pt x="472652" y="1196801"/>
                  </a:moveTo>
                  <a:lnTo>
                    <a:pt x="614473" y="1196801"/>
                  </a:lnTo>
                  <a:cubicBezTo>
                    <a:pt x="607514" y="1268935"/>
                    <a:pt x="546572" y="1325515"/>
                    <a:pt x="472679" y="1325515"/>
                  </a:cubicBezTo>
                  <a:cubicBezTo>
                    <a:pt x="398759" y="1325515"/>
                    <a:pt x="337789" y="1268935"/>
                    <a:pt x="330831" y="1196801"/>
                  </a:cubicBezTo>
                  <a:lnTo>
                    <a:pt x="472652" y="1196801"/>
                  </a:lnTo>
                  <a:close/>
                  <a:moveTo>
                    <a:pt x="945140" y="1165859"/>
                  </a:moveTo>
                  <a:cubicBezTo>
                    <a:pt x="934039" y="1136961"/>
                    <a:pt x="916367" y="1085851"/>
                    <a:pt x="900241" y="1017364"/>
                  </a:cubicBezTo>
                  <a:lnTo>
                    <a:pt x="45062" y="1017364"/>
                  </a:lnTo>
                  <a:cubicBezTo>
                    <a:pt x="28936" y="1085851"/>
                    <a:pt x="11264" y="1136961"/>
                    <a:pt x="191" y="1165859"/>
                  </a:cubicBezTo>
                  <a:cubicBezTo>
                    <a:pt x="-140" y="1166660"/>
                    <a:pt x="-30" y="1167406"/>
                    <a:pt x="440" y="1168096"/>
                  </a:cubicBezTo>
                  <a:cubicBezTo>
                    <a:pt x="937" y="1168815"/>
                    <a:pt x="1599" y="1169174"/>
                    <a:pt x="2483" y="1169174"/>
                  </a:cubicBezTo>
                  <a:lnTo>
                    <a:pt x="316361" y="1169174"/>
                  </a:lnTo>
                  <a:lnTo>
                    <a:pt x="472652" y="1169174"/>
                  </a:lnTo>
                  <a:lnTo>
                    <a:pt x="628942" y="1169174"/>
                  </a:lnTo>
                  <a:lnTo>
                    <a:pt x="942820" y="1169174"/>
                  </a:lnTo>
                  <a:cubicBezTo>
                    <a:pt x="943704" y="1169174"/>
                    <a:pt x="944367" y="1168815"/>
                    <a:pt x="944864" y="1168096"/>
                  </a:cubicBezTo>
                  <a:cubicBezTo>
                    <a:pt x="945333" y="1167406"/>
                    <a:pt x="945443" y="1166660"/>
                    <a:pt x="945140" y="1165859"/>
                  </a:cubicBezTo>
                  <a:close/>
                  <a:moveTo>
                    <a:pt x="472652" y="132195"/>
                  </a:moveTo>
                  <a:cubicBezTo>
                    <a:pt x="509073" y="132195"/>
                    <a:pt x="538702" y="102551"/>
                    <a:pt x="538702" y="66111"/>
                  </a:cubicBezTo>
                  <a:cubicBezTo>
                    <a:pt x="538702" y="29671"/>
                    <a:pt x="509073" y="0"/>
                    <a:pt x="472652" y="0"/>
                  </a:cubicBezTo>
                  <a:cubicBezTo>
                    <a:pt x="436230" y="0"/>
                    <a:pt x="406601" y="29671"/>
                    <a:pt x="406601" y="66111"/>
                  </a:cubicBezTo>
                  <a:cubicBezTo>
                    <a:pt x="406601" y="102551"/>
                    <a:pt x="436230" y="132195"/>
                    <a:pt x="472652" y="132195"/>
                  </a:cubicBezTo>
                  <a:close/>
                  <a:moveTo>
                    <a:pt x="894028" y="989737"/>
                  </a:moveTo>
                  <a:cubicBezTo>
                    <a:pt x="876908" y="909618"/>
                    <a:pt x="862935" y="809277"/>
                    <a:pt x="862935" y="695095"/>
                  </a:cubicBezTo>
                  <a:cubicBezTo>
                    <a:pt x="862935" y="695067"/>
                    <a:pt x="862963" y="695040"/>
                    <a:pt x="862963" y="695012"/>
                  </a:cubicBezTo>
                  <a:lnTo>
                    <a:pt x="862963" y="550302"/>
                  </a:lnTo>
                  <a:cubicBezTo>
                    <a:pt x="862963" y="445982"/>
                    <a:pt x="822372" y="347934"/>
                    <a:pt x="748645" y="274198"/>
                  </a:cubicBezTo>
                  <a:cubicBezTo>
                    <a:pt x="674890" y="200461"/>
                    <a:pt x="576891" y="159822"/>
                    <a:pt x="472652" y="159822"/>
                  </a:cubicBezTo>
                  <a:cubicBezTo>
                    <a:pt x="257435" y="159822"/>
                    <a:pt x="82340" y="335005"/>
                    <a:pt x="82340" y="550302"/>
                  </a:cubicBezTo>
                  <a:lnTo>
                    <a:pt x="82340" y="695012"/>
                  </a:lnTo>
                  <a:cubicBezTo>
                    <a:pt x="82340" y="695040"/>
                    <a:pt x="82368" y="695067"/>
                    <a:pt x="82368" y="695095"/>
                  </a:cubicBezTo>
                  <a:cubicBezTo>
                    <a:pt x="82368" y="809277"/>
                    <a:pt x="68395" y="909618"/>
                    <a:pt x="51275" y="989737"/>
                  </a:cubicBezTo>
                  <a:lnTo>
                    <a:pt x="894028" y="98973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2642482" y="0"/>
              <a:ext cx="1000509" cy="1380768"/>
            </a:xfrm>
            <a:custGeom>
              <a:rect b="b" l="l" r="r" t="t"/>
              <a:pathLst>
                <a:path extrusionOk="0" h="1380768" w="1000509">
                  <a:moveTo>
                    <a:pt x="998506" y="1183568"/>
                  </a:moveTo>
                  <a:cubicBezTo>
                    <a:pt x="974345" y="1120661"/>
                    <a:pt x="918180" y="949816"/>
                    <a:pt x="918152" y="722805"/>
                  </a:cubicBezTo>
                  <a:cubicBezTo>
                    <a:pt x="918152" y="722777"/>
                    <a:pt x="918180" y="722749"/>
                    <a:pt x="918180" y="722722"/>
                  </a:cubicBezTo>
                  <a:lnTo>
                    <a:pt x="918180" y="577929"/>
                  </a:lnTo>
                  <a:cubicBezTo>
                    <a:pt x="918180" y="466233"/>
                    <a:pt x="874716" y="361223"/>
                    <a:pt x="795771" y="282292"/>
                  </a:cubicBezTo>
                  <a:cubicBezTo>
                    <a:pt x="731515" y="218032"/>
                    <a:pt x="650056" y="177255"/>
                    <a:pt x="561777" y="164298"/>
                  </a:cubicBezTo>
                  <a:cubicBezTo>
                    <a:pt x="581465" y="147114"/>
                    <a:pt x="593919" y="121863"/>
                    <a:pt x="593919" y="93738"/>
                  </a:cubicBezTo>
                  <a:cubicBezTo>
                    <a:pt x="593919" y="42048"/>
                    <a:pt x="551919" y="0"/>
                    <a:pt x="500255" y="0"/>
                  </a:cubicBezTo>
                  <a:cubicBezTo>
                    <a:pt x="448591" y="0"/>
                    <a:pt x="406591" y="42048"/>
                    <a:pt x="406591" y="93738"/>
                  </a:cubicBezTo>
                  <a:cubicBezTo>
                    <a:pt x="406591" y="121890"/>
                    <a:pt x="419072" y="147169"/>
                    <a:pt x="438788" y="164353"/>
                  </a:cubicBezTo>
                  <a:cubicBezTo>
                    <a:pt x="237378" y="194190"/>
                    <a:pt x="82330" y="368268"/>
                    <a:pt x="82330" y="577929"/>
                  </a:cubicBezTo>
                  <a:lnTo>
                    <a:pt x="82330" y="722722"/>
                  </a:lnTo>
                  <a:cubicBezTo>
                    <a:pt x="82330" y="722749"/>
                    <a:pt x="82358" y="722777"/>
                    <a:pt x="82358" y="722805"/>
                  </a:cubicBezTo>
                  <a:cubicBezTo>
                    <a:pt x="82330" y="842402"/>
                    <a:pt x="66729" y="946418"/>
                    <a:pt x="48449" y="1027254"/>
                  </a:cubicBezTo>
                  <a:cubicBezTo>
                    <a:pt x="48256" y="1027889"/>
                    <a:pt x="48118" y="1028525"/>
                    <a:pt x="48007" y="1029188"/>
                  </a:cubicBezTo>
                  <a:cubicBezTo>
                    <a:pt x="31688" y="1100825"/>
                    <a:pt x="13325" y="1154062"/>
                    <a:pt x="2004" y="1183568"/>
                  </a:cubicBezTo>
                  <a:cubicBezTo>
                    <a:pt x="-1558" y="1192823"/>
                    <a:pt x="-316" y="1203210"/>
                    <a:pt x="5290" y="1211388"/>
                  </a:cubicBezTo>
                  <a:cubicBezTo>
                    <a:pt x="10895" y="1219538"/>
                    <a:pt x="20173" y="1224428"/>
                    <a:pt x="30086" y="1224428"/>
                  </a:cubicBezTo>
                  <a:lnTo>
                    <a:pt x="330766" y="1224428"/>
                  </a:lnTo>
                  <a:cubicBezTo>
                    <a:pt x="337807" y="1311812"/>
                    <a:pt x="411120" y="1380769"/>
                    <a:pt x="500283" y="1380769"/>
                  </a:cubicBezTo>
                  <a:cubicBezTo>
                    <a:pt x="589418" y="1380769"/>
                    <a:pt x="662703" y="1311812"/>
                    <a:pt x="669744" y="1224428"/>
                  </a:cubicBezTo>
                  <a:lnTo>
                    <a:pt x="970424" y="1224428"/>
                  </a:lnTo>
                  <a:cubicBezTo>
                    <a:pt x="980337" y="1224428"/>
                    <a:pt x="989615" y="1219538"/>
                    <a:pt x="995220" y="1211388"/>
                  </a:cubicBezTo>
                  <a:cubicBezTo>
                    <a:pt x="1000826" y="1203210"/>
                    <a:pt x="1002068" y="1192823"/>
                    <a:pt x="998506" y="1183568"/>
                  </a:cubicBezTo>
                  <a:close/>
                  <a:moveTo>
                    <a:pt x="434204" y="93738"/>
                  </a:moveTo>
                  <a:cubicBezTo>
                    <a:pt x="434204" y="57298"/>
                    <a:pt x="463833" y="27627"/>
                    <a:pt x="500255" y="27627"/>
                  </a:cubicBezTo>
                  <a:cubicBezTo>
                    <a:pt x="536677" y="27627"/>
                    <a:pt x="566306" y="57298"/>
                    <a:pt x="566306" y="93738"/>
                  </a:cubicBezTo>
                  <a:cubicBezTo>
                    <a:pt x="566306" y="130178"/>
                    <a:pt x="536677" y="159822"/>
                    <a:pt x="500255" y="159822"/>
                  </a:cubicBezTo>
                  <a:cubicBezTo>
                    <a:pt x="463833" y="159822"/>
                    <a:pt x="434204" y="130178"/>
                    <a:pt x="434204" y="93738"/>
                  </a:cubicBezTo>
                  <a:close/>
                  <a:moveTo>
                    <a:pt x="109971" y="722722"/>
                  </a:moveTo>
                  <a:cubicBezTo>
                    <a:pt x="109971" y="722694"/>
                    <a:pt x="109943" y="722667"/>
                    <a:pt x="109943" y="722639"/>
                  </a:cubicBezTo>
                  <a:lnTo>
                    <a:pt x="109943" y="577929"/>
                  </a:lnTo>
                  <a:cubicBezTo>
                    <a:pt x="109943" y="362632"/>
                    <a:pt x="285038" y="187449"/>
                    <a:pt x="500255" y="187449"/>
                  </a:cubicBezTo>
                  <a:cubicBezTo>
                    <a:pt x="604494" y="187449"/>
                    <a:pt x="702493" y="228088"/>
                    <a:pt x="776248" y="301825"/>
                  </a:cubicBezTo>
                  <a:cubicBezTo>
                    <a:pt x="849975" y="375561"/>
                    <a:pt x="890566" y="473609"/>
                    <a:pt x="890566" y="577929"/>
                  </a:cubicBezTo>
                  <a:lnTo>
                    <a:pt x="890566" y="722639"/>
                  </a:lnTo>
                  <a:cubicBezTo>
                    <a:pt x="890566" y="722667"/>
                    <a:pt x="890539" y="722694"/>
                    <a:pt x="890539" y="722722"/>
                  </a:cubicBezTo>
                  <a:cubicBezTo>
                    <a:pt x="890539" y="836904"/>
                    <a:pt x="904511" y="937245"/>
                    <a:pt x="921631" y="1017364"/>
                  </a:cubicBezTo>
                  <a:lnTo>
                    <a:pt x="78879" y="1017364"/>
                  </a:lnTo>
                  <a:cubicBezTo>
                    <a:pt x="95999" y="937245"/>
                    <a:pt x="109971" y="836904"/>
                    <a:pt x="109971" y="722722"/>
                  </a:cubicBezTo>
                  <a:close/>
                  <a:moveTo>
                    <a:pt x="500283" y="1353142"/>
                  </a:moveTo>
                  <a:cubicBezTo>
                    <a:pt x="426362" y="1353142"/>
                    <a:pt x="365392" y="1296562"/>
                    <a:pt x="358434" y="1224428"/>
                  </a:cubicBezTo>
                  <a:lnTo>
                    <a:pt x="500255" y="1224428"/>
                  </a:lnTo>
                  <a:lnTo>
                    <a:pt x="642076" y="1224428"/>
                  </a:lnTo>
                  <a:cubicBezTo>
                    <a:pt x="635117" y="1296562"/>
                    <a:pt x="574175" y="1353142"/>
                    <a:pt x="500283" y="1353142"/>
                  </a:cubicBezTo>
                  <a:close/>
                  <a:moveTo>
                    <a:pt x="972467" y="1195723"/>
                  </a:moveTo>
                  <a:cubicBezTo>
                    <a:pt x="971970" y="1196442"/>
                    <a:pt x="971307" y="1196801"/>
                    <a:pt x="970424" y="1196801"/>
                  </a:cubicBezTo>
                  <a:lnTo>
                    <a:pt x="656545" y="1196801"/>
                  </a:lnTo>
                  <a:lnTo>
                    <a:pt x="500255" y="1196801"/>
                  </a:lnTo>
                  <a:lnTo>
                    <a:pt x="343965" y="1196801"/>
                  </a:lnTo>
                  <a:lnTo>
                    <a:pt x="30086" y="1196801"/>
                  </a:lnTo>
                  <a:cubicBezTo>
                    <a:pt x="29203" y="1196801"/>
                    <a:pt x="28540" y="1196442"/>
                    <a:pt x="28043" y="1195723"/>
                  </a:cubicBezTo>
                  <a:cubicBezTo>
                    <a:pt x="27573" y="1195033"/>
                    <a:pt x="27463" y="1194287"/>
                    <a:pt x="27794" y="1193486"/>
                  </a:cubicBezTo>
                  <a:cubicBezTo>
                    <a:pt x="38867" y="1164588"/>
                    <a:pt x="56540" y="1113478"/>
                    <a:pt x="72666" y="1044991"/>
                  </a:cubicBezTo>
                  <a:lnTo>
                    <a:pt x="927844" y="1044991"/>
                  </a:lnTo>
                  <a:cubicBezTo>
                    <a:pt x="943970" y="1113478"/>
                    <a:pt x="961643" y="1164588"/>
                    <a:pt x="972743" y="1193486"/>
                  </a:cubicBezTo>
                  <a:cubicBezTo>
                    <a:pt x="973047" y="1194287"/>
                    <a:pt x="972936" y="1195033"/>
                    <a:pt x="972467" y="1195723"/>
                  </a:cubicBezTo>
                  <a:close/>
                </a:path>
              </a:pathLst>
            </a:custGeom>
            <a:solidFill>
              <a:srgbClr val="1C1D31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4"/>
            <p:cNvSpPr txBox="1"/>
            <p:nvPr/>
          </p:nvSpPr>
          <p:spPr>
            <a:xfrm>
              <a:off x="0" y="2894971"/>
              <a:ext cx="62844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Briefly elaborate on what you want to discuss. 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14"/>
            <p:cNvSpPr txBox="1"/>
            <p:nvPr/>
          </p:nvSpPr>
          <p:spPr>
            <a:xfrm>
              <a:off x="0" y="2093445"/>
              <a:ext cx="6284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46" name="Google Shape;146;p14"/>
          <p:cNvSpPr/>
          <p:nvPr/>
        </p:nvSpPr>
        <p:spPr>
          <a:xfrm>
            <a:off x="8063084" y="483292"/>
            <a:ext cx="669600" cy="577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函数极限：当自变量趋近某值时，函数值趋近的确定值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>• 平均速度 = Δs/Δt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/>
          <p:nvPr/>
        </p:nvSpPr>
        <p:spPr>
          <a:xfrm>
            <a:off x="0" y="3938131"/>
            <a:ext cx="3505500" cy="120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导数的定义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5"/>
          <p:cNvPicPr preferRelativeResize="0"/>
          <p:nvPr/>
        </p:nvPicPr>
        <p:blipFill rotWithShape="1">
          <a:blip r:embed="rId3">
            <a:alphaModFix/>
          </a:blip>
          <a:srcRect b="0" l="30497" r="18892" t="14653"/>
          <a:stretch/>
        </p:blipFill>
        <p:spPr>
          <a:xfrm>
            <a:off x="0" y="0"/>
            <a:ext cx="3505388" cy="39411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" name="Google Shape;154;p15"/>
          <p:cNvGrpSpPr/>
          <p:nvPr/>
        </p:nvGrpSpPr>
        <p:grpSpPr>
          <a:xfrm>
            <a:off x="4220323" y="1943676"/>
            <a:ext cx="4225838" cy="1147681"/>
            <a:chOff x="0" y="-9525"/>
            <a:chExt cx="11268900" cy="3060483"/>
          </a:xfrm>
        </p:grpSpPr>
        <p:sp>
          <p:nvSpPr>
            <p:cNvPr id="155" name="Google Shape;155;p15"/>
            <p:cNvSpPr txBox="1"/>
            <p:nvPr/>
          </p:nvSpPr>
          <p:spPr>
            <a:xfrm>
              <a:off x="0" y="-9525"/>
              <a:ext cx="11268900" cy="16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Hello there!</a:t>
              </a:r>
              <a:endParaRPr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15"/>
            <p:cNvSpPr txBox="1"/>
            <p:nvPr/>
          </p:nvSpPr>
          <p:spPr>
            <a:xfrm>
              <a:off x="0" y="2065758"/>
              <a:ext cx="112689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I'm Rain, and I'll be sharing with you my beautiful ideas. Follow me at @reallygreatsite to learn more. </a:t>
              </a:r>
              <a:endPara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57" name="Google Shape;157;p15"/>
          <p:cNvSpPr/>
          <p:nvPr/>
        </p:nvSpPr>
        <p:spPr>
          <a:xfrm>
            <a:off x="514872" y="4308355"/>
            <a:ext cx="469324" cy="469324"/>
          </a:xfrm>
          <a:custGeom>
            <a:rect b="b" l="l" r="r" t="t"/>
            <a:pathLst>
              <a:path extrusionOk="0" h="1211159" w="1211159">
                <a:moveTo>
                  <a:pt x="605580" y="302793"/>
                </a:moveTo>
                <a:lnTo>
                  <a:pt x="581785" y="420649"/>
                </a:lnTo>
                <a:cubicBezTo>
                  <a:pt x="547311" y="502156"/>
                  <a:pt x="478162" y="565426"/>
                  <a:pt x="392831" y="591967"/>
                </a:cubicBezTo>
                <a:lnTo>
                  <a:pt x="302794" y="605580"/>
                </a:lnTo>
                <a:lnTo>
                  <a:pt x="363813" y="611731"/>
                </a:lnTo>
                <a:cubicBezTo>
                  <a:pt x="482078" y="635931"/>
                  <a:pt x="575228" y="729081"/>
                  <a:pt x="599428" y="847346"/>
                </a:cubicBezTo>
                <a:lnTo>
                  <a:pt x="605579" y="908364"/>
                </a:lnTo>
                <a:lnTo>
                  <a:pt x="610308" y="854770"/>
                </a:lnTo>
                <a:cubicBezTo>
                  <a:pt x="632061" y="732992"/>
                  <a:pt x="726617" y="636436"/>
                  <a:pt x="847346" y="611731"/>
                </a:cubicBezTo>
                <a:lnTo>
                  <a:pt x="908365" y="605580"/>
                </a:lnTo>
                <a:lnTo>
                  <a:pt x="818329" y="591967"/>
                </a:lnTo>
                <a:cubicBezTo>
                  <a:pt x="732998" y="565426"/>
                  <a:pt x="663849" y="502156"/>
                  <a:pt x="629374" y="420649"/>
                </a:cubicBezTo>
                <a:close/>
                <a:moveTo>
                  <a:pt x="302790" y="0"/>
                </a:moveTo>
                <a:cubicBezTo>
                  <a:pt x="428210" y="0"/>
                  <a:pt x="535819" y="76255"/>
                  <a:pt x="581785" y="184931"/>
                </a:cubicBezTo>
                <a:lnTo>
                  <a:pt x="605580" y="302788"/>
                </a:lnTo>
                <a:lnTo>
                  <a:pt x="629374" y="184931"/>
                </a:lnTo>
                <a:cubicBezTo>
                  <a:pt x="675340" y="76255"/>
                  <a:pt x="782950" y="0"/>
                  <a:pt x="908369" y="0"/>
                </a:cubicBezTo>
                <a:cubicBezTo>
                  <a:pt x="1075595" y="0"/>
                  <a:pt x="1211159" y="135564"/>
                  <a:pt x="1211159" y="302790"/>
                </a:cubicBezTo>
                <a:cubicBezTo>
                  <a:pt x="1211159" y="449113"/>
                  <a:pt x="1107368" y="571194"/>
                  <a:pt x="969392" y="599428"/>
                </a:cubicBezTo>
                <a:lnTo>
                  <a:pt x="908374" y="605580"/>
                </a:lnTo>
                <a:lnTo>
                  <a:pt x="969392" y="611731"/>
                </a:lnTo>
                <a:cubicBezTo>
                  <a:pt x="1107368" y="639965"/>
                  <a:pt x="1211159" y="762046"/>
                  <a:pt x="1211159" y="908369"/>
                </a:cubicBezTo>
                <a:cubicBezTo>
                  <a:pt x="1211159" y="1075595"/>
                  <a:pt x="1075595" y="1211159"/>
                  <a:pt x="908369" y="1211159"/>
                </a:cubicBezTo>
                <a:cubicBezTo>
                  <a:pt x="762046" y="1211159"/>
                  <a:pt x="639965" y="1107368"/>
                  <a:pt x="611731" y="969392"/>
                </a:cubicBezTo>
                <a:lnTo>
                  <a:pt x="605580" y="908374"/>
                </a:lnTo>
                <a:lnTo>
                  <a:pt x="599428" y="969392"/>
                </a:lnTo>
                <a:cubicBezTo>
                  <a:pt x="571194" y="1107368"/>
                  <a:pt x="449113" y="1211159"/>
                  <a:pt x="302790" y="1211159"/>
                </a:cubicBezTo>
                <a:cubicBezTo>
                  <a:pt x="135564" y="1211159"/>
                  <a:pt x="0" y="1075595"/>
                  <a:pt x="0" y="908369"/>
                </a:cubicBezTo>
                <a:cubicBezTo>
                  <a:pt x="0" y="762046"/>
                  <a:pt x="103791" y="639965"/>
                  <a:pt x="241767" y="611731"/>
                </a:cubicBezTo>
                <a:lnTo>
                  <a:pt x="302785" y="605580"/>
                </a:lnTo>
                <a:lnTo>
                  <a:pt x="241767" y="599428"/>
                </a:lnTo>
                <a:cubicBezTo>
                  <a:pt x="103791" y="571194"/>
                  <a:pt x="0" y="449113"/>
                  <a:pt x="0" y="302790"/>
                </a:cubicBezTo>
                <a:cubicBezTo>
                  <a:pt x="0" y="135564"/>
                  <a:pt x="135564" y="0"/>
                  <a:pt x="3027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若极限 lim(Δx→0) [f(x₀+Δx)-f(x₀)]/Δx 存在</a:t>
            </a:r>
            <a:br/>
            <a:r>
              <a:t>记作：f'(x₀)=dy/dx|_{x=x₀}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 rot="-5400000">
            <a:off x="2303024" y="3945308"/>
            <a:ext cx="1201200" cy="1201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定义：设函数y=f(x)在点x₀的某邻域内有定义</a:t>
            </a:r>
            <a:br/>
            <a:r>
              <a:t>则称函数在x₀处可导，该极限值为导数f'(x₀)</a:t>
            </a:r>
            <a:br/>
            <a:r>
              <a:t>导数反映了函数在一点处的瞬时变化率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/>
          <p:nvPr/>
        </p:nvSpPr>
        <p:spPr>
          <a:xfrm>
            <a:off x="0" y="4412401"/>
            <a:ext cx="5501700" cy="793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几何意义与切线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6"/>
          <p:cNvPicPr preferRelativeResize="0"/>
          <p:nvPr/>
        </p:nvPicPr>
        <p:blipFill rotWithShape="1">
          <a:blip r:embed="rId3">
            <a:alphaModFix/>
          </a:blip>
          <a:srcRect b="7501" l="22957" r="37379" t="8592"/>
          <a:stretch/>
        </p:blipFill>
        <p:spPr>
          <a:xfrm>
            <a:off x="5501697" y="0"/>
            <a:ext cx="3642307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16"/>
          <p:cNvGrpSpPr/>
          <p:nvPr/>
        </p:nvGrpSpPr>
        <p:grpSpPr>
          <a:xfrm>
            <a:off x="514350" y="514350"/>
            <a:ext cx="4315613" cy="1333858"/>
            <a:chOff x="0" y="0"/>
            <a:chExt cx="11508300" cy="3556954"/>
          </a:xfrm>
        </p:grpSpPr>
        <p:sp>
          <p:nvSpPr>
            <p:cNvPr id="166" name="Google Shape;166;p16"/>
            <p:cNvSpPr txBox="1"/>
            <p:nvPr/>
          </p:nvSpPr>
          <p:spPr>
            <a:xfrm>
              <a:off x="0" y="0"/>
              <a:ext cx="11508300" cy="27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Write Your</a:t>
              </a:r>
              <a:endParaRPr sz="3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Topic or Idea</a:t>
              </a:r>
              <a:endParaRPr sz="3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6"/>
            <p:cNvSpPr txBox="1"/>
            <p:nvPr/>
          </p:nvSpPr>
          <p:spPr>
            <a:xfrm>
              <a:off x="0" y="3064354"/>
              <a:ext cx="11508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Elaborate on what you want to discuss. </a:t>
              </a:r>
              <a:endPara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8" name="Google Shape;168;p16"/>
          <p:cNvSpPr/>
          <p:nvPr/>
        </p:nvSpPr>
        <p:spPr>
          <a:xfrm>
            <a:off x="-948385" y="4412645"/>
            <a:ext cx="1906524" cy="1906524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导数的几何意义：曲线在点(x₀, f(x₀))处的切线斜率</a:t>
            </a:r>
            <a:br/>
            <a:r>
              <a:t>• f'(1)=lim(Δx→0)[(1+Δx)²-1]/Δx=2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-782175" y="4578856"/>
            <a:ext cx="1572882" cy="1572882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切线方程：y-f(x₀)=f'(x₀)(x-x₀)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2290532" y="4412645"/>
            <a:ext cx="920700" cy="7938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切线定义：割线PQ当Q→P时的极限位置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4744433" y="4582218"/>
            <a:ext cx="445101" cy="445101"/>
          </a:xfrm>
          <a:custGeom>
            <a:rect b="b" l="l" r="r" t="t"/>
            <a:pathLst>
              <a:path extrusionOk="0" h="1211159" w="1211159">
                <a:moveTo>
                  <a:pt x="605580" y="302793"/>
                </a:moveTo>
                <a:lnTo>
                  <a:pt x="581785" y="420649"/>
                </a:lnTo>
                <a:cubicBezTo>
                  <a:pt x="547311" y="502156"/>
                  <a:pt x="478162" y="565426"/>
                  <a:pt x="392831" y="591967"/>
                </a:cubicBezTo>
                <a:lnTo>
                  <a:pt x="302794" y="605580"/>
                </a:lnTo>
                <a:lnTo>
                  <a:pt x="363813" y="611731"/>
                </a:lnTo>
                <a:cubicBezTo>
                  <a:pt x="482078" y="635931"/>
                  <a:pt x="575228" y="729081"/>
                  <a:pt x="599428" y="847346"/>
                </a:cubicBezTo>
                <a:lnTo>
                  <a:pt x="605579" y="908364"/>
                </a:lnTo>
                <a:lnTo>
                  <a:pt x="610308" y="854770"/>
                </a:lnTo>
                <a:cubicBezTo>
                  <a:pt x="632061" y="732992"/>
                  <a:pt x="726617" y="636436"/>
                  <a:pt x="847346" y="611731"/>
                </a:cubicBezTo>
                <a:lnTo>
                  <a:pt x="908365" y="605580"/>
                </a:lnTo>
                <a:lnTo>
                  <a:pt x="818329" y="591967"/>
                </a:lnTo>
                <a:cubicBezTo>
                  <a:pt x="732998" y="565426"/>
                  <a:pt x="663849" y="502156"/>
                  <a:pt x="629374" y="420649"/>
                </a:cubicBezTo>
                <a:close/>
                <a:moveTo>
                  <a:pt x="302790" y="0"/>
                </a:moveTo>
                <a:cubicBezTo>
                  <a:pt x="428210" y="0"/>
                  <a:pt x="535819" y="76255"/>
                  <a:pt x="581785" y="184931"/>
                </a:cubicBezTo>
                <a:lnTo>
                  <a:pt x="605580" y="302788"/>
                </a:lnTo>
                <a:lnTo>
                  <a:pt x="629374" y="184931"/>
                </a:lnTo>
                <a:cubicBezTo>
                  <a:pt x="675340" y="76255"/>
                  <a:pt x="782950" y="0"/>
                  <a:pt x="908369" y="0"/>
                </a:cubicBezTo>
                <a:cubicBezTo>
                  <a:pt x="1075595" y="0"/>
                  <a:pt x="1211159" y="135564"/>
                  <a:pt x="1211159" y="302790"/>
                </a:cubicBezTo>
                <a:cubicBezTo>
                  <a:pt x="1211159" y="449113"/>
                  <a:pt x="1107368" y="571194"/>
                  <a:pt x="969392" y="599428"/>
                </a:cubicBezTo>
                <a:lnTo>
                  <a:pt x="908374" y="605580"/>
                </a:lnTo>
                <a:lnTo>
                  <a:pt x="969392" y="611731"/>
                </a:lnTo>
                <a:cubicBezTo>
                  <a:pt x="1107368" y="639965"/>
                  <a:pt x="1211159" y="762046"/>
                  <a:pt x="1211159" y="908369"/>
                </a:cubicBezTo>
                <a:cubicBezTo>
                  <a:pt x="1211159" y="1075595"/>
                  <a:pt x="1075595" y="1211159"/>
                  <a:pt x="908369" y="1211159"/>
                </a:cubicBezTo>
                <a:cubicBezTo>
                  <a:pt x="762046" y="1211159"/>
                  <a:pt x="639965" y="1107368"/>
                  <a:pt x="611731" y="969392"/>
                </a:cubicBezTo>
                <a:lnTo>
                  <a:pt x="605580" y="908374"/>
                </a:lnTo>
                <a:lnTo>
                  <a:pt x="599428" y="969392"/>
                </a:lnTo>
                <a:cubicBezTo>
                  <a:pt x="571194" y="1107368"/>
                  <a:pt x="449113" y="1211159"/>
                  <a:pt x="302790" y="1211159"/>
                </a:cubicBezTo>
                <a:cubicBezTo>
                  <a:pt x="135564" y="1211159"/>
                  <a:pt x="0" y="1075595"/>
                  <a:pt x="0" y="908369"/>
                </a:cubicBezTo>
                <a:cubicBezTo>
                  <a:pt x="0" y="762046"/>
                  <a:pt x="103791" y="639965"/>
                  <a:pt x="241767" y="611731"/>
                </a:cubicBezTo>
                <a:lnTo>
                  <a:pt x="302785" y="605580"/>
                </a:lnTo>
                <a:lnTo>
                  <a:pt x="241767" y="599428"/>
                </a:lnTo>
                <a:cubicBezTo>
                  <a:pt x="103791" y="571194"/>
                  <a:pt x="0" y="449113"/>
                  <a:pt x="0" y="302790"/>
                </a:cubicBezTo>
                <a:cubicBezTo>
                  <a:pt x="0" y="135564"/>
                  <a:pt x="135564" y="0"/>
                  <a:pt x="30279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实例：抛物线y=x²在x=1处的切线斜率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 rot="-5400000">
            <a:off x="3575529" y="-3575686"/>
            <a:ext cx="1994700" cy="914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可导与连续的关系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514350" y="747696"/>
            <a:ext cx="6422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反例：f(x)=|x|在x=0处连续但不可导</a:t>
            </a:r>
            <a:endParaRPr sz="3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7290250" y="-2019922"/>
            <a:ext cx="4051363" cy="4051363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定理：若函数在一点可导，则在该点必连续</a:t>
            </a:r>
            <a:br/>
            <a:r>
              <a:t>• 左导数：lim(Δx→0⁻)[|Δx|-0]/Δx=-1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7644255" y="-1665918"/>
            <a:ext cx="3336417" cy="3336417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反之不成立：连续不一定可导</a:t>
            </a:r>
            <a:br/>
            <a:r>
              <a:t>• 右导数：lim(Δx→0⁺)[|Δx|-0]/Δx=1</a:t>
            </a:r>
            <a:endParaRPr/>
          </a:p>
        </p:txBody>
      </p:sp>
      <p:grpSp>
        <p:nvGrpSpPr>
          <p:cNvPr id="180" name="Google Shape;180;p17"/>
          <p:cNvGrpSpPr/>
          <p:nvPr/>
        </p:nvGrpSpPr>
        <p:grpSpPr>
          <a:xfrm>
            <a:off x="749698" y="2849895"/>
            <a:ext cx="3586950" cy="1277645"/>
            <a:chOff x="0" y="0"/>
            <a:chExt cx="9565200" cy="3407054"/>
          </a:xfrm>
        </p:grpSpPr>
        <p:sp>
          <p:nvSpPr>
            <p:cNvPr id="181" name="Google Shape;181;p17"/>
            <p:cNvSpPr txBox="1"/>
            <p:nvPr/>
          </p:nvSpPr>
          <p:spPr>
            <a:xfrm>
              <a:off x="0" y="2421854"/>
              <a:ext cx="95652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Briefly elaborate on what you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want to discuss. 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2" name="Google Shape;182;p17"/>
            <p:cNvSpPr txBox="1"/>
            <p:nvPr/>
          </p:nvSpPr>
          <p:spPr>
            <a:xfrm>
              <a:off x="0" y="1620328"/>
              <a:ext cx="9565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4228943" y="0"/>
              <a:ext cx="1107410" cy="1110424"/>
            </a:xfrm>
            <a:custGeom>
              <a:rect b="b" l="l" r="r" t="t"/>
              <a:pathLst>
                <a:path extrusionOk="0" h="1110424" w="1107410">
                  <a:moveTo>
                    <a:pt x="1107411" y="360167"/>
                  </a:moveTo>
                  <a:cubicBezTo>
                    <a:pt x="1107411" y="371994"/>
                    <a:pt x="1102808" y="383132"/>
                    <a:pt x="1094426" y="391491"/>
                  </a:cubicBezTo>
                  <a:lnTo>
                    <a:pt x="1049955" y="435975"/>
                  </a:lnTo>
                  <a:cubicBezTo>
                    <a:pt x="1041572" y="444356"/>
                    <a:pt x="1030455" y="448958"/>
                    <a:pt x="1018603" y="448958"/>
                  </a:cubicBezTo>
                  <a:cubicBezTo>
                    <a:pt x="1006774" y="448958"/>
                    <a:pt x="995634" y="444356"/>
                    <a:pt x="987251" y="435975"/>
                  </a:cubicBezTo>
                  <a:lnTo>
                    <a:pt x="935465" y="384199"/>
                  </a:lnTo>
                  <a:lnTo>
                    <a:pt x="745598" y="574031"/>
                  </a:lnTo>
                  <a:cubicBezTo>
                    <a:pt x="752558" y="599752"/>
                    <a:pt x="756138" y="626319"/>
                    <a:pt x="756138" y="653063"/>
                  </a:cubicBezTo>
                  <a:cubicBezTo>
                    <a:pt x="756138" y="733695"/>
                    <a:pt x="724741" y="809481"/>
                    <a:pt x="667708" y="866482"/>
                  </a:cubicBezTo>
                  <a:lnTo>
                    <a:pt x="595376" y="938822"/>
                  </a:lnTo>
                  <a:cubicBezTo>
                    <a:pt x="589417" y="944780"/>
                    <a:pt x="581479" y="948070"/>
                    <a:pt x="573052" y="948070"/>
                  </a:cubicBezTo>
                  <a:cubicBezTo>
                    <a:pt x="564603" y="948070"/>
                    <a:pt x="556665" y="944780"/>
                    <a:pt x="550706" y="938822"/>
                  </a:cubicBezTo>
                  <a:lnTo>
                    <a:pt x="414537" y="802656"/>
                  </a:lnTo>
                  <a:lnTo>
                    <a:pt x="17903" y="1108112"/>
                  </a:lnTo>
                  <a:cubicBezTo>
                    <a:pt x="15880" y="1109646"/>
                    <a:pt x="13501" y="1110424"/>
                    <a:pt x="11122" y="1110424"/>
                  </a:cubicBezTo>
                  <a:cubicBezTo>
                    <a:pt x="8253" y="1110424"/>
                    <a:pt x="5407" y="1109313"/>
                    <a:pt x="3250" y="1107156"/>
                  </a:cubicBezTo>
                  <a:cubicBezTo>
                    <a:pt x="-685" y="1103199"/>
                    <a:pt x="-1108" y="1096952"/>
                    <a:pt x="2316" y="1092506"/>
                  </a:cubicBezTo>
                  <a:lnTo>
                    <a:pt x="307807" y="695947"/>
                  </a:lnTo>
                  <a:lnTo>
                    <a:pt x="168436" y="556624"/>
                  </a:lnTo>
                  <a:cubicBezTo>
                    <a:pt x="156118" y="544308"/>
                    <a:pt x="156118" y="524278"/>
                    <a:pt x="168436" y="511961"/>
                  </a:cubicBezTo>
                  <a:lnTo>
                    <a:pt x="240790" y="439621"/>
                  </a:lnTo>
                  <a:cubicBezTo>
                    <a:pt x="317413" y="363035"/>
                    <a:pt x="428923" y="333534"/>
                    <a:pt x="533273" y="361768"/>
                  </a:cubicBezTo>
                  <a:lnTo>
                    <a:pt x="723163" y="171914"/>
                  </a:lnTo>
                  <a:lnTo>
                    <a:pt x="671377" y="120137"/>
                  </a:lnTo>
                  <a:cubicBezTo>
                    <a:pt x="654078" y="102864"/>
                    <a:pt x="654078" y="74741"/>
                    <a:pt x="671377" y="57468"/>
                  </a:cubicBezTo>
                  <a:lnTo>
                    <a:pt x="715847" y="12983"/>
                  </a:lnTo>
                  <a:cubicBezTo>
                    <a:pt x="724230" y="4624"/>
                    <a:pt x="735348" y="0"/>
                    <a:pt x="747199" y="0"/>
                  </a:cubicBezTo>
                  <a:cubicBezTo>
                    <a:pt x="759050" y="0"/>
                    <a:pt x="770168" y="4624"/>
                    <a:pt x="778551" y="12983"/>
                  </a:cubicBezTo>
                  <a:lnTo>
                    <a:pt x="1094426" y="328821"/>
                  </a:lnTo>
                  <a:cubicBezTo>
                    <a:pt x="1102808" y="337180"/>
                    <a:pt x="1107411" y="348318"/>
                    <a:pt x="1107411" y="360167"/>
                  </a:cubicBezTo>
                  <a:close/>
                </a:path>
              </a:pathLst>
            </a:custGeom>
            <a:solidFill>
              <a:srgbClr val="1C1D31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4301121" y="22231"/>
              <a:ext cx="1012995" cy="1016008"/>
            </a:xfrm>
            <a:custGeom>
              <a:rect b="b" l="l" r="r" t="t"/>
              <a:pathLst>
                <a:path extrusionOk="0" h="1016008" w="1012995">
                  <a:moveTo>
                    <a:pt x="251481" y="689566"/>
                  </a:moveTo>
                  <a:lnTo>
                    <a:pt x="326503" y="764596"/>
                  </a:lnTo>
                  <a:lnTo>
                    <a:pt x="0" y="1016009"/>
                  </a:lnTo>
                  <a:lnTo>
                    <a:pt x="251481" y="689566"/>
                  </a:lnTo>
                  <a:close/>
                  <a:moveTo>
                    <a:pt x="111977" y="505448"/>
                  </a:moveTo>
                  <a:cubicBezTo>
                    <a:pt x="108330" y="509094"/>
                    <a:pt x="108330" y="515029"/>
                    <a:pt x="111977" y="518675"/>
                  </a:cubicBezTo>
                  <a:lnTo>
                    <a:pt x="494246" y="900873"/>
                  </a:lnTo>
                  <a:cubicBezTo>
                    <a:pt x="496025" y="902630"/>
                    <a:pt x="498360" y="903608"/>
                    <a:pt x="500872" y="903608"/>
                  </a:cubicBezTo>
                  <a:cubicBezTo>
                    <a:pt x="503363" y="903608"/>
                    <a:pt x="505698" y="902630"/>
                    <a:pt x="507476" y="900873"/>
                  </a:cubicBezTo>
                  <a:lnTo>
                    <a:pt x="562998" y="845340"/>
                  </a:lnTo>
                  <a:lnTo>
                    <a:pt x="167521" y="449937"/>
                  </a:lnTo>
                  <a:lnTo>
                    <a:pt x="111977" y="505448"/>
                  </a:lnTo>
                  <a:close/>
                  <a:moveTo>
                    <a:pt x="650027" y="546798"/>
                  </a:moveTo>
                  <a:cubicBezTo>
                    <a:pt x="650094" y="546464"/>
                    <a:pt x="650160" y="546109"/>
                    <a:pt x="650249" y="545775"/>
                  </a:cubicBezTo>
                  <a:cubicBezTo>
                    <a:pt x="650338" y="545419"/>
                    <a:pt x="650427" y="545086"/>
                    <a:pt x="650560" y="544752"/>
                  </a:cubicBezTo>
                  <a:cubicBezTo>
                    <a:pt x="650672" y="544419"/>
                    <a:pt x="650827" y="544086"/>
                    <a:pt x="650983" y="543752"/>
                  </a:cubicBezTo>
                  <a:cubicBezTo>
                    <a:pt x="651139" y="543441"/>
                    <a:pt x="651294" y="543107"/>
                    <a:pt x="651472" y="542796"/>
                  </a:cubicBezTo>
                  <a:cubicBezTo>
                    <a:pt x="651650" y="542507"/>
                    <a:pt x="651850" y="542240"/>
                    <a:pt x="652050" y="541951"/>
                  </a:cubicBezTo>
                  <a:cubicBezTo>
                    <a:pt x="652295" y="541618"/>
                    <a:pt x="652539" y="541307"/>
                    <a:pt x="652828" y="541018"/>
                  </a:cubicBezTo>
                  <a:cubicBezTo>
                    <a:pt x="652940" y="540906"/>
                    <a:pt x="653006" y="540773"/>
                    <a:pt x="653118" y="540640"/>
                  </a:cubicBezTo>
                  <a:lnTo>
                    <a:pt x="847565" y="346250"/>
                  </a:lnTo>
                  <a:lnTo>
                    <a:pt x="799026" y="297720"/>
                  </a:lnTo>
                  <a:lnTo>
                    <a:pt x="666681" y="165422"/>
                  </a:lnTo>
                  <a:lnTo>
                    <a:pt x="472256" y="359834"/>
                  </a:lnTo>
                  <a:cubicBezTo>
                    <a:pt x="472122" y="359945"/>
                    <a:pt x="471989" y="360034"/>
                    <a:pt x="471855" y="360145"/>
                  </a:cubicBezTo>
                  <a:cubicBezTo>
                    <a:pt x="471566" y="360412"/>
                    <a:pt x="471277" y="360656"/>
                    <a:pt x="470966" y="360878"/>
                  </a:cubicBezTo>
                  <a:cubicBezTo>
                    <a:pt x="470677" y="361101"/>
                    <a:pt x="470388" y="361301"/>
                    <a:pt x="470077" y="361479"/>
                  </a:cubicBezTo>
                  <a:cubicBezTo>
                    <a:pt x="469765" y="361657"/>
                    <a:pt x="469476" y="361812"/>
                    <a:pt x="469165" y="361968"/>
                  </a:cubicBezTo>
                  <a:cubicBezTo>
                    <a:pt x="468809" y="362123"/>
                    <a:pt x="468476" y="362279"/>
                    <a:pt x="468120" y="362390"/>
                  </a:cubicBezTo>
                  <a:cubicBezTo>
                    <a:pt x="467809" y="362524"/>
                    <a:pt x="467475" y="362613"/>
                    <a:pt x="467141" y="362679"/>
                  </a:cubicBezTo>
                  <a:cubicBezTo>
                    <a:pt x="466786" y="362790"/>
                    <a:pt x="466430" y="362857"/>
                    <a:pt x="466074" y="362924"/>
                  </a:cubicBezTo>
                  <a:cubicBezTo>
                    <a:pt x="465718" y="362968"/>
                    <a:pt x="465385" y="362990"/>
                    <a:pt x="465029" y="363013"/>
                  </a:cubicBezTo>
                  <a:cubicBezTo>
                    <a:pt x="464651" y="363035"/>
                    <a:pt x="464295" y="363057"/>
                    <a:pt x="463917" y="363035"/>
                  </a:cubicBezTo>
                  <a:cubicBezTo>
                    <a:pt x="463584" y="363013"/>
                    <a:pt x="463250" y="362990"/>
                    <a:pt x="462895" y="362946"/>
                  </a:cubicBezTo>
                  <a:cubicBezTo>
                    <a:pt x="462494" y="362879"/>
                    <a:pt x="462116" y="362813"/>
                    <a:pt x="461738" y="362724"/>
                  </a:cubicBezTo>
                  <a:cubicBezTo>
                    <a:pt x="461560" y="362679"/>
                    <a:pt x="461405" y="362679"/>
                    <a:pt x="461249" y="362635"/>
                  </a:cubicBezTo>
                  <a:cubicBezTo>
                    <a:pt x="362880" y="333690"/>
                    <a:pt x="256751" y="360701"/>
                    <a:pt x="184331" y="433130"/>
                  </a:cubicBezTo>
                  <a:lnTo>
                    <a:pt x="183241" y="434219"/>
                  </a:lnTo>
                  <a:lnTo>
                    <a:pt x="578718" y="829623"/>
                  </a:lnTo>
                  <a:lnTo>
                    <a:pt x="579808" y="828533"/>
                  </a:lnTo>
                  <a:cubicBezTo>
                    <a:pt x="632639" y="775734"/>
                    <a:pt x="661723" y="705528"/>
                    <a:pt x="661723" y="630832"/>
                  </a:cubicBezTo>
                  <a:cubicBezTo>
                    <a:pt x="661723" y="603976"/>
                    <a:pt x="657876" y="577321"/>
                    <a:pt x="650316" y="551644"/>
                  </a:cubicBezTo>
                  <a:cubicBezTo>
                    <a:pt x="650271" y="551488"/>
                    <a:pt x="650271" y="551311"/>
                    <a:pt x="650227" y="551155"/>
                  </a:cubicBezTo>
                  <a:cubicBezTo>
                    <a:pt x="650138" y="550777"/>
                    <a:pt x="650071" y="550399"/>
                    <a:pt x="650005" y="549999"/>
                  </a:cubicBezTo>
                  <a:cubicBezTo>
                    <a:pt x="649960" y="549666"/>
                    <a:pt x="649916" y="549310"/>
                    <a:pt x="649916" y="548954"/>
                  </a:cubicBezTo>
                  <a:cubicBezTo>
                    <a:pt x="649893" y="548598"/>
                    <a:pt x="649916" y="548243"/>
                    <a:pt x="649916" y="547887"/>
                  </a:cubicBezTo>
                  <a:cubicBezTo>
                    <a:pt x="649938" y="547531"/>
                    <a:pt x="649982" y="547176"/>
                    <a:pt x="650027" y="546798"/>
                  </a:cubicBezTo>
                  <a:close/>
                  <a:moveTo>
                    <a:pt x="1006525" y="322307"/>
                  </a:moveTo>
                  <a:lnTo>
                    <a:pt x="690651" y="6469"/>
                  </a:lnTo>
                  <a:cubicBezTo>
                    <a:pt x="686470" y="2312"/>
                    <a:pt x="680912" y="0"/>
                    <a:pt x="675019" y="0"/>
                  </a:cubicBezTo>
                  <a:cubicBezTo>
                    <a:pt x="669127" y="0"/>
                    <a:pt x="663568" y="2312"/>
                    <a:pt x="659388" y="6469"/>
                  </a:cubicBezTo>
                  <a:lnTo>
                    <a:pt x="614917" y="50954"/>
                  </a:lnTo>
                  <a:cubicBezTo>
                    <a:pt x="606290" y="59557"/>
                    <a:pt x="606290" y="73585"/>
                    <a:pt x="614917" y="82189"/>
                  </a:cubicBezTo>
                  <a:lnTo>
                    <a:pt x="814968" y="282225"/>
                  </a:lnTo>
                  <a:lnTo>
                    <a:pt x="871157" y="338381"/>
                  </a:lnTo>
                  <a:cubicBezTo>
                    <a:pt x="871157" y="338381"/>
                    <a:pt x="871179" y="338403"/>
                    <a:pt x="871179" y="338425"/>
                  </a:cubicBezTo>
                  <a:lnTo>
                    <a:pt x="930792" y="398027"/>
                  </a:lnTo>
                  <a:cubicBezTo>
                    <a:pt x="934972" y="402206"/>
                    <a:pt x="940531" y="404496"/>
                    <a:pt x="946423" y="404496"/>
                  </a:cubicBezTo>
                  <a:cubicBezTo>
                    <a:pt x="952316" y="404496"/>
                    <a:pt x="957875" y="402206"/>
                    <a:pt x="962055" y="398027"/>
                  </a:cubicBezTo>
                  <a:lnTo>
                    <a:pt x="1006525" y="353542"/>
                  </a:lnTo>
                  <a:cubicBezTo>
                    <a:pt x="1010706" y="349385"/>
                    <a:pt x="1012996" y="343827"/>
                    <a:pt x="1012996" y="337936"/>
                  </a:cubicBezTo>
                  <a:cubicBezTo>
                    <a:pt x="1012996" y="332022"/>
                    <a:pt x="1010706" y="326487"/>
                    <a:pt x="1006525" y="3223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4228943" y="0"/>
              <a:ext cx="1107410" cy="1110424"/>
            </a:xfrm>
            <a:custGeom>
              <a:rect b="b" l="l" r="r" t="t"/>
              <a:pathLst>
                <a:path extrusionOk="0" h="1110424" w="1107410">
                  <a:moveTo>
                    <a:pt x="1094426" y="328821"/>
                  </a:moveTo>
                  <a:lnTo>
                    <a:pt x="778551" y="12983"/>
                  </a:lnTo>
                  <a:cubicBezTo>
                    <a:pt x="770168" y="4624"/>
                    <a:pt x="759050" y="0"/>
                    <a:pt x="747199" y="0"/>
                  </a:cubicBezTo>
                  <a:cubicBezTo>
                    <a:pt x="735348" y="0"/>
                    <a:pt x="724230" y="4624"/>
                    <a:pt x="715847" y="12983"/>
                  </a:cubicBezTo>
                  <a:lnTo>
                    <a:pt x="671377" y="57468"/>
                  </a:lnTo>
                  <a:cubicBezTo>
                    <a:pt x="654078" y="74741"/>
                    <a:pt x="654078" y="102864"/>
                    <a:pt x="671377" y="120137"/>
                  </a:cubicBezTo>
                  <a:lnTo>
                    <a:pt x="723163" y="171914"/>
                  </a:lnTo>
                  <a:lnTo>
                    <a:pt x="533273" y="361768"/>
                  </a:lnTo>
                  <a:cubicBezTo>
                    <a:pt x="428923" y="333534"/>
                    <a:pt x="317413" y="363035"/>
                    <a:pt x="240790" y="439621"/>
                  </a:cubicBezTo>
                  <a:lnTo>
                    <a:pt x="168436" y="511961"/>
                  </a:lnTo>
                  <a:cubicBezTo>
                    <a:pt x="156118" y="524278"/>
                    <a:pt x="156118" y="544308"/>
                    <a:pt x="168436" y="556624"/>
                  </a:cubicBezTo>
                  <a:lnTo>
                    <a:pt x="307807" y="695947"/>
                  </a:lnTo>
                  <a:lnTo>
                    <a:pt x="2316" y="1092506"/>
                  </a:lnTo>
                  <a:cubicBezTo>
                    <a:pt x="-1108" y="1096952"/>
                    <a:pt x="-685" y="1103199"/>
                    <a:pt x="3250" y="1107156"/>
                  </a:cubicBezTo>
                  <a:cubicBezTo>
                    <a:pt x="5407" y="1109313"/>
                    <a:pt x="8253" y="1110424"/>
                    <a:pt x="11122" y="1110424"/>
                  </a:cubicBezTo>
                  <a:cubicBezTo>
                    <a:pt x="13501" y="1110424"/>
                    <a:pt x="15880" y="1109646"/>
                    <a:pt x="17903" y="1108112"/>
                  </a:cubicBezTo>
                  <a:lnTo>
                    <a:pt x="414537" y="802656"/>
                  </a:lnTo>
                  <a:lnTo>
                    <a:pt x="550706" y="938822"/>
                  </a:lnTo>
                  <a:cubicBezTo>
                    <a:pt x="556665" y="944780"/>
                    <a:pt x="564603" y="948070"/>
                    <a:pt x="573052" y="948070"/>
                  </a:cubicBezTo>
                  <a:cubicBezTo>
                    <a:pt x="581479" y="948070"/>
                    <a:pt x="589417" y="944780"/>
                    <a:pt x="595376" y="938822"/>
                  </a:cubicBezTo>
                  <a:lnTo>
                    <a:pt x="667708" y="866482"/>
                  </a:lnTo>
                  <a:cubicBezTo>
                    <a:pt x="724741" y="809481"/>
                    <a:pt x="756138" y="733695"/>
                    <a:pt x="756138" y="653063"/>
                  </a:cubicBezTo>
                  <a:cubicBezTo>
                    <a:pt x="756138" y="626319"/>
                    <a:pt x="752558" y="599752"/>
                    <a:pt x="745598" y="574031"/>
                  </a:cubicBezTo>
                  <a:lnTo>
                    <a:pt x="935465" y="384199"/>
                  </a:lnTo>
                  <a:lnTo>
                    <a:pt x="987251" y="435975"/>
                  </a:lnTo>
                  <a:cubicBezTo>
                    <a:pt x="995634" y="444356"/>
                    <a:pt x="1006774" y="448958"/>
                    <a:pt x="1018603" y="448958"/>
                  </a:cubicBezTo>
                  <a:cubicBezTo>
                    <a:pt x="1030455" y="448958"/>
                    <a:pt x="1041572" y="444356"/>
                    <a:pt x="1049955" y="435975"/>
                  </a:cubicBezTo>
                  <a:lnTo>
                    <a:pt x="1094426" y="391491"/>
                  </a:lnTo>
                  <a:cubicBezTo>
                    <a:pt x="1102808" y="383132"/>
                    <a:pt x="1107411" y="371994"/>
                    <a:pt x="1107411" y="360167"/>
                  </a:cubicBezTo>
                  <a:cubicBezTo>
                    <a:pt x="1107411" y="348318"/>
                    <a:pt x="1102808" y="337180"/>
                    <a:pt x="1094426" y="328821"/>
                  </a:cubicBezTo>
                  <a:close/>
                  <a:moveTo>
                    <a:pt x="72180" y="1038240"/>
                  </a:moveTo>
                  <a:lnTo>
                    <a:pt x="323661" y="711797"/>
                  </a:lnTo>
                  <a:lnTo>
                    <a:pt x="398683" y="786828"/>
                  </a:lnTo>
                  <a:lnTo>
                    <a:pt x="72180" y="1038240"/>
                  </a:lnTo>
                  <a:close/>
                  <a:moveTo>
                    <a:pt x="579656" y="923105"/>
                  </a:moveTo>
                  <a:cubicBezTo>
                    <a:pt x="577877" y="924861"/>
                    <a:pt x="575543" y="925839"/>
                    <a:pt x="573052" y="925839"/>
                  </a:cubicBezTo>
                  <a:cubicBezTo>
                    <a:pt x="570540" y="925839"/>
                    <a:pt x="568205" y="924861"/>
                    <a:pt x="566426" y="923105"/>
                  </a:cubicBezTo>
                  <a:lnTo>
                    <a:pt x="184157" y="540906"/>
                  </a:lnTo>
                  <a:cubicBezTo>
                    <a:pt x="180510" y="537261"/>
                    <a:pt x="180510" y="531325"/>
                    <a:pt x="184157" y="527679"/>
                  </a:cubicBezTo>
                  <a:lnTo>
                    <a:pt x="239701" y="472168"/>
                  </a:lnTo>
                  <a:lnTo>
                    <a:pt x="635178" y="867571"/>
                  </a:lnTo>
                  <a:lnTo>
                    <a:pt x="579656" y="923105"/>
                  </a:lnTo>
                  <a:close/>
                  <a:moveTo>
                    <a:pt x="725297" y="562871"/>
                  </a:moveTo>
                  <a:cubicBezTo>
                    <a:pt x="725186" y="563004"/>
                    <a:pt x="725119" y="563138"/>
                    <a:pt x="725008" y="563249"/>
                  </a:cubicBezTo>
                  <a:cubicBezTo>
                    <a:pt x="724719" y="563538"/>
                    <a:pt x="724475" y="563849"/>
                    <a:pt x="724230" y="564182"/>
                  </a:cubicBezTo>
                  <a:cubicBezTo>
                    <a:pt x="724030" y="564471"/>
                    <a:pt x="723830" y="564738"/>
                    <a:pt x="723652" y="565027"/>
                  </a:cubicBezTo>
                  <a:cubicBezTo>
                    <a:pt x="723474" y="565338"/>
                    <a:pt x="723318" y="565672"/>
                    <a:pt x="723163" y="565983"/>
                  </a:cubicBezTo>
                  <a:cubicBezTo>
                    <a:pt x="723007" y="566317"/>
                    <a:pt x="722851" y="566650"/>
                    <a:pt x="722740" y="566984"/>
                  </a:cubicBezTo>
                  <a:cubicBezTo>
                    <a:pt x="722607" y="567317"/>
                    <a:pt x="722518" y="567651"/>
                    <a:pt x="722429" y="568006"/>
                  </a:cubicBezTo>
                  <a:cubicBezTo>
                    <a:pt x="722340" y="568340"/>
                    <a:pt x="722273" y="568695"/>
                    <a:pt x="722207" y="569029"/>
                  </a:cubicBezTo>
                  <a:cubicBezTo>
                    <a:pt x="722162" y="569407"/>
                    <a:pt x="722118" y="569763"/>
                    <a:pt x="722095" y="570118"/>
                  </a:cubicBezTo>
                  <a:cubicBezTo>
                    <a:pt x="722095" y="570474"/>
                    <a:pt x="722073" y="570830"/>
                    <a:pt x="722095" y="571185"/>
                  </a:cubicBezTo>
                  <a:cubicBezTo>
                    <a:pt x="722095" y="571541"/>
                    <a:pt x="722140" y="571897"/>
                    <a:pt x="722184" y="572230"/>
                  </a:cubicBezTo>
                  <a:cubicBezTo>
                    <a:pt x="722251" y="572630"/>
                    <a:pt x="722318" y="573008"/>
                    <a:pt x="722407" y="573386"/>
                  </a:cubicBezTo>
                  <a:cubicBezTo>
                    <a:pt x="722451" y="573542"/>
                    <a:pt x="722451" y="573720"/>
                    <a:pt x="722496" y="573875"/>
                  </a:cubicBezTo>
                  <a:cubicBezTo>
                    <a:pt x="730056" y="599552"/>
                    <a:pt x="733902" y="626207"/>
                    <a:pt x="733902" y="653063"/>
                  </a:cubicBezTo>
                  <a:cubicBezTo>
                    <a:pt x="733902" y="727759"/>
                    <a:pt x="704819" y="797965"/>
                    <a:pt x="651987" y="850764"/>
                  </a:cubicBezTo>
                  <a:lnTo>
                    <a:pt x="650898" y="851854"/>
                  </a:lnTo>
                  <a:lnTo>
                    <a:pt x="255421" y="456450"/>
                  </a:lnTo>
                  <a:lnTo>
                    <a:pt x="256510" y="455361"/>
                  </a:lnTo>
                  <a:cubicBezTo>
                    <a:pt x="328931" y="382932"/>
                    <a:pt x="435060" y="355921"/>
                    <a:pt x="533429" y="384866"/>
                  </a:cubicBezTo>
                  <a:cubicBezTo>
                    <a:pt x="533585" y="384910"/>
                    <a:pt x="533740" y="384910"/>
                    <a:pt x="533918" y="384955"/>
                  </a:cubicBezTo>
                  <a:cubicBezTo>
                    <a:pt x="534296" y="385044"/>
                    <a:pt x="534674" y="385110"/>
                    <a:pt x="535074" y="385177"/>
                  </a:cubicBezTo>
                  <a:cubicBezTo>
                    <a:pt x="535430" y="385222"/>
                    <a:pt x="535764" y="385244"/>
                    <a:pt x="536097" y="385266"/>
                  </a:cubicBezTo>
                  <a:cubicBezTo>
                    <a:pt x="536475" y="385288"/>
                    <a:pt x="536831" y="385266"/>
                    <a:pt x="537209" y="385244"/>
                  </a:cubicBezTo>
                  <a:cubicBezTo>
                    <a:pt x="537565" y="385222"/>
                    <a:pt x="537898" y="385199"/>
                    <a:pt x="538254" y="385155"/>
                  </a:cubicBezTo>
                  <a:cubicBezTo>
                    <a:pt x="538610" y="385088"/>
                    <a:pt x="538965" y="385022"/>
                    <a:pt x="539321" y="384910"/>
                  </a:cubicBezTo>
                  <a:cubicBezTo>
                    <a:pt x="539655" y="384844"/>
                    <a:pt x="539988" y="384755"/>
                    <a:pt x="540300" y="384621"/>
                  </a:cubicBezTo>
                  <a:cubicBezTo>
                    <a:pt x="540655" y="384510"/>
                    <a:pt x="540989" y="384355"/>
                    <a:pt x="541345" y="384199"/>
                  </a:cubicBezTo>
                  <a:cubicBezTo>
                    <a:pt x="541656" y="384043"/>
                    <a:pt x="541945" y="383888"/>
                    <a:pt x="542256" y="383710"/>
                  </a:cubicBezTo>
                  <a:cubicBezTo>
                    <a:pt x="542568" y="383532"/>
                    <a:pt x="542857" y="383332"/>
                    <a:pt x="543146" y="383110"/>
                  </a:cubicBezTo>
                  <a:cubicBezTo>
                    <a:pt x="543457" y="382887"/>
                    <a:pt x="543746" y="382643"/>
                    <a:pt x="544035" y="382376"/>
                  </a:cubicBezTo>
                  <a:cubicBezTo>
                    <a:pt x="544168" y="382265"/>
                    <a:pt x="544302" y="382176"/>
                    <a:pt x="544435" y="382065"/>
                  </a:cubicBezTo>
                  <a:lnTo>
                    <a:pt x="738861" y="187653"/>
                  </a:lnTo>
                  <a:lnTo>
                    <a:pt x="871205" y="319951"/>
                  </a:lnTo>
                  <a:lnTo>
                    <a:pt x="919745" y="368482"/>
                  </a:lnTo>
                  <a:lnTo>
                    <a:pt x="725297" y="562871"/>
                  </a:lnTo>
                  <a:close/>
                  <a:moveTo>
                    <a:pt x="1078705" y="375773"/>
                  </a:moveTo>
                  <a:lnTo>
                    <a:pt x="1034235" y="420258"/>
                  </a:lnTo>
                  <a:cubicBezTo>
                    <a:pt x="1030054" y="424437"/>
                    <a:pt x="1024495" y="426727"/>
                    <a:pt x="1018603" y="426727"/>
                  </a:cubicBezTo>
                  <a:cubicBezTo>
                    <a:pt x="1012711" y="426727"/>
                    <a:pt x="1007152" y="424437"/>
                    <a:pt x="1002972" y="420258"/>
                  </a:cubicBezTo>
                  <a:lnTo>
                    <a:pt x="943359" y="360656"/>
                  </a:lnTo>
                  <a:cubicBezTo>
                    <a:pt x="943359" y="360634"/>
                    <a:pt x="943337" y="360612"/>
                    <a:pt x="943337" y="360612"/>
                  </a:cubicBezTo>
                  <a:lnTo>
                    <a:pt x="887148" y="304456"/>
                  </a:lnTo>
                  <a:lnTo>
                    <a:pt x="687097" y="104420"/>
                  </a:lnTo>
                  <a:cubicBezTo>
                    <a:pt x="678470" y="95816"/>
                    <a:pt x="678470" y="81788"/>
                    <a:pt x="687097" y="73185"/>
                  </a:cubicBezTo>
                  <a:lnTo>
                    <a:pt x="731568" y="28700"/>
                  </a:lnTo>
                  <a:cubicBezTo>
                    <a:pt x="735748" y="24543"/>
                    <a:pt x="741307" y="22231"/>
                    <a:pt x="747199" y="22231"/>
                  </a:cubicBezTo>
                  <a:cubicBezTo>
                    <a:pt x="753091" y="22231"/>
                    <a:pt x="758650" y="24543"/>
                    <a:pt x="762830" y="28700"/>
                  </a:cubicBezTo>
                  <a:lnTo>
                    <a:pt x="1078705" y="344539"/>
                  </a:lnTo>
                  <a:cubicBezTo>
                    <a:pt x="1082885" y="348718"/>
                    <a:pt x="1085176" y="354254"/>
                    <a:pt x="1085176" y="360167"/>
                  </a:cubicBezTo>
                  <a:cubicBezTo>
                    <a:pt x="1085176" y="366058"/>
                    <a:pt x="1082885" y="371616"/>
                    <a:pt x="1078705" y="3757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17"/>
          <p:cNvGrpSpPr/>
          <p:nvPr/>
        </p:nvGrpSpPr>
        <p:grpSpPr>
          <a:xfrm>
            <a:off x="4807348" y="2849895"/>
            <a:ext cx="3586950" cy="1277645"/>
            <a:chOff x="0" y="0"/>
            <a:chExt cx="9565200" cy="3407054"/>
          </a:xfrm>
        </p:grpSpPr>
        <p:sp>
          <p:nvSpPr>
            <p:cNvPr id="187" name="Google Shape;187;p17"/>
            <p:cNvSpPr txBox="1"/>
            <p:nvPr/>
          </p:nvSpPr>
          <p:spPr>
            <a:xfrm>
              <a:off x="0" y="2421854"/>
              <a:ext cx="95652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Briefly elaborate on what you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want to discuss. 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8" name="Google Shape;188;p17"/>
            <p:cNvSpPr txBox="1"/>
            <p:nvPr/>
          </p:nvSpPr>
          <p:spPr>
            <a:xfrm>
              <a:off x="0" y="1620328"/>
              <a:ext cx="9565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4228943" y="0"/>
              <a:ext cx="1107410" cy="1110424"/>
            </a:xfrm>
            <a:custGeom>
              <a:rect b="b" l="l" r="r" t="t"/>
              <a:pathLst>
                <a:path extrusionOk="0" h="1110424" w="1107410">
                  <a:moveTo>
                    <a:pt x="1107411" y="360167"/>
                  </a:moveTo>
                  <a:cubicBezTo>
                    <a:pt x="1107411" y="371994"/>
                    <a:pt x="1102808" y="383132"/>
                    <a:pt x="1094426" y="391491"/>
                  </a:cubicBezTo>
                  <a:lnTo>
                    <a:pt x="1049955" y="435975"/>
                  </a:lnTo>
                  <a:cubicBezTo>
                    <a:pt x="1041572" y="444356"/>
                    <a:pt x="1030455" y="448958"/>
                    <a:pt x="1018603" y="448958"/>
                  </a:cubicBezTo>
                  <a:cubicBezTo>
                    <a:pt x="1006774" y="448958"/>
                    <a:pt x="995634" y="444356"/>
                    <a:pt x="987251" y="435975"/>
                  </a:cubicBezTo>
                  <a:lnTo>
                    <a:pt x="935465" y="384199"/>
                  </a:lnTo>
                  <a:lnTo>
                    <a:pt x="745598" y="574031"/>
                  </a:lnTo>
                  <a:cubicBezTo>
                    <a:pt x="752558" y="599752"/>
                    <a:pt x="756138" y="626319"/>
                    <a:pt x="756138" y="653063"/>
                  </a:cubicBezTo>
                  <a:cubicBezTo>
                    <a:pt x="756138" y="733695"/>
                    <a:pt x="724741" y="809481"/>
                    <a:pt x="667708" y="866482"/>
                  </a:cubicBezTo>
                  <a:lnTo>
                    <a:pt x="595376" y="938822"/>
                  </a:lnTo>
                  <a:cubicBezTo>
                    <a:pt x="589417" y="944780"/>
                    <a:pt x="581479" y="948070"/>
                    <a:pt x="573052" y="948070"/>
                  </a:cubicBezTo>
                  <a:cubicBezTo>
                    <a:pt x="564603" y="948070"/>
                    <a:pt x="556665" y="944780"/>
                    <a:pt x="550706" y="938822"/>
                  </a:cubicBezTo>
                  <a:lnTo>
                    <a:pt x="414537" y="802656"/>
                  </a:lnTo>
                  <a:lnTo>
                    <a:pt x="17903" y="1108112"/>
                  </a:lnTo>
                  <a:cubicBezTo>
                    <a:pt x="15880" y="1109646"/>
                    <a:pt x="13501" y="1110424"/>
                    <a:pt x="11122" y="1110424"/>
                  </a:cubicBezTo>
                  <a:cubicBezTo>
                    <a:pt x="8253" y="1110424"/>
                    <a:pt x="5407" y="1109313"/>
                    <a:pt x="3250" y="1107156"/>
                  </a:cubicBezTo>
                  <a:cubicBezTo>
                    <a:pt x="-685" y="1103199"/>
                    <a:pt x="-1108" y="1096952"/>
                    <a:pt x="2316" y="1092506"/>
                  </a:cubicBezTo>
                  <a:lnTo>
                    <a:pt x="307807" y="695947"/>
                  </a:lnTo>
                  <a:lnTo>
                    <a:pt x="168436" y="556624"/>
                  </a:lnTo>
                  <a:cubicBezTo>
                    <a:pt x="156118" y="544308"/>
                    <a:pt x="156118" y="524278"/>
                    <a:pt x="168436" y="511961"/>
                  </a:cubicBezTo>
                  <a:lnTo>
                    <a:pt x="240790" y="439621"/>
                  </a:lnTo>
                  <a:cubicBezTo>
                    <a:pt x="317413" y="363035"/>
                    <a:pt x="428923" y="333534"/>
                    <a:pt x="533273" y="361768"/>
                  </a:cubicBezTo>
                  <a:lnTo>
                    <a:pt x="723163" y="171914"/>
                  </a:lnTo>
                  <a:lnTo>
                    <a:pt x="671377" y="120137"/>
                  </a:lnTo>
                  <a:cubicBezTo>
                    <a:pt x="654078" y="102864"/>
                    <a:pt x="654078" y="74741"/>
                    <a:pt x="671377" y="57468"/>
                  </a:cubicBezTo>
                  <a:lnTo>
                    <a:pt x="715847" y="12983"/>
                  </a:lnTo>
                  <a:cubicBezTo>
                    <a:pt x="724230" y="4624"/>
                    <a:pt x="735348" y="0"/>
                    <a:pt x="747199" y="0"/>
                  </a:cubicBezTo>
                  <a:cubicBezTo>
                    <a:pt x="759050" y="0"/>
                    <a:pt x="770168" y="4624"/>
                    <a:pt x="778551" y="12983"/>
                  </a:cubicBezTo>
                  <a:lnTo>
                    <a:pt x="1094426" y="328821"/>
                  </a:lnTo>
                  <a:cubicBezTo>
                    <a:pt x="1102808" y="337180"/>
                    <a:pt x="1107411" y="348318"/>
                    <a:pt x="1107411" y="360167"/>
                  </a:cubicBezTo>
                  <a:close/>
                </a:path>
              </a:pathLst>
            </a:custGeom>
            <a:solidFill>
              <a:srgbClr val="1C1D31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4301121" y="22231"/>
              <a:ext cx="1012995" cy="1016008"/>
            </a:xfrm>
            <a:custGeom>
              <a:rect b="b" l="l" r="r" t="t"/>
              <a:pathLst>
                <a:path extrusionOk="0" h="1016008" w="1012995">
                  <a:moveTo>
                    <a:pt x="251481" y="689566"/>
                  </a:moveTo>
                  <a:lnTo>
                    <a:pt x="326503" y="764596"/>
                  </a:lnTo>
                  <a:lnTo>
                    <a:pt x="0" y="1016009"/>
                  </a:lnTo>
                  <a:lnTo>
                    <a:pt x="251481" y="689566"/>
                  </a:lnTo>
                  <a:close/>
                  <a:moveTo>
                    <a:pt x="111977" y="505448"/>
                  </a:moveTo>
                  <a:cubicBezTo>
                    <a:pt x="108330" y="509094"/>
                    <a:pt x="108330" y="515029"/>
                    <a:pt x="111977" y="518675"/>
                  </a:cubicBezTo>
                  <a:lnTo>
                    <a:pt x="494246" y="900873"/>
                  </a:lnTo>
                  <a:cubicBezTo>
                    <a:pt x="496025" y="902630"/>
                    <a:pt x="498360" y="903608"/>
                    <a:pt x="500872" y="903608"/>
                  </a:cubicBezTo>
                  <a:cubicBezTo>
                    <a:pt x="503363" y="903608"/>
                    <a:pt x="505698" y="902630"/>
                    <a:pt x="507476" y="900873"/>
                  </a:cubicBezTo>
                  <a:lnTo>
                    <a:pt x="562998" y="845340"/>
                  </a:lnTo>
                  <a:lnTo>
                    <a:pt x="167521" y="449937"/>
                  </a:lnTo>
                  <a:lnTo>
                    <a:pt x="111977" y="505448"/>
                  </a:lnTo>
                  <a:close/>
                  <a:moveTo>
                    <a:pt x="650027" y="546798"/>
                  </a:moveTo>
                  <a:cubicBezTo>
                    <a:pt x="650094" y="546464"/>
                    <a:pt x="650160" y="546109"/>
                    <a:pt x="650249" y="545775"/>
                  </a:cubicBezTo>
                  <a:cubicBezTo>
                    <a:pt x="650338" y="545419"/>
                    <a:pt x="650427" y="545086"/>
                    <a:pt x="650560" y="544752"/>
                  </a:cubicBezTo>
                  <a:cubicBezTo>
                    <a:pt x="650672" y="544419"/>
                    <a:pt x="650827" y="544086"/>
                    <a:pt x="650983" y="543752"/>
                  </a:cubicBezTo>
                  <a:cubicBezTo>
                    <a:pt x="651139" y="543441"/>
                    <a:pt x="651294" y="543107"/>
                    <a:pt x="651472" y="542796"/>
                  </a:cubicBezTo>
                  <a:cubicBezTo>
                    <a:pt x="651650" y="542507"/>
                    <a:pt x="651850" y="542240"/>
                    <a:pt x="652050" y="541951"/>
                  </a:cubicBezTo>
                  <a:cubicBezTo>
                    <a:pt x="652295" y="541618"/>
                    <a:pt x="652539" y="541307"/>
                    <a:pt x="652828" y="541018"/>
                  </a:cubicBezTo>
                  <a:cubicBezTo>
                    <a:pt x="652940" y="540906"/>
                    <a:pt x="653006" y="540773"/>
                    <a:pt x="653118" y="540640"/>
                  </a:cubicBezTo>
                  <a:lnTo>
                    <a:pt x="847565" y="346250"/>
                  </a:lnTo>
                  <a:lnTo>
                    <a:pt x="799026" y="297720"/>
                  </a:lnTo>
                  <a:lnTo>
                    <a:pt x="666681" y="165422"/>
                  </a:lnTo>
                  <a:lnTo>
                    <a:pt x="472256" y="359834"/>
                  </a:lnTo>
                  <a:cubicBezTo>
                    <a:pt x="472122" y="359945"/>
                    <a:pt x="471989" y="360034"/>
                    <a:pt x="471855" y="360145"/>
                  </a:cubicBezTo>
                  <a:cubicBezTo>
                    <a:pt x="471566" y="360412"/>
                    <a:pt x="471277" y="360656"/>
                    <a:pt x="470966" y="360878"/>
                  </a:cubicBezTo>
                  <a:cubicBezTo>
                    <a:pt x="470677" y="361101"/>
                    <a:pt x="470388" y="361301"/>
                    <a:pt x="470077" y="361479"/>
                  </a:cubicBezTo>
                  <a:cubicBezTo>
                    <a:pt x="469765" y="361657"/>
                    <a:pt x="469476" y="361812"/>
                    <a:pt x="469165" y="361968"/>
                  </a:cubicBezTo>
                  <a:cubicBezTo>
                    <a:pt x="468809" y="362123"/>
                    <a:pt x="468476" y="362279"/>
                    <a:pt x="468120" y="362390"/>
                  </a:cubicBezTo>
                  <a:cubicBezTo>
                    <a:pt x="467809" y="362524"/>
                    <a:pt x="467475" y="362613"/>
                    <a:pt x="467141" y="362679"/>
                  </a:cubicBezTo>
                  <a:cubicBezTo>
                    <a:pt x="466786" y="362790"/>
                    <a:pt x="466430" y="362857"/>
                    <a:pt x="466074" y="362924"/>
                  </a:cubicBezTo>
                  <a:cubicBezTo>
                    <a:pt x="465718" y="362968"/>
                    <a:pt x="465385" y="362990"/>
                    <a:pt x="465029" y="363013"/>
                  </a:cubicBezTo>
                  <a:cubicBezTo>
                    <a:pt x="464651" y="363035"/>
                    <a:pt x="464295" y="363057"/>
                    <a:pt x="463917" y="363035"/>
                  </a:cubicBezTo>
                  <a:cubicBezTo>
                    <a:pt x="463584" y="363013"/>
                    <a:pt x="463250" y="362990"/>
                    <a:pt x="462895" y="362946"/>
                  </a:cubicBezTo>
                  <a:cubicBezTo>
                    <a:pt x="462494" y="362879"/>
                    <a:pt x="462116" y="362813"/>
                    <a:pt x="461738" y="362724"/>
                  </a:cubicBezTo>
                  <a:cubicBezTo>
                    <a:pt x="461560" y="362679"/>
                    <a:pt x="461405" y="362679"/>
                    <a:pt x="461249" y="362635"/>
                  </a:cubicBezTo>
                  <a:cubicBezTo>
                    <a:pt x="362880" y="333690"/>
                    <a:pt x="256751" y="360701"/>
                    <a:pt x="184331" y="433130"/>
                  </a:cubicBezTo>
                  <a:lnTo>
                    <a:pt x="183241" y="434219"/>
                  </a:lnTo>
                  <a:lnTo>
                    <a:pt x="578718" y="829623"/>
                  </a:lnTo>
                  <a:lnTo>
                    <a:pt x="579808" y="828533"/>
                  </a:lnTo>
                  <a:cubicBezTo>
                    <a:pt x="632639" y="775734"/>
                    <a:pt x="661723" y="705528"/>
                    <a:pt x="661723" y="630832"/>
                  </a:cubicBezTo>
                  <a:cubicBezTo>
                    <a:pt x="661723" y="603976"/>
                    <a:pt x="657876" y="577321"/>
                    <a:pt x="650316" y="551644"/>
                  </a:cubicBezTo>
                  <a:cubicBezTo>
                    <a:pt x="650271" y="551488"/>
                    <a:pt x="650271" y="551311"/>
                    <a:pt x="650227" y="551155"/>
                  </a:cubicBezTo>
                  <a:cubicBezTo>
                    <a:pt x="650138" y="550777"/>
                    <a:pt x="650071" y="550399"/>
                    <a:pt x="650005" y="549999"/>
                  </a:cubicBezTo>
                  <a:cubicBezTo>
                    <a:pt x="649960" y="549666"/>
                    <a:pt x="649916" y="549310"/>
                    <a:pt x="649916" y="548954"/>
                  </a:cubicBezTo>
                  <a:cubicBezTo>
                    <a:pt x="649893" y="548598"/>
                    <a:pt x="649916" y="548243"/>
                    <a:pt x="649916" y="547887"/>
                  </a:cubicBezTo>
                  <a:cubicBezTo>
                    <a:pt x="649938" y="547531"/>
                    <a:pt x="649982" y="547176"/>
                    <a:pt x="650027" y="546798"/>
                  </a:cubicBezTo>
                  <a:close/>
                  <a:moveTo>
                    <a:pt x="1006525" y="322307"/>
                  </a:moveTo>
                  <a:lnTo>
                    <a:pt x="690651" y="6469"/>
                  </a:lnTo>
                  <a:cubicBezTo>
                    <a:pt x="686470" y="2312"/>
                    <a:pt x="680912" y="0"/>
                    <a:pt x="675019" y="0"/>
                  </a:cubicBezTo>
                  <a:cubicBezTo>
                    <a:pt x="669127" y="0"/>
                    <a:pt x="663568" y="2312"/>
                    <a:pt x="659388" y="6469"/>
                  </a:cubicBezTo>
                  <a:lnTo>
                    <a:pt x="614917" y="50954"/>
                  </a:lnTo>
                  <a:cubicBezTo>
                    <a:pt x="606290" y="59557"/>
                    <a:pt x="606290" y="73585"/>
                    <a:pt x="614917" y="82189"/>
                  </a:cubicBezTo>
                  <a:lnTo>
                    <a:pt x="814968" y="282225"/>
                  </a:lnTo>
                  <a:lnTo>
                    <a:pt x="871157" y="338381"/>
                  </a:lnTo>
                  <a:cubicBezTo>
                    <a:pt x="871157" y="338381"/>
                    <a:pt x="871179" y="338403"/>
                    <a:pt x="871179" y="338425"/>
                  </a:cubicBezTo>
                  <a:lnTo>
                    <a:pt x="930792" y="398027"/>
                  </a:lnTo>
                  <a:cubicBezTo>
                    <a:pt x="934972" y="402206"/>
                    <a:pt x="940531" y="404496"/>
                    <a:pt x="946423" y="404496"/>
                  </a:cubicBezTo>
                  <a:cubicBezTo>
                    <a:pt x="952316" y="404496"/>
                    <a:pt x="957875" y="402206"/>
                    <a:pt x="962055" y="398027"/>
                  </a:cubicBezTo>
                  <a:lnTo>
                    <a:pt x="1006525" y="353542"/>
                  </a:lnTo>
                  <a:cubicBezTo>
                    <a:pt x="1010706" y="349385"/>
                    <a:pt x="1012996" y="343827"/>
                    <a:pt x="1012996" y="337936"/>
                  </a:cubicBezTo>
                  <a:cubicBezTo>
                    <a:pt x="1012996" y="332022"/>
                    <a:pt x="1010706" y="326487"/>
                    <a:pt x="1006525" y="3223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4228943" y="0"/>
              <a:ext cx="1107410" cy="1110424"/>
            </a:xfrm>
            <a:custGeom>
              <a:rect b="b" l="l" r="r" t="t"/>
              <a:pathLst>
                <a:path extrusionOk="0" h="1110424" w="1107410">
                  <a:moveTo>
                    <a:pt x="1094426" y="328821"/>
                  </a:moveTo>
                  <a:lnTo>
                    <a:pt x="778551" y="12983"/>
                  </a:lnTo>
                  <a:cubicBezTo>
                    <a:pt x="770168" y="4624"/>
                    <a:pt x="759050" y="0"/>
                    <a:pt x="747199" y="0"/>
                  </a:cubicBezTo>
                  <a:cubicBezTo>
                    <a:pt x="735348" y="0"/>
                    <a:pt x="724230" y="4624"/>
                    <a:pt x="715847" y="12983"/>
                  </a:cubicBezTo>
                  <a:lnTo>
                    <a:pt x="671377" y="57468"/>
                  </a:lnTo>
                  <a:cubicBezTo>
                    <a:pt x="654078" y="74741"/>
                    <a:pt x="654078" y="102864"/>
                    <a:pt x="671377" y="120137"/>
                  </a:cubicBezTo>
                  <a:lnTo>
                    <a:pt x="723163" y="171914"/>
                  </a:lnTo>
                  <a:lnTo>
                    <a:pt x="533273" y="361768"/>
                  </a:lnTo>
                  <a:cubicBezTo>
                    <a:pt x="428923" y="333534"/>
                    <a:pt x="317413" y="363035"/>
                    <a:pt x="240790" y="439621"/>
                  </a:cubicBezTo>
                  <a:lnTo>
                    <a:pt x="168436" y="511961"/>
                  </a:lnTo>
                  <a:cubicBezTo>
                    <a:pt x="156118" y="524278"/>
                    <a:pt x="156118" y="544308"/>
                    <a:pt x="168436" y="556624"/>
                  </a:cubicBezTo>
                  <a:lnTo>
                    <a:pt x="307807" y="695947"/>
                  </a:lnTo>
                  <a:lnTo>
                    <a:pt x="2316" y="1092506"/>
                  </a:lnTo>
                  <a:cubicBezTo>
                    <a:pt x="-1108" y="1096952"/>
                    <a:pt x="-685" y="1103199"/>
                    <a:pt x="3250" y="1107156"/>
                  </a:cubicBezTo>
                  <a:cubicBezTo>
                    <a:pt x="5407" y="1109313"/>
                    <a:pt x="8253" y="1110424"/>
                    <a:pt x="11122" y="1110424"/>
                  </a:cubicBezTo>
                  <a:cubicBezTo>
                    <a:pt x="13501" y="1110424"/>
                    <a:pt x="15880" y="1109646"/>
                    <a:pt x="17903" y="1108112"/>
                  </a:cubicBezTo>
                  <a:lnTo>
                    <a:pt x="414537" y="802656"/>
                  </a:lnTo>
                  <a:lnTo>
                    <a:pt x="550706" y="938822"/>
                  </a:lnTo>
                  <a:cubicBezTo>
                    <a:pt x="556665" y="944780"/>
                    <a:pt x="564603" y="948070"/>
                    <a:pt x="573052" y="948070"/>
                  </a:cubicBezTo>
                  <a:cubicBezTo>
                    <a:pt x="581479" y="948070"/>
                    <a:pt x="589417" y="944780"/>
                    <a:pt x="595376" y="938822"/>
                  </a:cubicBezTo>
                  <a:lnTo>
                    <a:pt x="667708" y="866482"/>
                  </a:lnTo>
                  <a:cubicBezTo>
                    <a:pt x="724741" y="809481"/>
                    <a:pt x="756138" y="733695"/>
                    <a:pt x="756138" y="653063"/>
                  </a:cubicBezTo>
                  <a:cubicBezTo>
                    <a:pt x="756138" y="626319"/>
                    <a:pt x="752558" y="599752"/>
                    <a:pt x="745598" y="574031"/>
                  </a:cubicBezTo>
                  <a:lnTo>
                    <a:pt x="935465" y="384199"/>
                  </a:lnTo>
                  <a:lnTo>
                    <a:pt x="987251" y="435975"/>
                  </a:lnTo>
                  <a:cubicBezTo>
                    <a:pt x="995634" y="444356"/>
                    <a:pt x="1006774" y="448958"/>
                    <a:pt x="1018603" y="448958"/>
                  </a:cubicBezTo>
                  <a:cubicBezTo>
                    <a:pt x="1030455" y="448958"/>
                    <a:pt x="1041572" y="444356"/>
                    <a:pt x="1049955" y="435975"/>
                  </a:cubicBezTo>
                  <a:lnTo>
                    <a:pt x="1094426" y="391491"/>
                  </a:lnTo>
                  <a:cubicBezTo>
                    <a:pt x="1102808" y="383132"/>
                    <a:pt x="1107411" y="371994"/>
                    <a:pt x="1107411" y="360167"/>
                  </a:cubicBezTo>
                  <a:cubicBezTo>
                    <a:pt x="1107411" y="348318"/>
                    <a:pt x="1102808" y="337180"/>
                    <a:pt x="1094426" y="328821"/>
                  </a:cubicBezTo>
                  <a:close/>
                  <a:moveTo>
                    <a:pt x="72180" y="1038240"/>
                  </a:moveTo>
                  <a:lnTo>
                    <a:pt x="323661" y="711797"/>
                  </a:lnTo>
                  <a:lnTo>
                    <a:pt x="398683" y="786828"/>
                  </a:lnTo>
                  <a:lnTo>
                    <a:pt x="72180" y="1038240"/>
                  </a:lnTo>
                  <a:close/>
                  <a:moveTo>
                    <a:pt x="579656" y="923105"/>
                  </a:moveTo>
                  <a:cubicBezTo>
                    <a:pt x="577877" y="924861"/>
                    <a:pt x="575543" y="925839"/>
                    <a:pt x="573052" y="925839"/>
                  </a:cubicBezTo>
                  <a:cubicBezTo>
                    <a:pt x="570540" y="925839"/>
                    <a:pt x="568205" y="924861"/>
                    <a:pt x="566426" y="923105"/>
                  </a:cubicBezTo>
                  <a:lnTo>
                    <a:pt x="184157" y="540906"/>
                  </a:lnTo>
                  <a:cubicBezTo>
                    <a:pt x="180510" y="537261"/>
                    <a:pt x="180510" y="531325"/>
                    <a:pt x="184157" y="527679"/>
                  </a:cubicBezTo>
                  <a:lnTo>
                    <a:pt x="239701" y="472168"/>
                  </a:lnTo>
                  <a:lnTo>
                    <a:pt x="635178" y="867571"/>
                  </a:lnTo>
                  <a:lnTo>
                    <a:pt x="579656" y="923105"/>
                  </a:lnTo>
                  <a:close/>
                  <a:moveTo>
                    <a:pt x="725297" y="562871"/>
                  </a:moveTo>
                  <a:cubicBezTo>
                    <a:pt x="725186" y="563004"/>
                    <a:pt x="725119" y="563138"/>
                    <a:pt x="725008" y="563249"/>
                  </a:cubicBezTo>
                  <a:cubicBezTo>
                    <a:pt x="724719" y="563538"/>
                    <a:pt x="724475" y="563849"/>
                    <a:pt x="724230" y="564182"/>
                  </a:cubicBezTo>
                  <a:cubicBezTo>
                    <a:pt x="724030" y="564471"/>
                    <a:pt x="723830" y="564738"/>
                    <a:pt x="723652" y="565027"/>
                  </a:cubicBezTo>
                  <a:cubicBezTo>
                    <a:pt x="723474" y="565338"/>
                    <a:pt x="723318" y="565672"/>
                    <a:pt x="723163" y="565983"/>
                  </a:cubicBezTo>
                  <a:cubicBezTo>
                    <a:pt x="723007" y="566317"/>
                    <a:pt x="722851" y="566650"/>
                    <a:pt x="722740" y="566984"/>
                  </a:cubicBezTo>
                  <a:cubicBezTo>
                    <a:pt x="722607" y="567317"/>
                    <a:pt x="722518" y="567651"/>
                    <a:pt x="722429" y="568006"/>
                  </a:cubicBezTo>
                  <a:cubicBezTo>
                    <a:pt x="722340" y="568340"/>
                    <a:pt x="722273" y="568695"/>
                    <a:pt x="722207" y="569029"/>
                  </a:cubicBezTo>
                  <a:cubicBezTo>
                    <a:pt x="722162" y="569407"/>
                    <a:pt x="722118" y="569763"/>
                    <a:pt x="722095" y="570118"/>
                  </a:cubicBezTo>
                  <a:cubicBezTo>
                    <a:pt x="722095" y="570474"/>
                    <a:pt x="722073" y="570830"/>
                    <a:pt x="722095" y="571185"/>
                  </a:cubicBezTo>
                  <a:cubicBezTo>
                    <a:pt x="722095" y="571541"/>
                    <a:pt x="722140" y="571897"/>
                    <a:pt x="722184" y="572230"/>
                  </a:cubicBezTo>
                  <a:cubicBezTo>
                    <a:pt x="722251" y="572630"/>
                    <a:pt x="722318" y="573008"/>
                    <a:pt x="722407" y="573386"/>
                  </a:cubicBezTo>
                  <a:cubicBezTo>
                    <a:pt x="722451" y="573542"/>
                    <a:pt x="722451" y="573720"/>
                    <a:pt x="722496" y="573875"/>
                  </a:cubicBezTo>
                  <a:cubicBezTo>
                    <a:pt x="730056" y="599552"/>
                    <a:pt x="733902" y="626207"/>
                    <a:pt x="733902" y="653063"/>
                  </a:cubicBezTo>
                  <a:cubicBezTo>
                    <a:pt x="733902" y="727759"/>
                    <a:pt x="704819" y="797965"/>
                    <a:pt x="651987" y="850764"/>
                  </a:cubicBezTo>
                  <a:lnTo>
                    <a:pt x="650898" y="851854"/>
                  </a:lnTo>
                  <a:lnTo>
                    <a:pt x="255421" y="456450"/>
                  </a:lnTo>
                  <a:lnTo>
                    <a:pt x="256510" y="455361"/>
                  </a:lnTo>
                  <a:cubicBezTo>
                    <a:pt x="328931" y="382932"/>
                    <a:pt x="435060" y="355921"/>
                    <a:pt x="533429" y="384866"/>
                  </a:cubicBezTo>
                  <a:cubicBezTo>
                    <a:pt x="533585" y="384910"/>
                    <a:pt x="533740" y="384910"/>
                    <a:pt x="533918" y="384955"/>
                  </a:cubicBezTo>
                  <a:cubicBezTo>
                    <a:pt x="534296" y="385044"/>
                    <a:pt x="534674" y="385110"/>
                    <a:pt x="535074" y="385177"/>
                  </a:cubicBezTo>
                  <a:cubicBezTo>
                    <a:pt x="535430" y="385222"/>
                    <a:pt x="535764" y="385244"/>
                    <a:pt x="536097" y="385266"/>
                  </a:cubicBezTo>
                  <a:cubicBezTo>
                    <a:pt x="536475" y="385288"/>
                    <a:pt x="536831" y="385266"/>
                    <a:pt x="537209" y="385244"/>
                  </a:cubicBezTo>
                  <a:cubicBezTo>
                    <a:pt x="537565" y="385222"/>
                    <a:pt x="537898" y="385199"/>
                    <a:pt x="538254" y="385155"/>
                  </a:cubicBezTo>
                  <a:cubicBezTo>
                    <a:pt x="538610" y="385088"/>
                    <a:pt x="538965" y="385022"/>
                    <a:pt x="539321" y="384910"/>
                  </a:cubicBezTo>
                  <a:cubicBezTo>
                    <a:pt x="539655" y="384844"/>
                    <a:pt x="539988" y="384755"/>
                    <a:pt x="540300" y="384621"/>
                  </a:cubicBezTo>
                  <a:cubicBezTo>
                    <a:pt x="540655" y="384510"/>
                    <a:pt x="540989" y="384355"/>
                    <a:pt x="541345" y="384199"/>
                  </a:cubicBezTo>
                  <a:cubicBezTo>
                    <a:pt x="541656" y="384043"/>
                    <a:pt x="541945" y="383888"/>
                    <a:pt x="542256" y="383710"/>
                  </a:cubicBezTo>
                  <a:cubicBezTo>
                    <a:pt x="542568" y="383532"/>
                    <a:pt x="542857" y="383332"/>
                    <a:pt x="543146" y="383110"/>
                  </a:cubicBezTo>
                  <a:cubicBezTo>
                    <a:pt x="543457" y="382887"/>
                    <a:pt x="543746" y="382643"/>
                    <a:pt x="544035" y="382376"/>
                  </a:cubicBezTo>
                  <a:cubicBezTo>
                    <a:pt x="544168" y="382265"/>
                    <a:pt x="544302" y="382176"/>
                    <a:pt x="544435" y="382065"/>
                  </a:cubicBezTo>
                  <a:lnTo>
                    <a:pt x="738861" y="187653"/>
                  </a:lnTo>
                  <a:lnTo>
                    <a:pt x="871205" y="319951"/>
                  </a:lnTo>
                  <a:lnTo>
                    <a:pt x="919745" y="368482"/>
                  </a:lnTo>
                  <a:lnTo>
                    <a:pt x="725297" y="562871"/>
                  </a:lnTo>
                  <a:close/>
                  <a:moveTo>
                    <a:pt x="1078705" y="375773"/>
                  </a:moveTo>
                  <a:lnTo>
                    <a:pt x="1034235" y="420258"/>
                  </a:lnTo>
                  <a:cubicBezTo>
                    <a:pt x="1030054" y="424437"/>
                    <a:pt x="1024495" y="426727"/>
                    <a:pt x="1018603" y="426727"/>
                  </a:cubicBezTo>
                  <a:cubicBezTo>
                    <a:pt x="1012711" y="426727"/>
                    <a:pt x="1007152" y="424437"/>
                    <a:pt x="1002972" y="420258"/>
                  </a:cubicBezTo>
                  <a:lnTo>
                    <a:pt x="943359" y="360656"/>
                  </a:lnTo>
                  <a:cubicBezTo>
                    <a:pt x="943359" y="360634"/>
                    <a:pt x="943337" y="360612"/>
                    <a:pt x="943337" y="360612"/>
                  </a:cubicBezTo>
                  <a:lnTo>
                    <a:pt x="887148" y="304456"/>
                  </a:lnTo>
                  <a:lnTo>
                    <a:pt x="687097" y="104420"/>
                  </a:lnTo>
                  <a:cubicBezTo>
                    <a:pt x="678470" y="95816"/>
                    <a:pt x="678470" y="81788"/>
                    <a:pt x="687097" y="73185"/>
                  </a:cubicBezTo>
                  <a:lnTo>
                    <a:pt x="731568" y="28700"/>
                  </a:lnTo>
                  <a:cubicBezTo>
                    <a:pt x="735748" y="24543"/>
                    <a:pt x="741307" y="22231"/>
                    <a:pt x="747199" y="22231"/>
                  </a:cubicBezTo>
                  <a:cubicBezTo>
                    <a:pt x="753091" y="22231"/>
                    <a:pt x="758650" y="24543"/>
                    <a:pt x="762830" y="28700"/>
                  </a:cubicBezTo>
                  <a:lnTo>
                    <a:pt x="1078705" y="344539"/>
                  </a:lnTo>
                  <a:cubicBezTo>
                    <a:pt x="1082885" y="348718"/>
                    <a:pt x="1085176" y="354254"/>
                    <a:pt x="1085176" y="360167"/>
                  </a:cubicBezTo>
                  <a:cubicBezTo>
                    <a:pt x="1085176" y="366058"/>
                    <a:pt x="1082885" y="371616"/>
                    <a:pt x="1078705" y="3757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/>
          <p:nvPr/>
        </p:nvSpPr>
        <p:spPr>
          <a:xfrm>
            <a:off x="0" y="0"/>
            <a:ext cx="3467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基本求导法则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-1" y="3883093"/>
            <a:ext cx="3467400" cy="125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• (C)'=0（常数的导数为0）</a:t>
            </a:r>
            <a:br/>
            <a:r>
              <a:t>• (eˣ)'=eˣ, (lnx)'=1/x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514350" y="514350"/>
            <a:ext cx="24972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常用初等函数导数公式：</a:t>
            </a:r>
            <a:br/>
            <a:r>
              <a:t>• (sinx)'=cosx, (cosx)'=-sinx</a:t>
            </a:r>
            <a:endParaRPr sz="3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9" name="Google Shape;199;p18"/>
          <p:cNvGrpSpPr/>
          <p:nvPr/>
        </p:nvGrpSpPr>
        <p:grpSpPr>
          <a:xfrm>
            <a:off x="-1680265" y="3968966"/>
            <a:ext cx="3360249" cy="3360249"/>
            <a:chOff x="0" y="0"/>
            <a:chExt cx="8960663" cy="8960663"/>
          </a:xfrm>
        </p:grpSpPr>
        <p:sp>
          <p:nvSpPr>
            <p:cNvPr id="200" name="Google Shape;200;p18"/>
            <p:cNvSpPr/>
            <p:nvPr/>
          </p:nvSpPr>
          <p:spPr>
            <a:xfrm>
              <a:off x="0" y="0"/>
              <a:ext cx="8960663" cy="8960663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785274" y="785274"/>
              <a:ext cx="7387780" cy="7387780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" name="Google Shape;202;p18"/>
          <p:cNvGrpSpPr/>
          <p:nvPr/>
        </p:nvGrpSpPr>
        <p:grpSpPr>
          <a:xfrm>
            <a:off x="4246930" y="925114"/>
            <a:ext cx="4116948" cy="485297"/>
            <a:chOff x="4615" y="-28575"/>
            <a:chExt cx="10978528" cy="1294126"/>
          </a:xfrm>
        </p:grpSpPr>
        <p:sp>
          <p:nvSpPr>
            <p:cNvPr id="203" name="Google Shape;203;p18"/>
            <p:cNvSpPr txBox="1"/>
            <p:nvPr/>
          </p:nvSpPr>
          <p:spPr>
            <a:xfrm>
              <a:off x="1417943" y="772951"/>
              <a:ext cx="9565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Elaborate on what you want to discuss. 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1417943" y="-28575"/>
              <a:ext cx="9565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 rot="5400000">
              <a:off x="-50694" y="328630"/>
              <a:ext cx="825500" cy="714883"/>
            </a:xfrm>
            <a:custGeom>
              <a:rect b="b" l="l" r="r" t="t"/>
              <a:pathLst>
                <a:path extrusionOk="0" h="5499100" w="63500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</p:grpSp>
      <p:grpSp>
        <p:nvGrpSpPr>
          <p:cNvPr id="206" name="Google Shape;206;p18"/>
          <p:cNvGrpSpPr/>
          <p:nvPr/>
        </p:nvGrpSpPr>
        <p:grpSpPr>
          <a:xfrm>
            <a:off x="4246930" y="2302758"/>
            <a:ext cx="4116948" cy="485297"/>
            <a:chOff x="4615" y="-28575"/>
            <a:chExt cx="10978528" cy="1294126"/>
          </a:xfrm>
        </p:grpSpPr>
        <p:sp>
          <p:nvSpPr>
            <p:cNvPr id="207" name="Google Shape;207;p18"/>
            <p:cNvSpPr txBox="1"/>
            <p:nvPr/>
          </p:nvSpPr>
          <p:spPr>
            <a:xfrm>
              <a:off x="1417943" y="772951"/>
              <a:ext cx="9565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Elaborate on what you want to discuss. 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8" name="Google Shape;208;p18"/>
            <p:cNvSpPr txBox="1"/>
            <p:nvPr/>
          </p:nvSpPr>
          <p:spPr>
            <a:xfrm>
              <a:off x="1417943" y="-28575"/>
              <a:ext cx="9565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9" name="Google Shape;209;p18"/>
            <p:cNvSpPr/>
            <p:nvPr/>
          </p:nvSpPr>
          <p:spPr>
            <a:xfrm rot="5400000">
              <a:off x="-50694" y="328630"/>
              <a:ext cx="825500" cy="714883"/>
            </a:xfrm>
            <a:custGeom>
              <a:rect b="b" l="l" r="r" t="t"/>
              <a:pathLst>
                <a:path extrusionOk="0" h="5499100" w="63500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</p:grpSp>
      <p:grpSp>
        <p:nvGrpSpPr>
          <p:cNvPr id="210" name="Google Shape;210;p18"/>
          <p:cNvGrpSpPr/>
          <p:nvPr/>
        </p:nvGrpSpPr>
        <p:grpSpPr>
          <a:xfrm>
            <a:off x="4246930" y="3680404"/>
            <a:ext cx="4116948" cy="485297"/>
            <a:chOff x="4615" y="-28575"/>
            <a:chExt cx="10978528" cy="1294126"/>
          </a:xfrm>
        </p:grpSpPr>
        <p:sp>
          <p:nvSpPr>
            <p:cNvPr id="211" name="Google Shape;211;p18"/>
            <p:cNvSpPr txBox="1"/>
            <p:nvPr/>
          </p:nvSpPr>
          <p:spPr>
            <a:xfrm>
              <a:off x="1417943" y="772951"/>
              <a:ext cx="9565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Elaborate on what you want to discuss. 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18"/>
            <p:cNvSpPr txBox="1"/>
            <p:nvPr/>
          </p:nvSpPr>
          <p:spPr>
            <a:xfrm>
              <a:off x="1417943" y="-28575"/>
              <a:ext cx="9565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b="1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3" name="Google Shape;213;p18"/>
            <p:cNvSpPr/>
            <p:nvPr/>
          </p:nvSpPr>
          <p:spPr>
            <a:xfrm rot="5400000">
              <a:off x="-50694" y="328630"/>
              <a:ext cx="825500" cy="714883"/>
            </a:xfrm>
            <a:custGeom>
              <a:rect b="b" l="l" r="r" t="t"/>
              <a:pathLst>
                <a:path extrusionOk="0" h="5499100" w="63500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</p:grpSp>
      <p:sp>
        <p:nvSpPr>
          <p:cNvPr id="214" name="Google Shape;214;p18"/>
          <p:cNvSpPr/>
          <p:nvPr/>
        </p:nvSpPr>
        <p:spPr>
          <a:xfrm>
            <a:off x="2405078" y="4211068"/>
            <a:ext cx="605579" cy="605579"/>
          </a:xfrm>
          <a:custGeom>
            <a:rect b="b" l="l" r="r" t="t"/>
            <a:pathLst>
              <a:path extrusionOk="0" h="1211159" w="1211159">
                <a:moveTo>
                  <a:pt x="605580" y="302793"/>
                </a:moveTo>
                <a:lnTo>
                  <a:pt x="581785" y="420649"/>
                </a:lnTo>
                <a:cubicBezTo>
                  <a:pt x="547311" y="502156"/>
                  <a:pt x="478162" y="565426"/>
                  <a:pt x="392831" y="591967"/>
                </a:cubicBezTo>
                <a:lnTo>
                  <a:pt x="302794" y="605580"/>
                </a:lnTo>
                <a:lnTo>
                  <a:pt x="363813" y="611731"/>
                </a:lnTo>
                <a:cubicBezTo>
                  <a:pt x="482078" y="635931"/>
                  <a:pt x="575228" y="729081"/>
                  <a:pt x="599428" y="847346"/>
                </a:cubicBezTo>
                <a:lnTo>
                  <a:pt x="605579" y="908364"/>
                </a:lnTo>
                <a:lnTo>
                  <a:pt x="610308" y="854770"/>
                </a:lnTo>
                <a:cubicBezTo>
                  <a:pt x="632061" y="732992"/>
                  <a:pt x="726617" y="636436"/>
                  <a:pt x="847346" y="611731"/>
                </a:cubicBezTo>
                <a:lnTo>
                  <a:pt x="908365" y="605580"/>
                </a:lnTo>
                <a:lnTo>
                  <a:pt x="818329" y="591967"/>
                </a:lnTo>
                <a:cubicBezTo>
                  <a:pt x="732998" y="565426"/>
                  <a:pt x="663849" y="502156"/>
                  <a:pt x="629374" y="420649"/>
                </a:cubicBezTo>
                <a:close/>
                <a:moveTo>
                  <a:pt x="302790" y="0"/>
                </a:moveTo>
                <a:cubicBezTo>
                  <a:pt x="428210" y="0"/>
                  <a:pt x="535819" y="76255"/>
                  <a:pt x="581785" y="184931"/>
                </a:cubicBezTo>
                <a:lnTo>
                  <a:pt x="605580" y="302788"/>
                </a:lnTo>
                <a:lnTo>
                  <a:pt x="629374" y="184931"/>
                </a:lnTo>
                <a:cubicBezTo>
                  <a:pt x="675340" y="76255"/>
                  <a:pt x="782950" y="0"/>
                  <a:pt x="908369" y="0"/>
                </a:cubicBezTo>
                <a:cubicBezTo>
                  <a:pt x="1075595" y="0"/>
                  <a:pt x="1211159" y="135564"/>
                  <a:pt x="1211159" y="302790"/>
                </a:cubicBezTo>
                <a:cubicBezTo>
                  <a:pt x="1211159" y="449113"/>
                  <a:pt x="1107368" y="571194"/>
                  <a:pt x="969392" y="599428"/>
                </a:cubicBezTo>
                <a:lnTo>
                  <a:pt x="908374" y="605580"/>
                </a:lnTo>
                <a:lnTo>
                  <a:pt x="969392" y="611731"/>
                </a:lnTo>
                <a:cubicBezTo>
                  <a:pt x="1107368" y="639965"/>
                  <a:pt x="1211159" y="762046"/>
                  <a:pt x="1211159" y="908369"/>
                </a:cubicBezTo>
                <a:cubicBezTo>
                  <a:pt x="1211159" y="1075595"/>
                  <a:pt x="1075595" y="1211159"/>
                  <a:pt x="908369" y="1211159"/>
                </a:cubicBezTo>
                <a:cubicBezTo>
                  <a:pt x="762046" y="1211159"/>
                  <a:pt x="639965" y="1107368"/>
                  <a:pt x="611731" y="969392"/>
                </a:cubicBezTo>
                <a:lnTo>
                  <a:pt x="605580" y="908374"/>
                </a:lnTo>
                <a:lnTo>
                  <a:pt x="599428" y="969392"/>
                </a:lnTo>
                <a:cubicBezTo>
                  <a:pt x="571194" y="1107368"/>
                  <a:pt x="449113" y="1211159"/>
                  <a:pt x="302790" y="1211159"/>
                </a:cubicBezTo>
                <a:cubicBezTo>
                  <a:pt x="135564" y="1211159"/>
                  <a:pt x="0" y="1075595"/>
                  <a:pt x="0" y="908369"/>
                </a:cubicBezTo>
                <a:cubicBezTo>
                  <a:pt x="0" y="762046"/>
                  <a:pt x="103791" y="639965"/>
                  <a:pt x="241767" y="611731"/>
                </a:cubicBezTo>
                <a:lnTo>
                  <a:pt x="302785" y="605580"/>
                </a:lnTo>
                <a:lnTo>
                  <a:pt x="241767" y="599428"/>
                </a:lnTo>
                <a:cubicBezTo>
                  <a:pt x="103791" y="571194"/>
                  <a:pt x="0" y="449113"/>
                  <a:pt x="0" y="302790"/>
                </a:cubicBezTo>
                <a:cubicBezTo>
                  <a:pt x="0" y="135564"/>
                  <a:pt x="135564" y="0"/>
                  <a:pt x="30279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• (xⁿ)'=nxⁿ⁻¹（幂函数求导）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/>
          <p:nvPr/>
        </p:nvSpPr>
        <p:spPr>
          <a:xfrm>
            <a:off x="-143" y="0"/>
            <a:ext cx="674700" cy="257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典型例题讲解（基础）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-432" y="2571750"/>
            <a:ext cx="674700" cy="25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=lim(Δx→0)(4Δx+(Δx)²)/Δx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1348783" y="723662"/>
            <a:ext cx="699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解：f'(2)=lim(Δx→0)[(2+Δx)²-2²]/Δx</a:t>
            </a:r>
            <a:endParaRPr sz="3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-1571562" y="4203907"/>
            <a:ext cx="2256053" cy="2256053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=lim(Δx→0)(4+Δx)=4</a:t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-1374728" y="4400741"/>
            <a:ext cx="1858861" cy="1858861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几何意义：抛物线在x=2处的切线斜率为4</a:t>
            </a:r>
            <a:endParaRPr/>
          </a:p>
        </p:txBody>
      </p:sp>
      <p:grpSp>
        <p:nvGrpSpPr>
          <p:cNvPr id="224" name="Google Shape;224;p19"/>
          <p:cNvGrpSpPr/>
          <p:nvPr/>
        </p:nvGrpSpPr>
        <p:grpSpPr>
          <a:xfrm>
            <a:off x="1348783" y="2023536"/>
            <a:ext cx="2121300" cy="670022"/>
            <a:chOff x="0" y="-28575"/>
            <a:chExt cx="5656800" cy="1786726"/>
          </a:xfrm>
        </p:grpSpPr>
        <p:sp>
          <p:nvSpPr>
            <p:cNvPr id="225" name="Google Shape;225;p19"/>
            <p:cNvSpPr txBox="1"/>
            <p:nvPr/>
          </p:nvSpPr>
          <p:spPr>
            <a:xfrm>
              <a:off x="0" y="772951"/>
              <a:ext cx="56568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Elaborate on what you want to discuss. </a:t>
              </a:r>
              <a:endPara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19"/>
            <p:cNvSpPr txBox="1"/>
            <p:nvPr/>
          </p:nvSpPr>
          <p:spPr>
            <a:xfrm>
              <a:off x="0" y="-28575"/>
              <a:ext cx="5656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27" name="Google Shape;227;p19"/>
          <p:cNvGrpSpPr/>
          <p:nvPr/>
        </p:nvGrpSpPr>
        <p:grpSpPr>
          <a:xfrm>
            <a:off x="3928543" y="2023536"/>
            <a:ext cx="2121300" cy="670022"/>
            <a:chOff x="0" y="-28575"/>
            <a:chExt cx="5656800" cy="1786726"/>
          </a:xfrm>
        </p:grpSpPr>
        <p:sp>
          <p:nvSpPr>
            <p:cNvPr id="228" name="Google Shape;228;p19"/>
            <p:cNvSpPr txBox="1"/>
            <p:nvPr/>
          </p:nvSpPr>
          <p:spPr>
            <a:xfrm>
              <a:off x="0" y="772951"/>
              <a:ext cx="56568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Elaborate on what you want to discuss. </a:t>
              </a:r>
              <a:endParaRPr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0" y="-28575"/>
              <a:ext cx="5656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b="1"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30" name="Google Shape;230;p19"/>
          <p:cNvGrpSpPr/>
          <p:nvPr/>
        </p:nvGrpSpPr>
        <p:grpSpPr>
          <a:xfrm>
            <a:off x="6508302" y="2023536"/>
            <a:ext cx="2121300" cy="670022"/>
            <a:chOff x="0" y="-28575"/>
            <a:chExt cx="5656800" cy="1786726"/>
          </a:xfrm>
        </p:grpSpPr>
        <p:sp>
          <p:nvSpPr>
            <p:cNvPr id="231" name="Google Shape;231;p19"/>
            <p:cNvSpPr txBox="1"/>
            <p:nvPr/>
          </p:nvSpPr>
          <p:spPr>
            <a:xfrm>
              <a:off x="0" y="772951"/>
              <a:ext cx="56568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Elaborate on what you want to discuss. </a:t>
              </a:r>
              <a:endParaRPr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32" name="Google Shape;232;p19"/>
            <p:cNvSpPr txBox="1"/>
            <p:nvPr/>
          </p:nvSpPr>
          <p:spPr>
            <a:xfrm>
              <a:off x="0" y="-28575"/>
              <a:ext cx="5656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b="1"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33" name="Google Shape;233;p19"/>
          <p:cNvGrpSpPr/>
          <p:nvPr/>
        </p:nvGrpSpPr>
        <p:grpSpPr>
          <a:xfrm>
            <a:off x="1348783" y="3541602"/>
            <a:ext cx="2121300" cy="670022"/>
            <a:chOff x="0" y="-28575"/>
            <a:chExt cx="5656800" cy="1786726"/>
          </a:xfrm>
        </p:grpSpPr>
        <p:sp>
          <p:nvSpPr>
            <p:cNvPr id="234" name="Google Shape;234;p19"/>
            <p:cNvSpPr txBox="1"/>
            <p:nvPr/>
          </p:nvSpPr>
          <p:spPr>
            <a:xfrm>
              <a:off x="0" y="772951"/>
              <a:ext cx="56568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Elaborate on what you want to discuss. </a:t>
              </a:r>
              <a:endParaRPr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35" name="Google Shape;235;p19"/>
            <p:cNvSpPr txBox="1"/>
            <p:nvPr/>
          </p:nvSpPr>
          <p:spPr>
            <a:xfrm>
              <a:off x="0" y="-28575"/>
              <a:ext cx="5656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b="1"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36" name="Google Shape;236;p19"/>
          <p:cNvGrpSpPr/>
          <p:nvPr/>
        </p:nvGrpSpPr>
        <p:grpSpPr>
          <a:xfrm>
            <a:off x="3928543" y="3541602"/>
            <a:ext cx="2121300" cy="670022"/>
            <a:chOff x="0" y="-28575"/>
            <a:chExt cx="5656800" cy="1786726"/>
          </a:xfrm>
        </p:grpSpPr>
        <p:sp>
          <p:nvSpPr>
            <p:cNvPr id="237" name="Google Shape;237;p19"/>
            <p:cNvSpPr txBox="1"/>
            <p:nvPr/>
          </p:nvSpPr>
          <p:spPr>
            <a:xfrm>
              <a:off x="0" y="772951"/>
              <a:ext cx="56568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Elaborate on what you want to discuss. </a:t>
              </a:r>
              <a:endParaRPr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38" name="Google Shape;238;p19"/>
            <p:cNvSpPr txBox="1"/>
            <p:nvPr/>
          </p:nvSpPr>
          <p:spPr>
            <a:xfrm>
              <a:off x="0" y="-28575"/>
              <a:ext cx="5656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b="1"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39" name="Google Shape;239;p19"/>
          <p:cNvGrpSpPr/>
          <p:nvPr/>
        </p:nvGrpSpPr>
        <p:grpSpPr>
          <a:xfrm>
            <a:off x="6508302" y="3541602"/>
            <a:ext cx="2121300" cy="670022"/>
            <a:chOff x="0" y="-28575"/>
            <a:chExt cx="5656800" cy="1786726"/>
          </a:xfrm>
        </p:grpSpPr>
        <p:sp>
          <p:nvSpPr>
            <p:cNvPr id="240" name="Google Shape;240;p19"/>
            <p:cNvSpPr txBox="1"/>
            <p:nvPr/>
          </p:nvSpPr>
          <p:spPr>
            <a:xfrm>
              <a:off x="0" y="772951"/>
              <a:ext cx="56568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Elaborate on what you want to discuss. </a:t>
              </a:r>
              <a:endParaRPr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41" name="Google Shape;241;p19"/>
            <p:cNvSpPr txBox="1"/>
            <p:nvPr/>
          </p:nvSpPr>
          <p:spPr>
            <a:xfrm>
              <a:off x="0" y="-28575"/>
              <a:ext cx="5656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ADD A MAIN POINT</a:t>
              </a:r>
              <a:endParaRPr b="1"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42" name="Google Shape;242;p19"/>
          <p:cNvSpPr/>
          <p:nvPr/>
        </p:nvSpPr>
        <p:spPr>
          <a:xfrm>
            <a:off x="127978" y="1599624"/>
            <a:ext cx="418800" cy="3768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=lim(Δx→0)[4+4Δx+(Δx)²-4]/Δx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156420" y="609473"/>
            <a:ext cx="363348" cy="363348"/>
          </a:xfrm>
          <a:custGeom>
            <a:rect b="b" l="l" r="r" t="t"/>
            <a:pathLst>
              <a:path extrusionOk="0" h="1211159" w="1211159">
                <a:moveTo>
                  <a:pt x="605580" y="302793"/>
                </a:moveTo>
                <a:lnTo>
                  <a:pt x="581785" y="420649"/>
                </a:lnTo>
                <a:cubicBezTo>
                  <a:pt x="547311" y="502156"/>
                  <a:pt x="478162" y="565426"/>
                  <a:pt x="392831" y="591967"/>
                </a:cubicBezTo>
                <a:lnTo>
                  <a:pt x="302794" y="605580"/>
                </a:lnTo>
                <a:lnTo>
                  <a:pt x="363813" y="611731"/>
                </a:lnTo>
                <a:cubicBezTo>
                  <a:pt x="482078" y="635931"/>
                  <a:pt x="575228" y="729081"/>
                  <a:pt x="599428" y="847346"/>
                </a:cubicBezTo>
                <a:lnTo>
                  <a:pt x="605579" y="908364"/>
                </a:lnTo>
                <a:lnTo>
                  <a:pt x="610308" y="854770"/>
                </a:lnTo>
                <a:cubicBezTo>
                  <a:pt x="632061" y="732992"/>
                  <a:pt x="726617" y="636436"/>
                  <a:pt x="847346" y="611731"/>
                </a:cubicBezTo>
                <a:lnTo>
                  <a:pt x="908365" y="605580"/>
                </a:lnTo>
                <a:lnTo>
                  <a:pt x="818329" y="591967"/>
                </a:lnTo>
                <a:cubicBezTo>
                  <a:pt x="732998" y="565426"/>
                  <a:pt x="663849" y="502156"/>
                  <a:pt x="629374" y="420649"/>
                </a:cubicBezTo>
                <a:close/>
                <a:moveTo>
                  <a:pt x="302790" y="0"/>
                </a:moveTo>
                <a:cubicBezTo>
                  <a:pt x="428210" y="0"/>
                  <a:pt x="535819" y="76255"/>
                  <a:pt x="581785" y="184931"/>
                </a:cubicBezTo>
                <a:lnTo>
                  <a:pt x="605580" y="302788"/>
                </a:lnTo>
                <a:lnTo>
                  <a:pt x="629374" y="184931"/>
                </a:lnTo>
                <a:cubicBezTo>
                  <a:pt x="675340" y="76255"/>
                  <a:pt x="782950" y="0"/>
                  <a:pt x="908369" y="0"/>
                </a:cubicBezTo>
                <a:cubicBezTo>
                  <a:pt x="1075595" y="0"/>
                  <a:pt x="1211159" y="135564"/>
                  <a:pt x="1211159" y="302790"/>
                </a:cubicBezTo>
                <a:cubicBezTo>
                  <a:pt x="1211159" y="449113"/>
                  <a:pt x="1107368" y="571194"/>
                  <a:pt x="969392" y="599428"/>
                </a:cubicBezTo>
                <a:lnTo>
                  <a:pt x="908374" y="605580"/>
                </a:lnTo>
                <a:lnTo>
                  <a:pt x="969392" y="611731"/>
                </a:lnTo>
                <a:cubicBezTo>
                  <a:pt x="1107368" y="639965"/>
                  <a:pt x="1211159" y="762046"/>
                  <a:pt x="1211159" y="908369"/>
                </a:cubicBezTo>
                <a:cubicBezTo>
                  <a:pt x="1211159" y="1075595"/>
                  <a:pt x="1075595" y="1211159"/>
                  <a:pt x="908369" y="1211159"/>
                </a:cubicBezTo>
                <a:cubicBezTo>
                  <a:pt x="762046" y="1211159"/>
                  <a:pt x="639965" y="1107368"/>
                  <a:pt x="611731" y="969392"/>
                </a:cubicBezTo>
                <a:lnTo>
                  <a:pt x="605580" y="908374"/>
                </a:lnTo>
                <a:lnTo>
                  <a:pt x="599428" y="969392"/>
                </a:lnTo>
                <a:cubicBezTo>
                  <a:pt x="571194" y="1107368"/>
                  <a:pt x="449113" y="1211159"/>
                  <a:pt x="302790" y="1211159"/>
                </a:cubicBezTo>
                <a:cubicBezTo>
                  <a:pt x="135564" y="1211159"/>
                  <a:pt x="0" y="1075595"/>
                  <a:pt x="0" y="908369"/>
                </a:cubicBezTo>
                <a:cubicBezTo>
                  <a:pt x="0" y="762046"/>
                  <a:pt x="103791" y="639965"/>
                  <a:pt x="241767" y="611731"/>
                </a:cubicBezTo>
                <a:lnTo>
                  <a:pt x="302785" y="605580"/>
                </a:lnTo>
                <a:lnTo>
                  <a:pt x="241767" y="599428"/>
                </a:lnTo>
                <a:cubicBezTo>
                  <a:pt x="103791" y="571194"/>
                  <a:pt x="0" y="449113"/>
                  <a:pt x="0" y="302790"/>
                </a:cubicBezTo>
                <a:cubicBezTo>
                  <a:pt x="0" y="135564"/>
                  <a:pt x="135564" y="0"/>
                  <a:pt x="30279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例题1：用定义求f(x)=x²在x=2处的导数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0"/>
          <p:cNvPicPr preferRelativeResize="0"/>
          <p:nvPr/>
        </p:nvPicPr>
        <p:blipFill rotWithShape="1">
          <a:blip r:embed="rId3">
            <a:alphaModFix/>
          </a:blip>
          <a:srcRect b="1572" l="23305" r="21869" t="14322"/>
          <a:stretch/>
        </p:blipFill>
        <p:spPr>
          <a:xfrm>
            <a:off x="4117740" y="0"/>
            <a:ext cx="502626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514350" y="514350"/>
            <a:ext cx="30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典型例题讲解（综合）</a:t>
            </a:r>
            <a:endParaRPr sz="3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20"/>
          <p:cNvSpPr/>
          <p:nvPr/>
        </p:nvSpPr>
        <p:spPr>
          <a:xfrm rot="-5400000">
            <a:off x="2606183" y="3634958"/>
            <a:ext cx="1507800" cy="15153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例题2：判断f(x)=√x在x=0处的可导性</a:t>
            </a:r>
            <a:br/>
            <a:r>
              <a:t>解：考虑导数定义f'(0)=lim(Δx→0)[√(0+Δx)-√0]/Δx</a:t>
            </a:r>
            <a:br/>
            <a:r>
              <a:t>=lim(Δx→0)√Δx/Δx=lim(Δx→0)1/√Δx</a:t>
            </a:r>
            <a:br/>
            <a:r>
              <a:t>当Δx→0⁺时，极限为+∞；Δx→0⁻时无定义</a:t>
            </a:r>
            <a:br/>
            <a:r>
              <a:t>故极限不存在，函数在x=0处不可导</a:t>
            </a:r>
            <a:br/>
            <a:r>
              <a:t>注意：虽然函数在x=0处连续，但不可导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/>
          <p:nvPr/>
        </p:nvSpPr>
        <p:spPr>
          <a:xfrm>
            <a:off x="2682538" y="3874582"/>
            <a:ext cx="6461400" cy="126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1. 函数在一点可导，则在该点必连续。（对）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21"/>
          <p:cNvPicPr preferRelativeResize="0"/>
          <p:nvPr/>
        </p:nvPicPr>
        <p:blipFill rotWithShape="1">
          <a:blip r:embed="rId3">
            <a:alphaModFix/>
          </a:blip>
          <a:srcRect b="12092" l="0" r="0" t="12092"/>
          <a:stretch/>
        </p:blipFill>
        <p:spPr>
          <a:xfrm>
            <a:off x="3267983" y="514350"/>
            <a:ext cx="2482182" cy="282106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/>
          <p:nvPr/>
        </p:nvSpPr>
        <p:spPr>
          <a:xfrm>
            <a:off x="7233262" y="-1805351"/>
            <a:ext cx="3368192" cy="3368192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课堂互动环节</a:t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7527740" y="-1510872"/>
            <a:ext cx="2780348" cy="2780348"/>
          </a:xfrm>
          <a:custGeom>
            <a:rect b="b" l="l" r="r" t="t"/>
            <a:pathLst>
              <a:path extrusionOk="0" h="6355080" w="6355080">
                <a:moveTo>
                  <a:pt x="3177540" y="6355080"/>
                </a:moveTo>
                <a:cubicBezTo>
                  <a:pt x="2329180" y="6355080"/>
                  <a:pt x="1530350" y="6024880"/>
                  <a:pt x="930910" y="5424170"/>
                </a:cubicBezTo>
                <a:cubicBezTo>
                  <a:pt x="330200" y="4824730"/>
                  <a:pt x="0" y="4025900"/>
                  <a:pt x="0" y="3177540"/>
                </a:cubicBezTo>
                <a:cubicBezTo>
                  <a:pt x="0" y="2329180"/>
                  <a:pt x="330200" y="1530350"/>
                  <a:pt x="930910" y="930910"/>
                </a:cubicBezTo>
                <a:cubicBezTo>
                  <a:pt x="1530350" y="330200"/>
                  <a:pt x="2329180" y="0"/>
                  <a:pt x="3177540" y="0"/>
                </a:cubicBezTo>
                <a:cubicBezTo>
                  <a:pt x="4025900" y="0"/>
                  <a:pt x="4824730" y="330200"/>
                  <a:pt x="5424170" y="930910"/>
                </a:cubicBezTo>
                <a:cubicBezTo>
                  <a:pt x="6024880" y="1531620"/>
                  <a:pt x="6355080" y="2329180"/>
                  <a:pt x="6355080" y="3177540"/>
                </a:cubicBezTo>
                <a:cubicBezTo>
                  <a:pt x="6355080" y="4025900"/>
                  <a:pt x="6024880" y="4824730"/>
                  <a:pt x="5424170" y="5424170"/>
                </a:cubicBezTo>
                <a:cubicBezTo>
                  <a:pt x="4824730" y="6024880"/>
                  <a:pt x="4025900" y="6355080"/>
                  <a:pt x="3177540" y="6355080"/>
                </a:cubicBezTo>
                <a:close/>
                <a:moveTo>
                  <a:pt x="3177540" y="190500"/>
                </a:moveTo>
                <a:cubicBezTo>
                  <a:pt x="2379980" y="190500"/>
                  <a:pt x="1629410" y="501650"/>
                  <a:pt x="1065530" y="1065530"/>
                </a:cubicBezTo>
                <a:cubicBezTo>
                  <a:pt x="501650" y="1629410"/>
                  <a:pt x="190500" y="2379980"/>
                  <a:pt x="190500" y="3177540"/>
                </a:cubicBezTo>
                <a:cubicBezTo>
                  <a:pt x="190500" y="3975100"/>
                  <a:pt x="501650" y="4725670"/>
                  <a:pt x="1065530" y="5289550"/>
                </a:cubicBezTo>
                <a:cubicBezTo>
                  <a:pt x="1629410" y="5853430"/>
                  <a:pt x="2379980" y="6164580"/>
                  <a:pt x="3177540" y="6164580"/>
                </a:cubicBezTo>
                <a:cubicBezTo>
                  <a:pt x="3975100" y="6164580"/>
                  <a:pt x="4725670" y="5853430"/>
                  <a:pt x="5289550" y="5289550"/>
                </a:cubicBezTo>
                <a:cubicBezTo>
                  <a:pt x="5853430" y="4725670"/>
                  <a:pt x="6164580" y="3975100"/>
                  <a:pt x="6164580" y="3177540"/>
                </a:cubicBezTo>
                <a:cubicBezTo>
                  <a:pt x="6164580" y="2379980"/>
                  <a:pt x="5853430" y="1629410"/>
                  <a:pt x="5289550" y="1065530"/>
                </a:cubicBezTo>
                <a:cubicBezTo>
                  <a:pt x="4725670" y="501650"/>
                  <a:pt x="3975100" y="190500"/>
                  <a:pt x="3177540" y="19050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互动形式：判断对错抢答</a:t>
            </a:r>
            <a:endParaRPr/>
          </a:p>
        </p:txBody>
      </p:sp>
      <p:pic>
        <p:nvPicPr>
          <p:cNvPr id="259" name="Google Shape;259;p21"/>
          <p:cNvPicPr preferRelativeResize="0"/>
          <p:nvPr/>
        </p:nvPicPr>
        <p:blipFill rotWithShape="1">
          <a:blip r:embed="rId4">
            <a:alphaModFix/>
          </a:blip>
          <a:srcRect b="0" l="35331" r="6006" t="0"/>
          <a:stretch/>
        </p:blipFill>
        <p:spPr>
          <a:xfrm>
            <a:off x="5992172" y="514350"/>
            <a:ext cx="2482183" cy="2821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/>
          <p:cNvPicPr preferRelativeResize="0"/>
          <p:nvPr/>
        </p:nvPicPr>
        <p:blipFill rotWithShape="1">
          <a:blip r:embed="rId5">
            <a:alphaModFix/>
          </a:blip>
          <a:srcRect b="0" l="29117" r="39809" t="10690"/>
          <a:stretch/>
        </p:blipFill>
        <p:spPr>
          <a:xfrm>
            <a:off x="0" y="0"/>
            <a:ext cx="2682538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>
            <a:off x="3267983" y="4351402"/>
            <a:ext cx="5206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Write a caption for the photos.</a:t>
            </a:r>
            <a:endParaRPr sz="1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1949906" y="3874582"/>
            <a:ext cx="1472100" cy="1269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题目：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>
            <a:off x="2514505" y="1882406"/>
            <a:ext cx="5830313" cy="1369752"/>
            <a:chOff x="0" y="0"/>
            <a:chExt cx="15547500" cy="3652672"/>
          </a:xfrm>
        </p:grpSpPr>
        <p:sp>
          <p:nvSpPr>
            <p:cNvPr id="268" name="Google Shape;268;p22"/>
            <p:cNvSpPr txBox="1"/>
            <p:nvPr/>
          </p:nvSpPr>
          <p:spPr>
            <a:xfrm>
              <a:off x="0" y="3118972"/>
              <a:ext cx="155475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Include a citation or supporting message</a:t>
              </a:r>
              <a:endParaRPr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9" name="Google Shape;269;p22"/>
            <p:cNvSpPr txBox="1"/>
            <p:nvPr/>
          </p:nvSpPr>
          <p:spPr>
            <a:xfrm>
              <a:off x="0" y="0"/>
              <a:ext cx="15547500" cy="27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Write an original statement or inspiring quote</a:t>
              </a:r>
              <a:endParaRPr sz="3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70" name="Google Shape;270;p22"/>
          <p:cNvSpPr/>
          <p:nvPr/>
        </p:nvSpPr>
        <p:spPr>
          <a:xfrm>
            <a:off x="475116" y="4089292"/>
            <a:ext cx="1223100" cy="1054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• 导数定义：瞬时变化率的极限</a:t>
            </a:r>
            <a:br/>
            <a:r>
              <a:t>教学方法：讲授法结合几何可视化、案例分析法、互动抢答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 rot="10800000">
            <a:off x="514431" y="8"/>
            <a:ext cx="1222800" cy="10542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课程小结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575990" y="2062320"/>
            <a:ext cx="1020401" cy="1020401"/>
          </a:xfrm>
          <a:custGeom>
            <a:rect b="b" l="l" r="r" t="t"/>
            <a:pathLst>
              <a:path extrusionOk="0" h="1211159" w="1211159">
                <a:moveTo>
                  <a:pt x="605580" y="302793"/>
                </a:moveTo>
                <a:lnTo>
                  <a:pt x="581785" y="420649"/>
                </a:lnTo>
                <a:cubicBezTo>
                  <a:pt x="547311" y="502156"/>
                  <a:pt x="478162" y="565426"/>
                  <a:pt x="392831" y="591967"/>
                </a:cubicBezTo>
                <a:lnTo>
                  <a:pt x="302794" y="605580"/>
                </a:lnTo>
                <a:lnTo>
                  <a:pt x="363813" y="611731"/>
                </a:lnTo>
                <a:cubicBezTo>
                  <a:pt x="482078" y="635931"/>
                  <a:pt x="575228" y="729081"/>
                  <a:pt x="599428" y="847346"/>
                </a:cubicBezTo>
                <a:lnTo>
                  <a:pt x="605579" y="908364"/>
                </a:lnTo>
                <a:lnTo>
                  <a:pt x="610308" y="854770"/>
                </a:lnTo>
                <a:cubicBezTo>
                  <a:pt x="632061" y="732992"/>
                  <a:pt x="726617" y="636436"/>
                  <a:pt x="847346" y="611731"/>
                </a:cubicBezTo>
                <a:lnTo>
                  <a:pt x="908365" y="605580"/>
                </a:lnTo>
                <a:lnTo>
                  <a:pt x="818329" y="591967"/>
                </a:lnTo>
                <a:cubicBezTo>
                  <a:pt x="732998" y="565426"/>
                  <a:pt x="663849" y="502156"/>
                  <a:pt x="629374" y="420649"/>
                </a:cubicBezTo>
                <a:close/>
                <a:moveTo>
                  <a:pt x="302790" y="0"/>
                </a:moveTo>
                <a:cubicBezTo>
                  <a:pt x="428210" y="0"/>
                  <a:pt x="535819" y="76255"/>
                  <a:pt x="581785" y="184931"/>
                </a:cubicBezTo>
                <a:lnTo>
                  <a:pt x="605580" y="302788"/>
                </a:lnTo>
                <a:lnTo>
                  <a:pt x="629374" y="184931"/>
                </a:lnTo>
                <a:cubicBezTo>
                  <a:pt x="675340" y="76255"/>
                  <a:pt x="782950" y="0"/>
                  <a:pt x="908369" y="0"/>
                </a:cubicBezTo>
                <a:cubicBezTo>
                  <a:pt x="1075595" y="0"/>
                  <a:pt x="1211159" y="135564"/>
                  <a:pt x="1211159" y="302790"/>
                </a:cubicBezTo>
                <a:cubicBezTo>
                  <a:pt x="1211159" y="449113"/>
                  <a:pt x="1107368" y="571194"/>
                  <a:pt x="969392" y="599428"/>
                </a:cubicBezTo>
                <a:lnTo>
                  <a:pt x="908374" y="605580"/>
                </a:lnTo>
                <a:lnTo>
                  <a:pt x="969392" y="611731"/>
                </a:lnTo>
                <a:cubicBezTo>
                  <a:pt x="1107368" y="639965"/>
                  <a:pt x="1211159" y="762046"/>
                  <a:pt x="1211159" y="908369"/>
                </a:cubicBezTo>
                <a:cubicBezTo>
                  <a:pt x="1211159" y="1075595"/>
                  <a:pt x="1075595" y="1211159"/>
                  <a:pt x="908369" y="1211159"/>
                </a:cubicBezTo>
                <a:cubicBezTo>
                  <a:pt x="762046" y="1211159"/>
                  <a:pt x="639965" y="1107368"/>
                  <a:pt x="611731" y="969392"/>
                </a:cubicBezTo>
                <a:lnTo>
                  <a:pt x="605580" y="908374"/>
                </a:lnTo>
                <a:lnTo>
                  <a:pt x="599428" y="969392"/>
                </a:lnTo>
                <a:cubicBezTo>
                  <a:pt x="571194" y="1107368"/>
                  <a:pt x="449113" y="1211159"/>
                  <a:pt x="302790" y="1211159"/>
                </a:cubicBezTo>
                <a:cubicBezTo>
                  <a:pt x="135564" y="1211159"/>
                  <a:pt x="0" y="1075595"/>
                  <a:pt x="0" y="908369"/>
                </a:cubicBezTo>
                <a:cubicBezTo>
                  <a:pt x="0" y="762046"/>
                  <a:pt x="103791" y="639965"/>
                  <a:pt x="241767" y="611731"/>
                </a:cubicBezTo>
                <a:lnTo>
                  <a:pt x="302785" y="605580"/>
                </a:lnTo>
                <a:lnTo>
                  <a:pt x="241767" y="599428"/>
                </a:lnTo>
                <a:cubicBezTo>
                  <a:pt x="103791" y="571194"/>
                  <a:pt x="0" y="449113"/>
                  <a:pt x="0" y="302790"/>
                </a:cubicBezTo>
                <a:cubicBezTo>
                  <a:pt x="0" y="135564"/>
                  <a:pt x="135564" y="0"/>
                  <a:pt x="30279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核心内容回顾：</a:t>
            </a:r>
            <a:br/>
            <a:r>
              <a:t>• 可导与连续：可导⇒连续，连续⇏可导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>• 几何意义：曲线切线的斜率</a:t>
            </a:r>
            <a:br/>
            <a:r>
              <a:t>课堂活动设计：导入-概念建构-例题讲解-互动抢答-小结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 White and Black Geometric Mathematics Lesson Math Creative Presentation template">
  <a:themeElements>
    <a:clrScheme name="Custom 347">
      <a:dk1>
        <a:srgbClr val="1C1D31"/>
      </a:dk1>
      <a:lt1>
        <a:srgbClr val="FFFFFF"/>
      </a:lt1>
      <a:dk2>
        <a:srgbClr val="423EE1"/>
      </a:dk2>
      <a:lt2>
        <a:srgbClr val="3833B0"/>
      </a:lt2>
      <a:accent1>
        <a:srgbClr val="EDECED"/>
      </a:accent1>
      <a:accent2>
        <a:srgbClr val="1C1D31"/>
      </a:accent2>
      <a:accent3>
        <a:srgbClr val="FFFFFF"/>
      </a:accent3>
      <a:accent4>
        <a:srgbClr val="423EE1"/>
      </a:accent4>
      <a:accent5>
        <a:srgbClr val="3833B0"/>
      </a:accent5>
      <a:accent6>
        <a:srgbClr val="EEECED"/>
      </a:accent6>
      <a:hlink>
        <a:srgbClr val="1C1D31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