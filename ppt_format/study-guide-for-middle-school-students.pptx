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87D3915-8147-47B5-915A-8A6B44E20CAA}">
  <a:tblStyle styleId="{787D3915-8147-47B5-915A-8A6B44E20CA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69D8531-1FDC-4FB1-80C8-1F1FA611EEF3}"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1" name="Shape 2091"/>
        <p:cNvGrpSpPr/>
        <p:nvPr/>
      </p:nvGrpSpPr>
      <p:grpSpPr>
        <a:xfrm>
          <a:off x="0" y="0"/>
          <a:ext cx="0" cy="0"/>
          <a:chOff x="0" y="0"/>
          <a:chExt cx="0" cy="0"/>
        </a:xfrm>
      </p:grpSpPr>
      <p:sp>
        <p:nvSpPr>
          <p:cNvPr id="2092" name="Google Shape;209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3" name="Google Shape;209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1" name="Shape 2141"/>
        <p:cNvGrpSpPr/>
        <p:nvPr/>
      </p:nvGrpSpPr>
      <p:grpSpPr>
        <a:xfrm>
          <a:off x="0" y="0"/>
          <a:ext cx="0" cy="0"/>
          <a:chOff x="0" y="0"/>
          <a:chExt cx="0" cy="0"/>
        </a:xfrm>
      </p:grpSpPr>
      <p:sp>
        <p:nvSpPr>
          <p:cNvPr id="2142" name="Google Shape;214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3" name="Google Shape;214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 name="Shape 2167"/>
        <p:cNvGrpSpPr/>
        <p:nvPr/>
      </p:nvGrpSpPr>
      <p:grpSpPr>
        <a:xfrm>
          <a:off x="0" y="0"/>
          <a:ext cx="0" cy="0"/>
          <a:chOff x="0" y="0"/>
          <a:chExt cx="0" cy="0"/>
        </a:xfrm>
      </p:grpSpPr>
      <p:sp>
        <p:nvSpPr>
          <p:cNvPr id="2168" name="Google Shape;2168;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9" name="Google Shape;2169;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3" name="Google Shape;2223;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9" name="Shape 2249"/>
        <p:cNvGrpSpPr/>
        <p:nvPr/>
      </p:nvGrpSpPr>
      <p:grpSpPr>
        <a:xfrm>
          <a:off x="0" y="0"/>
          <a:ext cx="0" cy="0"/>
          <a:chOff x="0" y="0"/>
          <a:chExt cx="0" cy="0"/>
        </a:xfrm>
      </p:grpSpPr>
      <p:sp>
        <p:nvSpPr>
          <p:cNvPr id="2250" name="Google Shape;225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1" name="Google Shape;225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4" name="Shape 2274"/>
        <p:cNvGrpSpPr/>
        <p:nvPr/>
      </p:nvGrpSpPr>
      <p:grpSpPr>
        <a:xfrm>
          <a:off x="0" y="0"/>
          <a:ext cx="0" cy="0"/>
          <a:chOff x="0" y="0"/>
          <a:chExt cx="0" cy="0"/>
        </a:xfrm>
      </p:grpSpPr>
      <p:sp>
        <p:nvSpPr>
          <p:cNvPr id="2275" name="Google Shape;227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6" name="Google Shape;227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1" name="Shape 2331"/>
        <p:cNvGrpSpPr/>
        <p:nvPr/>
      </p:nvGrpSpPr>
      <p:grpSpPr>
        <a:xfrm>
          <a:off x="0" y="0"/>
          <a:ext cx="0" cy="0"/>
          <a:chOff x="0" y="0"/>
          <a:chExt cx="0" cy="0"/>
        </a:xfrm>
      </p:grpSpPr>
      <p:sp>
        <p:nvSpPr>
          <p:cNvPr id="2332" name="Google Shape;2332;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3" name="Google Shape;2333;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3" name="Shape 2383"/>
        <p:cNvGrpSpPr/>
        <p:nvPr/>
      </p:nvGrpSpPr>
      <p:grpSpPr>
        <a:xfrm>
          <a:off x="0" y="0"/>
          <a:ext cx="0" cy="0"/>
          <a:chOff x="0" y="0"/>
          <a:chExt cx="0" cy="0"/>
        </a:xfrm>
      </p:grpSpPr>
      <p:sp>
        <p:nvSpPr>
          <p:cNvPr id="2384" name="Google Shape;2384;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5" name="Google Shape;2385;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9" name="Shape 2409"/>
        <p:cNvGrpSpPr/>
        <p:nvPr/>
      </p:nvGrpSpPr>
      <p:grpSpPr>
        <a:xfrm>
          <a:off x="0" y="0"/>
          <a:ext cx="0" cy="0"/>
          <a:chOff x="0" y="0"/>
          <a:chExt cx="0" cy="0"/>
        </a:xfrm>
      </p:grpSpPr>
      <p:sp>
        <p:nvSpPr>
          <p:cNvPr id="2410" name="Google Shape;2410;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1" name="Google Shape;2411;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0" name="Shape 2430"/>
        <p:cNvGrpSpPr/>
        <p:nvPr/>
      </p:nvGrpSpPr>
      <p:grpSpPr>
        <a:xfrm>
          <a:off x="0" y="0"/>
          <a:ext cx="0" cy="0"/>
          <a:chOff x="0" y="0"/>
          <a:chExt cx="0" cy="0"/>
        </a:xfrm>
      </p:grpSpPr>
      <p:sp>
        <p:nvSpPr>
          <p:cNvPr id="2431" name="Google Shape;2431;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2" name="Google Shape;2432;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6" name="Shape 2496"/>
        <p:cNvGrpSpPr/>
        <p:nvPr/>
      </p:nvGrpSpPr>
      <p:grpSpPr>
        <a:xfrm>
          <a:off x="0" y="0"/>
          <a:ext cx="0" cy="0"/>
          <a:chOff x="0" y="0"/>
          <a:chExt cx="0" cy="0"/>
        </a:xfrm>
      </p:grpSpPr>
      <p:sp>
        <p:nvSpPr>
          <p:cNvPr id="2497" name="Google Shape;2497;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8" name="Google Shape;2498;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1" name="Shape 2591"/>
        <p:cNvGrpSpPr/>
        <p:nvPr/>
      </p:nvGrpSpPr>
      <p:grpSpPr>
        <a:xfrm>
          <a:off x="0" y="0"/>
          <a:ext cx="0" cy="0"/>
          <a:chOff x="0" y="0"/>
          <a:chExt cx="0" cy="0"/>
        </a:xfrm>
      </p:grpSpPr>
      <p:sp>
        <p:nvSpPr>
          <p:cNvPr id="2592" name="Google Shape;2592;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3" name="Google Shape;2593;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6" name="Shape 2626"/>
        <p:cNvGrpSpPr/>
        <p:nvPr/>
      </p:nvGrpSpPr>
      <p:grpSpPr>
        <a:xfrm>
          <a:off x="0" y="0"/>
          <a:ext cx="0" cy="0"/>
          <a:chOff x="0" y="0"/>
          <a:chExt cx="0" cy="0"/>
        </a:xfrm>
      </p:grpSpPr>
      <p:sp>
        <p:nvSpPr>
          <p:cNvPr id="2627" name="Google Shape;2627;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8" name="Google Shape;2628;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0" name="Shape 2660"/>
        <p:cNvGrpSpPr/>
        <p:nvPr/>
      </p:nvGrpSpPr>
      <p:grpSpPr>
        <a:xfrm>
          <a:off x="0" y="0"/>
          <a:ext cx="0" cy="0"/>
          <a:chOff x="0" y="0"/>
          <a:chExt cx="0" cy="0"/>
        </a:xfrm>
      </p:grpSpPr>
      <p:sp>
        <p:nvSpPr>
          <p:cNvPr id="2661" name="Google Shape;2661;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2" name="Google Shape;2662;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2" name="Shape 2692"/>
        <p:cNvGrpSpPr/>
        <p:nvPr/>
      </p:nvGrpSpPr>
      <p:grpSpPr>
        <a:xfrm>
          <a:off x="0" y="0"/>
          <a:ext cx="0" cy="0"/>
          <a:chOff x="0" y="0"/>
          <a:chExt cx="0" cy="0"/>
        </a:xfrm>
      </p:grpSpPr>
      <p:sp>
        <p:nvSpPr>
          <p:cNvPr id="2693" name="Google Shape;2693;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4" name="Google Shape;2694;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0" name="Shape 2700"/>
        <p:cNvGrpSpPr/>
        <p:nvPr/>
      </p:nvGrpSpPr>
      <p:grpSpPr>
        <a:xfrm>
          <a:off x="0" y="0"/>
          <a:ext cx="0" cy="0"/>
          <a:chOff x="0" y="0"/>
          <a:chExt cx="0" cy="0"/>
        </a:xfrm>
      </p:grpSpPr>
      <p:sp>
        <p:nvSpPr>
          <p:cNvPr id="2701" name="Google Shape;2701;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2" name="Google Shape;2702;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1" name="Shape 2711"/>
        <p:cNvGrpSpPr/>
        <p:nvPr/>
      </p:nvGrpSpPr>
      <p:grpSpPr>
        <a:xfrm>
          <a:off x="0" y="0"/>
          <a:ext cx="0" cy="0"/>
          <a:chOff x="0" y="0"/>
          <a:chExt cx="0" cy="0"/>
        </a:xfrm>
      </p:grpSpPr>
      <p:sp>
        <p:nvSpPr>
          <p:cNvPr id="2712" name="Google Shape;271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3" name="Google Shape;271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8" name="Shape 2738"/>
        <p:cNvGrpSpPr/>
        <p:nvPr/>
      </p:nvGrpSpPr>
      <p:grpSpPr>
        <a:xfrm>
          <a:off x="0" y="0"/>
          <a:ext cx="0" cy="0"/>
          <a:chOff x="0" y="0"/>
          <a:chExt cx="0" cy="0"/>
        </a:xfrm>
      </p:grpSpPr>
      <p:sp>
        <p:nvSpPr>
          <p:cNvPr id="2739" name="Google Shape;273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0" name="Google Shape;274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7" name="Shape 2767"/>
        <p:cNvGrpSpPr/>
        <p:nvPr/>
      </p:nvGrpSpPr>
      <p:grpSpPr>
        <a:xfrm>
          <a:off x="0" y="0"/>
          <a:ext cx="0" cy="0"/>
          <a:chOff x="0" y="0"/>
          <a:chExt cx="0" cy="0"/>
        </a:xfrm>
      </p:grpSpPr>
      <p:sp>
        <p:nvSpPr>
          <p:cNvPr id="2768" name="Google Shape;2768;g1dbf865485b_0_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9" name="Google Shape;2769;g1dbf865485b_0_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1" name="Shape 2801"/>
        <p:cNvGrpSpPr/>
        <p:nvPr/>
      </p:nvGrpSpPr>
      <p:grpSpPr>
        <a:xfrm>
          <a:off x="0" y="0"/>
          <a:ext cx="0" cy="0"/>
          <a:chOff x="0" y="0"/>
          <a:chExt cx="0" cy="0"/>
        </a:xfrm>
      </p:grpSpPr>
      <p:sp>
        <p:nvSpPr>
          <p:cNvPr id="2802" name="Google Shape;2802;g1dbf865485b_0_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3" name="Google Shape;2803;g1dbf865485b_0_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4" name="Shape 2824"/>
        <p:cNvGrpSpPr/>
        <p:nvPr/>
      </p:nvGrpSpPr>
      <p:grpSpPr>
        <a:xfrm>
          <a:off x="0" y="0"/>
          <a:ext cx="0" cy="0"/>
          <a:chOff x="0" y="0"/>
          <a:chExt cx="0" cy="0"/>
        </a:xfrm>
      </p:grpSpPr>
      <p:sp>
        <p:nvSpPr>
          <p:cNvPr id="2825" name="Google Shape;2825;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6" name="Google Shape;2826;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0" name="Shape 2900"/>
        <p:cNvGrpSpPr/>
        <p:nvPr/>
      </p:nvGrpSpPr>
      <p:grpSpPr>
        <a:xfrm>
          <a:off x="0" y="0"/>
          <a:ext cx="0" cy="0"/>
          <a:chOff x="0" y="0"/>
          <a:chExt cx="0" cy="0"/>
        </a:xfrm>
      </p:grpSpPr>
      <p:sp>
        <p:nvSpPr>
          <p:cNvPr id="2901" name="Google Shape;2901;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2" name="Google Shape;2902;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5" name="Shape 2915"/>
        <p:cNvGrpSpPr/>
        <p:nvPr/>
      </p:nvGrpSpPr>
      <p:grpSpPr>
        <a:xfrm>
          <a:off x="0" y="0"/>
          <a:ext cx="0" cy="0"/>
          <a:chOff x="0" y="0"/>
          <a:chExt cx="0" cy="0"/>
        </a:xfrm>
      </p:grpSpPr>
      <p:sp>
        <p:nvSpPr>
          <p:cNvPr id="2916" name="Google Shape;2916;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7" name="Google Shape;2917;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9" name="Shape 2929"/>
        <p:cNvGrpSpPr/>
        <p:nvPr/>
      </p:nvGrpSpPr>
      <p:grpSpPr>
        <a:xfrm>
          <a:off x="0" y="0"/>
          <a:ext cx="0" cy="0"/>
          <a:chOff x="0" y="0"/>
          <a:chExt cx="0" cy="0"/>
        </a:xfrm>
      </p:grpSpPr>
      <p:sp>
        <p:nvSpPr>
          <p:cNvPr id="2930" name="Google Shape;2930;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1" name="Google Shape;2931;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7" name="Shape 2957"/>
        <p:cNvGrpSpPr/>
        <p:nvPr/>
      </p:nvGrpSpPr>
      <p:grpSpPr>
        <a:xfrm>
          <a:off x="0" y="0"/>
          <a:ext cx="0" cy="0"/>
          <a:chOff x="0" y="0"/>
          <a:chExt cx="0" cy="0"/>
        </a:xfrm>
      </p:grpSpPr>
      <p:sp>
        <p:nvSpPr>
          <p:cNvPr id="2958" name="Google Shape;2958;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9" name="Google Shape;2959;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7" name="Shape 3207"/>
        <p:cNvGrpSpPr/>
        <p:nvPr/>
      </p:nvGrpSpPr>
      <p:grpSpPr>
        <a:xfrm>
          <a:off x="0" y="0"/>
          <a:ext cx="0" cy="0"/>
          <a:chOff x="0" y="0"/>
          <a:chExt cx="0" cy="0"/>
        </a:xfrm>
      </p:grpSpPr>
      <p:sp>
        <p:nvSpPr>
          <p:cNvPr id="3208" name="Google Shape;3208;g1dbf865485b_0_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9" name="Google Shape;3209;g1dbf865485b_0_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1" name="Shape 3231"/>
        <p:cNvGrpSpPr/>
        <p:nvPr/>
      </p:nvGrpSpPr>
      <p:grpSpPr>
        <a:xfrm>
          <a:off x="0" y="0"/>
          <a:ext cx="0" cy="0"/>
          <a:chOff x="0" y="0"/>
          <a:chExt cx="0" cy="0"/>
        </a:xfrm>
      </p:grpSpPr>
      <p:sp>
        <p:nvSpPr>
          <p:cNvPr id="3232" name="Google Shape;323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3" name="Google Shape;323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0" name="Shape 3310"/>
        <p:cNvGrpSpPr/>
        <p:nvPr/>
      </p:nvGrpSpPr>
      <p:grpSpPr>
        <a:xfrm>
          <a:off x="0" y="0"/>
          <a:ext cx="0" cy="0"/>
          <a:chOff x="0" y="0"/>
          <a:chExt cx="0" cy="0"/>
        </a:xfrm>
      </p:grpSpPr>
      <p:sp>
        <p:nvSpPr>
          <p:cNvPr id="3311" name="Google Shape;3311;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2" name="Google Shape;3312;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0" name="Shape 3410"/>
        <p:cNvGrpSpPr/>
        <p:nvPr/>
      </p:nvGrpSpPr>
      <p:grpSpPr>
        <a:xfrm>
          <a:off x="0" y="0"/>
          <a:ext cx="0" cy="0"/>
          <a:chOff x="0" y="0"/>
          <a:chExt cx="0" cy="0"/>
        </a:xfrm>
      </p:grpSpPr>
      <p:sp>
        <p:nvSpPr>
          <p:cNvPr id="3411" name="Google Shape;3411;g1dbf865485b_0_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2" name="Google Shape;3412;g1dbf865485b_0_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7" name="Shape 3437"/>
        <p:cNvGrpSpPr/>
        <p:nvPr/>
      </p:nvGrpSpPr>
      <p:grpSpPr>
        <a:xfrm>
          <a:off x="0" y="0"/>
          <a:ext cx="0" cy="0"/>
          <a:chOff x="0" y="0"/>
          <a:chExt cx="0" cy="0"/>
        </a:xfrm>
      </p:grpSpPr>
      <p:sp>
        <p:nvSpPr>
          <p:cNvPr id="3438" name="Google Shape;3438;g20224607598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9" name="Google Shape;3439;g20224607598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2" name="Shape 3592"/>
        <p:cNvGrpSpPr/>
        <p:nvPr/>
      </p:nvGrpSpPr>
      <p:grpSpPr>
        <a:xfrm>
          <a:off x="0" y="0"/>
          <a:ext cx="0" cy="0"/>
          <a:chOff x="0" y="0"/>
          <a:chExt cx="0" cy="0"/>
        </a:xfrm>
      </p:grpSpPr>
      <p:sp>
        <p:nvSpPr>
          <p:cNvPr id="3593" name="Google Shape;3593;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4" name="Google Shape;3594;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5" name="Shape 3615"/>
        <p:cNvGrpSpPr/>
        <p:nvPr/>
      </p:nvGrpSpPr>
      <p:grpSpPr>
        <a:xfrm>
          <a:off x="0" y="0"/>
          <a:ext cx="0" cy="0"/>
          <a:chOff x="0" y="0"/>
          <a:chExt cx="0" cy="0"/>
        </a:xfrm>
      </p:grpSpPr>
      <p:sp>
        <p:nvSpPr>
          <p:cNvPr id="3616" name="Google Shape;3616;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7" name="Google Shape;3617;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7" name="Shape 3647"/>
        <p:cNvGrpSpPr/>
        <p:nvPr/>
      </p:nvGrpSpPr>
      <p:grpSpPr>
        <a:xfrm>
          <a:off x="0" y="0"/>
          <a:ext cx="0" cy="0"/>
          <a:chOff x="0" y="0"/>
          <a:chExt cx="0" cy="0"/>
        </a:xfrm>
      </p:grpSpPr>
      <p:sp>
        <p:nvSpPr>
          <p:cNvPr id="3648" name="Google Shape;3648;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9" name="Google Shape;3649;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5" name="Shape 3675"/>
        <p:cNvGrpSpPr/>
        <p:nvPr/>
      </p:nvGrpSpPr>
      <p:grpSpPr>
        <a:xfrm>
          <a:off x="0" y="0"/>
          <a:ext cx="0" cy="0"/>
          <a:chOff x="0" y="0"/>
          <a:chExt cx="0" cy="0"/>
        </a:xfrm>
      </p:grpSpPr>
      <p:sp>
        <p:nvSpPr>
          <p:cNvPr id="3676" name="Google Shape;3676;g1dbf865485b_0_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7" name="Google Shape;3677;g1dbf865485b_0_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0" name="Shape 3710"/>
        <p:cNvGrpSpPr/>
        <p:nvPr/>
      </p:nvGrpSpPr>
      <p:grpSpPr>
        <a:xfrm>
          <a:off x="0" y="0"/>
          <a:ext cx="0" cy="0"/>
          <a:chOff x="0" y="0"/>
          <a:chExt cx="0" cy="0"/>
        </a:xfrm>
      </p:grpSpPr>
      <p:sp>
        <p:nvSpPr>
          <p:cNvPr id="3711" name="Google Shape;371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2" name="Google Shape;371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1" name="Shape 3781"/>
        <p:cNvGrpSpPr/>
        <p:nvPr/>
      </p:nvGrpSpPr>
      <p:grpSpPr>
        <a:xfrm>
          <a:off x="0" y="0"/>
          <a:ext cx="0" cy="0"/>
          <a:chOff x="0" y="0"/>
          <a:chExt cx="0" cy="0"/>
        </a:xfrm>
      </p:grpSpPr>
      <p:sp>
        <p:nvSpPr>
          <p:cNvPr id="3782" name="Google Shape;3782;g1db521d63e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3" name="Google Shape;3783;g1db521d63e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2" name="Shape 4752"/>
        <p:cNvGrpSpPr/>
        <p:nvPr/>
      </p:nvGrpSpPr>
      <p:grpSpPr>
        <a:xfrm>
          <a:off x="0" y="0"/>
          <a:ext cx="0" cy="0"/>
          <a:chOff x="0" y="0"/>
          <a:chExt cx="0" cy="0"/>
        </a:xfrm>
      </p:grpSpPr>
      <p:sp>
        <p:nvSpPr>
          <p:cNvPr id="4753" name="Google Shape;4753;g1db521d63e3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4" name="Google Shape;4754;g1db521d63e3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7" name="Shape 4817"/>
        <p:cNvGrpSpPr/>
        <p:nvPr/>
      </p:nvGrpSpPr>
      <p:grpSpPr>
        <a:xfrm>
          <a:off x="0" y="0"/>
          <a:ext cx="0" cy="0"/>
          <a:chOff x="0" y="0"/>
          <a:chExt cx="0" cy="0"/>
        </a:xfrm>
      </p:grpSpPr>
      <p:sp>
        <p:nvSpPr>
          <p:cNvPr id="4818" name="Google Shape;4818;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9" name="Google Shape;4819;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4" name="Shape 4824"/>
        <p:cNvGrpSpPr/>
        <p:nvPr/>
      </p:nvGrpSpPr>
      <p:grpSpPr>
        <a:xfrm>
          <a:off x="0" y="0"/>
          <a:ext cx="0" cy="0"/>
          <a:chOff x="0" y="0"/>
          <a:chExt cx="0" cy="0"/>
        </a:xfrm>
      </p:grpSpPr>
      <p:sp>
        <p:nvSpPr>
          <p:cNvPr id="4825" name="Google Shape;4825;g2028650910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6" name="Google Shape;4826;g2028650910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0" name="Shape 4830"/>
        <p:cNvGrpSpPr/>
        <p:nvPr/>
      </p:nvGrpSpPr>
      <p:grpSpPr>
        <a:xfrm>
          <a:off x="0" y="0"/>
          <a:ext cx="0" cy="0"/>
          <a:chOff x="0" y="0"/>
          <a:chExt cx="0" cy="0"/>
        </a:xfrm>
      </p:grpSpPr>
      <p:sp>
        <p:nvSpPr>
          <p:cNvPr id="4831" name="Google Shape;4831;g2028650910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2" name="Google Shape;4832;g2028650910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g2028650910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8" name="Google Shape;4838;g2028650910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6" name="Shape 4856"/>
        <p:cNvGrpSpPr/>
        <p:nvPr/>
      </p:nvGrpSpPr>
      <p:grpSpPr>
        <a:xfrm>
          <a:off x="0" y="0"/>
          <a:ext cx="0" cy="0"/>
          <a:chOff x="0" y="0"/>
          <a:chExt cx="0" cy="0"/>
        </a:xfrm>
      </p:grpSpPr>
      <p:sp>
        <p:nvSpPr>
          <p:cNvPr id="4857" name="Google Shape;4857;g20286509101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8" name="Google Shape;4858;g20286509101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2" name="Shape 4872"/>
        <p:cNvGrpSpPr/>
        <p:nvPr/>
      </p:nvGrpSpPr>
      <p:grpSpPr>
        <a:xfrm>
          <a:off x="0" y="0"/>
          <a:ext cx="0" cy="0"/>
          <a:chOff x="0" y="0"/>
          <a:chExt cx="0" cy="0"/>
        </a:xfrm>
      </p:grpSpPr>
      <p:sp>
        <p:nvSpPr>
          <p:cNvPr id="4873" name="Google Shape;4873;g20286509101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4" name="Google Shape;4874;g20286509101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1" name="Shape 5211"/>
        <p:cNvGrpSpPr/>
        <p:nvPr/>
      </p:nvGrpSpPr>
      <p:grpSpPr>
        <a:xfrm>
          <a:off x="0" y="0"/>
          <a:ext cx="0" cy="0"/>
          <a:chOff x="0" y="0"/>
          <a:chExt cx="0" cy="0"/>
        </a:xfrm>
      </p:grpSpPr>
      <p:sp>
        <p:nvSpPr>
          <p:cNvPr id="5212" name="Google Shape;5212;g20286509101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3" name="Google Shape;5213;g20286509101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2" name="Shape 7412"/>
        <p:cNvGrpSpPr/>
        <p:nvPr/>
      </p:nvGrpSpPr>
      <p:grpSpPr>
        <a:xfrm>
          <a:off x="0" y="0"/>
          <a:ext cx="0" cy="0"/>
          <a:chOff x="0" y="0"/>
          <a:chExt cx="0" cy="0"/>
        </a:xfrm>
      </p:grpSpPr>
      <p:sp>
        <p:nvSpPr>
          <p:cNvPr id="7413" name="Google Shape;7413;g20286509101_0_2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4" name="Google Shape;7414;g20286509101_0_2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1" name="Shape 7831"/>
        <p:cNvGrpSpPr/>
        <p:nvPr/>
      </p:nvGrpSpPr>
      <p:grpSpPr>
        <a:xfrm>
          <a:off x="0" y="0"/>
          <a:ext cx="0" cy="0"/>
          <a:chOff x="0" y="0"/>
          <a:chExt cx="0" cy="0"/>
        </a:xfrm>
      </p:grpSpPr>
      <p:sp>
        <p:nvSpPr>
          <p:cNvPr id="7832" name="Google Shape;7832;g20286509101_0_3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3" name="Google Shape;7833;g20286509101_0_3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1" name="Shape 8001"/>
        <p:cNvGrpSpPr/>
        <p:nvPr/>
      </p:nvGrpSpPr>
      <p:grpSpPr>
        <a:xfrm>
          <a:off x="0" y="0"/>
          <a:ext cx="0" cy="0"/>
          <a:chOff x="0" y="0"/>
          <a:chExt cx="0" cy="0"/>
        </a:xfrm>
      </p:grpSpPr>
      <p:sp>
        <p:nvSpPr>
          <p:cNvPr id="8002" name="Google Shape;8002;g20286509101_0_3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3" name="Google Shape;8003;g20286509101_0_3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6" name="Shape 8406"/>
        <p:cNvGrpSpPr/>
        <p:nvPr/>
      </p:nvGrpSpPr>
      <p:grpSpPr>
        <a:xfrm>
          <a:off x="0" y="0"/>
          <a:ext cx="0" cy="0"/>
          <a:chOff x="0" y="0"/>
          <a:chExt cx="0" cy="0"/>
        </a:xfrm>
      </p:grpSpPr>
      <p:sp>
        <p:nvSpPr>
          <p:cNvPr id="8407" name="Google Shape;8407;g20286509101_0_3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8" name="Google Shape;8408;g20286509101_0_3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6" name="Shape 8786"/>
        <p:cNvGrpSpPr/>
        <p:nvPr/>
      </p:nvGrpSpPr>
      <p:grpSpPr>
        <a:xfrm>
          <a:off x="0" y="0"/>
          <a:ext cx="0" cy="0"/>
          <a:chOff x="0" y="0"/>
          <a:chExt cx="0" cy="0"/>
        </a:xfrm>
      </p:grpSpPr>
      <p:sp>
        <p:nvSpPr>
          <p:cNvPr id="8787" name="Google Shape;8787;g20286509101_0_3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8" name="Google Shape;8788;g20286509101_0_3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3" name="Shape 9563"/>
        <p:cNvGrpSpPr/>
        <p:nvPr/>
      </p:nvGrpSpPr>
      <p:grpSpPr>
        <a:xfrm>
          <a:off x="0" y="0"/>
          <a:ext cx="0" cy="0"/>
          <a:chOff x="0" y="0"/>
          <a:chExt cx="0" cy="0"/>
        </a:xfrm>
      </p:grpSpPr>
      <p:sp>
        <p:nvSpPr>
          <p:cNvPr id="9564" name="Google Shape;9564;g20286509101_0_4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5" name="Google Shape;9565;g20286509101_0_4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0" name="Shape 10970"/>
        <p:cNvGrpSpPr/>
        <p:nvPr/>
      </p:nvGrpSpPr>
      <p:grpSpPr>
        <a:xfrm>
          <a:off x="0" y="0"/>
          <a:ext cx="0" cy="0"/>
          <a:chOff x="0" y="0"/>
          <a:chExt cx="0" cy="0"/>
        </a:xfrm>
      </p:grpSpPr>
      <p:sp>
        <p:nvSpPr>
          <p:cNvPr id="10971" name="Google Shape;10971;g20286509101_0_6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2" name="Google Shape;10972;g20286509101_0_6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64" name="Shape 13364"/>
        <p:cNvGrpSpPr/>
        <p:nvPr/>
      </p:nvGrpSpPr>
      <p:grpSpPr>
        <a:xfrm>
          <a:off x="0" y="0"/>
          <a:ext cx="0" cy="0"/>
          <a:chOff x="0" y="0"/>
          <a:chExt cx="0" cy="0"/>
        </a:xfrm>
      </p:grpSpPr>
      <p:sp>
        <p:nvSpPr>
          <p:cNvPr id="13365" name="Google Shape;13365;g20286509101_0_8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66" name="Google Shape;13366;g20286509101_0_8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8" name="Shape 15378"/>
        <p:cNvGrpSpPr/>
        <p:nvPr/>
      </p:nvGrpSpPr>
      <p:grpSpPr>
        <a:xfrm>
          <a:off x="0" y="0"/>
          <a:ext cx="0" cy="0"/>
          <a:chOff x="0" y="0"/>
          <a:chExt cx="0" cy="0"/>
        </a:xfrm>
      </p:grpSpPr>
      <p:sp>
        <p:nvSpPr>
          <p:cNvPr id="15379" name="Google Shape;15379;g20286509101_0_10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0" name="Google Shape;15380;g20286509101_0_10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14" name="Shape 17014"/>
        <p:cNvGrpSpPr/>
        <p:nvPr/>
      </p:nvGrpSpPr>
      <p:grpSpPr>
        <a:xfrm>
          <a:off x="0" y="0"/>
          <a:ext cx="0" cy="0"/>
          <a:chOff x="0" y="0"/>
          <a:chExt cx="0" cy="0"/>
        </a:xfrm>
      </p:grpSpPr>
      <p:sp>
        <p:nvSpPr>
          <p:cNvPr id="17015" name="Google Shape;17015;g20286509101_0_12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16" name="Google Shape;17016;g20286509101_0_12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56" name="Shape 18056"/>
        <p:cNvGrpSpPr/>
        <p:nvPr/>
      </p:nvGrpSpPr>
      <p:grpSpPr>
        <a:xfrm>
          <a:off x="0" y="0"/>
          <a:ext cx="0" cy="0"/>
          <a:chOff x="0" y="0"/>
          <a:chExt cx="0" cy="0"/>
        </a:xfrm>
      </p:grpSpPr>
      <p:sp>
        <p:nvSpPr>
          <p:cNvPr id="18057" name="Google Shape;18057;g20286509101_0_13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58" name="Google Shape;18058;g20286509101_0_13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99" name="Shape 19599"/>
        <p:cNvGrpSpPr/>
        <p:nvPr/>
      </p:nvGrpSpPr>
      <p:grpSpPr>
        <a:xfrm>
          <a:off x="0" y="0"/>
          <a:ext cx="0" cy="0"/>
          <a:chOff x="0" y="0"/>
          <a:chExt cx="0" cy="0"/>
        </a:xfrm>
      </p:grpSpPr>
      <p:sp>
        <p:nvSpPr>
          <p:cNvPr id="19600" name="Google Shape;19600;g20286509101_0_18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01" name="Google Shape;19601;g20286509101_0_18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2"/>
        </a:solidFill>
      </p:bgPr>
    </p:bg>
    <p:spTree>
      <p:nvGrpSpPr>
        <p:cNvPr id="8" name="Shape 8"/>
        <p:cNvGrpSpPr/>
        <p:nvPr/>
      </p:nvGrpSpPr>
      <p:grpSpPr>
        <a:xfrm>
          <a:off x="0" y="0"/>
          <a:ext cx="0" cy="0"/>
          <a:chOff x="0" y="0"/>
          <a:chExt cx="0" cy="0"/>
        </a:xfrm>
      </p:grpSpPr>
      <p:grpSp>
        <p:nvGrpSpPr>
          <p:cNvPr id="9" name="Google Shape;9;p2"/>
          <p:cNvGrpSpPr/>
          <p:nvPr/>
        </p:nvGrpSpPr>
        <p:grpSpPr>
          <a:xfrm>
            <a:off x="0" y="0"/>
            <a:ext cx="9144091" cy="5143648"/>
            <a:chOff x="0" y="0"/>
            <a:chExt cx="7440875" cy="4152456"/>
          </a:xfrm>
        </p:grpSpPr>
        <p:sp>
          <p:nvSpPr>
            <p:cNvPr id="10" name="Google Shape;10;p2"/>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 name="Google Shape;72;p2"/>
          <p:cNvGrpSpPr/>
          <p:nvPr/>
        </p:nvGrpSpPr>
        <p:grpSpPr>
          <a:xfrm>
            <a:off x="502465" y="399924"/>
            <a:ext cx="8139069" cy="4343656"/>
            <a:chOff x="916986" y="2500875"/>
            <a:chExt cx="2280618" cy="1217119"/>
          </a:xfrm>
        </p:grpSpPr>
        <p:sp>
          <p:nvSpPr>
            <p:cNvPr id="73" name="Google Shape;73;p2"/>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 name="Google Shape;78;p2"/>
          <p:cNvSpPr txBox="1"/>
          <p:nvPr>
            <p:ph type="ctrTitle"/>
          </p:nvPr>
        </p:nvSpPr>
        <p:spPr>
          <a:xfrm>
            <a:off x="1920100" y="1584325"/>
            <a:ext cx="5304000" cy="1807200"/>
          </a:xfrm>
          <a:prstGeom prst="rect">
            <a:avLst/>
          </a:prstGeom>
        </p:spPr>
        <p:txBody>
          <a:bodyPr anchorCtr="0" anchor="b" bIns="91425" lIns="91425" spcFirstLastPara="1" rIns="91425" wrap="square" tIns="91425">
            <a:noAutofit/>
          </a:bodyPr>
          <a:lstStyle>
            <a:lvl1pPr lvl="0" algn="ctr">
              <a:lnSpc>
                <a:spcPct val="115000"/>
              </a:lnSpc>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79" name="Google Shape;79;p2"/>
          <p:cNvSpPr txBox="1"/>
          <p:nvPr>
            <p:ph idx="1" type="subTitle"/>
          </p:nvPr>
        </p:nvSpPr>
        <p:spPr>
          <a:xfrm>
            <a:off x="1920025" y="3432600"/>
            <a:ext cx="5304000" cy="373200"/>
          </a:xfrm>
          <a:prstGeom prst="rect">
            <a:avLst/>
          </a:prstGeom>
          <a:noFill/>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80" name="Google Shape;80;p2"/>
          <p:cNvSpPr/>
          <p:nvPr/>
        </p:nvSpPr>
        <p:spPr>
          <a:xfrm>
            <a:off x="152091" y="2131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52091" y="47090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82" name="Shape 82"/>
        <p:cNvGrpSpPr/>
        <p:nvPr/>
      </p:nvGrpSpPr>
      <p:grpSpPr>
        <a:xfrm>
          <a:off x="0" y="0"/>
          <a:ext cx="0" cy="0"/>
          <a:chOff x="0" y="0"/>
          <a:chExt cx="0" cy="0"/>
        </a:xfrm>
      </p:grpSpPr>
      <p:grpSp>
        <p:nvGrpSpPr>
          <p:cNvPr id="83" name="Google Shape;83;p3"/>
          <p:cNvGrpSpPr/>
          <p:nvPr/>
        </p:nvGrpSpPr>
        <p:grpSpPr>
          <a:xfrm>
            <a:off x="0" y="0"/>
            <a:ext cx="9144091" cy="5143648"/>
            <a:chOff x="0" y="0"/>
            <a:chExt cx="7440875" cy="4152456"/>
          </a:xfrm>
        </p:grpSpPr>
        <p:sp>
          <p:nvSpPr>
            <p:cNvPr id="84" name="Google Shape;84;p3"/>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3"/>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 name="Google Shape;146;p3"/>
          <p:cNvGrpSpPr/>
          <p:nvPr/>
        </p:nvGrpSpPr>
        <p:grpSpPr>
          <a:xfrm>
            <a:off x="502465" y="399924"/>
            <a:ext cx="8139069" cy="4343656"/>
            <a:chOff x="916986" y="2500875"/>
            <a:chExt cx="2280618" cy="1217119"/>
          </a:xfrm>
        </p:grpSpPr>
        <p:sp>
          <p:nvSpPr>
            <p:cNvPr id="147" name="Google Shape;147;p3"/>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 name="Google Shape;152;p3"/>
          <p:cNvSpPr txBox="1"/>
          <p:nvPr>
            <p:ph type="title"/>
          </p:nvPr>
        </p:nvSpPr>
        <p:spPr>
          <a:xfrm>
            <a:off x="1291500" y="2400500"/>
            <a:ext cx="4320000" cy="9159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solidFill>
                  <a:schemeClr val="accen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3" name="Google Shape;153;p3"/>
          <p:cNvSpPr txBox="1"/>
          <p:nvPr>
            <p:ph hasCustomPrompt="1" idx="2" type="title"/>
          </p:nvPr>
        </p:nvSpPr>
        <p:spPr>
          <a:xfrm>
            <a:off x="1291500" y="12415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4" name="Google Shape;154;p3"/>
          <p:cNvSpPr txBox="1"/>
          <p:nvPr>
            <p:ph idx="1" type="subTitle"/>
          </p:nvPr>
        </p:nvSpPr>
        <p:spPr>
          <a:xfrm>
            <a:off x="1291500" y="3360725"/>
            <a:ext cx="43200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5" name="Google Shape;155;p3"/>
          <p:cNvSpPr/>
          <p:nvPr/>
        </p:nvSpPr>
        <p:spPr>
          <a:xfrm>
            <a:off x="1190841" y="48768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212841" y="44457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2"/>
        </a:solidFill>
      </p:bgPr>
    </p:bg>
    <p:spTree>
      <p:nvGrpSpPr>
        <p:cNvPr id="157" name="Shape 157"/>
        <p:cNvGrpSpPr/>
        <p:nvPr/>
      </p:nvGrpSpPr>
      <p:grpSpPr>
        <a:xfrm>
          <a:off x="0" y="0"/>
          <a:ext cx="0" cy="0"/>
          <a:chOff x="0" y="0"/>
          <a:chExt cx="0" cy="0"/>
        </a:xfrm>
      </p:grpSpPr>
      <p:grpSp>
        <p:nvGrpSpPr>
          <p:cNvPr id="158" name="Google Shape;158;p4"/>
          <p:cNvGrpSpPr/>
          <p:nvPr/>
        </p:nvGrpSpPr>
        <p:grpSpPr>
          <a:xfrm>
            <a:off x="0" y="0"/>
            <a:ext cx="9144091" cy="5143648"/>
            <a:chOff x="0" y="0"/>
            <a:chExt cx="7440875" cy="4152456"/>
          </a:xfrm>
        </p:grpSpPr>
        <p:sp>
          <p:nvSpPr>
            <p:cNvPr id="159" name="Google Shape;159;p4"/>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4"/>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4"/>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4"/>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4"/>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4"/>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4"/>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4"/>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4"/>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4"/>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4"/>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4"/>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4"/>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4"/>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4"/>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4"/>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4"/>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4"/>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4"/>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4"/>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4"/>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4"/>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4"/>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4"/>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4"/>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4"/>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4"/>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4"/>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4"/>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4"/>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4"/>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4"/>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4"/>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4"/>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4"/>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4"/>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4"/>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4"/>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4"/>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4"/>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4"/>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4"/>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4"/>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4"/>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4"/>
          <p:cNvGrpSpPr/>
          <p:nvPr/>
        </p:nvGrpSpPr>
        <p:grpSpPr>
          <a:xfrm>
            <a:off x="192408" y="135664"/>
            <a:ext cx="8759169" cy="4872494"/>
            <a:chOff x="916986" y="2500875"/>
            <a:chExt cx="2280618" cy="1217119"/>
          </a:xfrm>
        </p:grpSpPr>
        <p:sp>
          <p:nvSpPr>
            <p:cNvPr id="222" name="Google Shape;222;p4"/>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4"/>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 name="Google Shape;227;p4"/>
          <p:cNvSpPr txBox="1"/>
          <p:nvPr>
            <p:ph type="title"/>
          </p:nvPr>
        </p:nvSpPr>
        <p:spPr>
          <a:xfrm>
            <a:off x="720000" y="445025"/>
            <a:ext cx="7002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8" name="Google Shape;228;p4"/>
          <p:cNvSpPr txBox="1"/>
          <p:nvPr>
            <p:ph idx="1" type="body"/>
          </p:nvPr>
        </p:nvSpPr>
        <p:spPr>
          <a:xfrm>
            <a:off x="720000" y="1215750"/>
            <a:ext cx="7002600" cy="382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2"/>
        </a:solidFill>
      </p:bgPr>
    </p:bg>
    <p:spTree>
      <p:nvGrpSpPr>
        <p:cNvPr id="229" name="Shape 229"/>
        <p:cNvGrpSpPr/>
        <p:nvPr/>
      </p:nvGrpSpPr>
      <p:grpSpPr>
        <a:xfrm>
          <a:off x="0" y="0"/>
          <a:ext cx="0" cy="0"/>
          <a:chOff x="0" y="0"/>
          <a:chExt cx="0" cy="0"/>
        </a:xfrm>
      </p:grpSpPr>
      <p:grpSp>
        <p:nvGrpSpPr>
          <p:cNvPr id="230" name="Google Shape;230;p5"/>
          <p:cNvGrpSpPr/>
          <p:nvPr/>
        </p:nvGrpSpPr>
        <p:grpSpPr>
          <a:xfrm>
            <a:off x="0" y="0"/>
            <a:ext cx="9144091" cy="5143648"/>
            <a:chOff x="0" y="0"/>
            <a:chExt cx="7440875" cy="4152456"/>
          </a:xfrm>
        </p:grpSpPr>
        <p:sp>
          <p:nvSpPr>
            <p:cNvPr id="231" name="Google Shape;231;p5"/>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5"/>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5"/>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5"/>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5"/>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5"/>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5"/>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5"/>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5"/>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5"/>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5"/>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5"/>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5"/>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5"/>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5"/>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5"/>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5"/>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5"/>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5"/>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5"/>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5"/>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5"/>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5"/>
          <p:cNvGrpSpPr/>
          <p:nvPr/>
        </p:nvGrpSpPr>
        <p:grpSpPr>
          <a:xfrm>
            <a:off x="192408" y="135664"/>
            <a:ext cx="8759169" cy="4872494"/>
            <a:chOff x="916986" y="2500875"/>
            <a:chExt cx="2280618" cy="1217119"/>
          </a:xfrm>
        </p:grpSpPr>
        <p:sp>
          <p:nvSpPr>
            <p:cNvPr id="294" name="Google Shape;294;p5"/>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5"/>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5"/>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5"/>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5"/>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0" name="Google Shape;300;p5"/>
          <p:cNvSpPr txBox="1"/>
          <p:nvPr>
            <p:ph idx="1" type="subTitle"/>
          </p:nvPr>
        </p:nvSpPr>
        <p:spPr>
          <a:xfrm>
            <a:off x="5055284" y="3619024"/>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1" name="Google Shape;301;p5"/>
          <p:cNvSpPr txBox="1"/>
          <p:nvPr>
            <p:ph idx="2" type="subTitle"/>
          </p:nvPr>
        </p:nvSpPr>
        <p:spPr>
          <a:xfrm>
            <a:off x="1583300" y="3619024"/>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2" name="Google Shape;302;p5"/>
          <p:cNvSpPr txBox="1"/>
          <p:nvPr>
            <p:ph idx="3" type="subTitle"/>
          </p:nvPr>
        </p:nvSpPr>
        <p:spPr>
          <a:xfrm>
            <a:off x="5055275" y="31225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3" name="Google Shape;303;p5"/>
          <p:cNvSpPr txBox="1"/>
          <p:nvPr>
            <p:ph idx="4" type="subTitle"/>
          </p:nvPr>
        </p:nvSpPr>
        <p:spPr>
          <a:xfrm>
            <a:off x="1583075" y="31225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2"/>
        </a:solidFill>
      </p:bgPr>
    </p:bg>
    <p:spTree>
      <p:nvGrpSpPr>
        <p:cNvPr id="304" name="Shape 304"/>
        <p:cNvGrpSpPr/>
        <p:nvPr/>
      </p:nvGrpSpPr>
      <p:grpSpPr>
        <a:xfrm>
          <a:off x="0" y="0"/>
          <a:ext cx="0" cy="0"/>
          <a:chOff x="0" y="0"/>
          <a:chExt cx="0" cy="0"/>
        </a:xfrm>
      </p:grpSpPr>
      <p:grpSp>
        <p:nvGrpSpPr>
          <p:cNvPr id="305" name="Google Shape;305;p6"/>
          <p:cNvGrpSpPr/>
          <p:nvPr/>
        </p:nvGrpSpPr>
        <p:grpSpPr>
          <a:xfrm>
            <a:off x="0" y="0"/>
            <a:ext cx="9144091" cy="5143648"/>
            <a:chOff x="0" y="0"/>
            <a:chExt cx="7440875" cy="4152456"/>
          </a:xfrm>
        </p:grpSpPr>
        <p:sp>
          <p:nvSpPr>
            <p:cNvPr id="306" name="Google Shape;306;p6"/>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6"/>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6"/>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6"/>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6"/>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6"/>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6"/>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6"/>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6"/>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6"/>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6"/>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6"/>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6"/>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6"/>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6"/>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6"/>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6"/>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6"/>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6"/>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6"/>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6"/>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6"/>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6"/>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6"/>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6"/>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6"/>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6"/>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6"/>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6"/>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6"/>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6"/>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6"/>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6"/>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6"/>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6"/>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6"/>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6"/>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6"/>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6"/>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6"/>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6"/>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6"/>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6"/>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6"/>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6"/>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 name="Google Shape;368;p6"/>
          <p:cNvGrpSpPr/>
          <p:nvPr/>
        </p:nvGrpSpPr>
        <p:grpSpPr>
          <a:xfrm>
            <a:off x="192408" y="135664"/>
            <a:ext cx="8759169" cy="4872494"/>
            <a:chOff x="916986" y="2500875"/>
            <a:chExt cx="2280618" cy="1217119"/>
          </a:xfrm>
        </p:grpSpPr>
        <p:sp>
          <p:nvSpPr>
            <p:cNvPr id="369" name="Google Shape;369;p6"/>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6"/>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6"/>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6"/>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6"/>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 name="Google Shape;374;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2"/>
        </a:solidFill>
      </p:bgPr>
    </p:bg>
    <p:spTree>
      <p:nvGrpSpPr>
        <p:cNvPr id="375" name="Shape 375"/>
        <p:cNvGrpSpPr/>
        <p:nvPr/>
      </p:nvGrpSpPr>
      <p:grpSpPr>
        <a:xfrm>
          <a:off x="0" y="0"/>
          <a:ext cx="0" cy="0"/>
          <a:chOff x="0" y="0"/>
          <a:chExt cx="0" cy="0"/>
        </a:xfrm>
      </p:grpSpPr>
      <p:grpSp>
        <p:nvGrpSpPr>
          <p:cNvPr id="376" name="Google Shape;376;p7"/>
          <p:cNvGrpSpPr/>
          <p:nvPr/>
        </p:nvGrpSpPr>
        <p:grpSpPr>
          <a:xfrm>
            <a:off x="0" y="0"/>
            <a:ext cx="9144091" cy="5143648"/>
            <a:chOff x="0" y="0"/>
            <a:chExt cx="7440875" cy="4152456"/>
          </a:xfrm>
        </p:grpSpPr>
        <p:sp>
          <p:nvSpPr>
            <p:cNvPr id="377" name="Google Shape;377;p7"/>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7"/>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7"/>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7"/>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7"/>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7"/>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7"/>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7"/>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7"/>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7"/>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7"/>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7"/>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7"/>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7"/>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7"/>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7"/>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7"/>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7"/>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7"/>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7"/>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7"/>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7"/>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7"/>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7"/>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7"/>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7"/>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7"/>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7"/>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7"/>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7"/>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7"/>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7"/>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7"/>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7"/>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7"/>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7"/>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7"/>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7"/>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7"/>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7"/>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7"/>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7"/>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7"/>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7"/>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7"/>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7"/>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7"/>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7"/>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7"/>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7"/>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7"/>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7"/>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7"/>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7"/>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7"/>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7"/>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7"/>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7"/>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7"/>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7"/>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7"/>
          <p:cNvGrpSpPr/>
          <p:nvPr/>
        </p:nvGrpSpPr>
        <p:grpSpPr>
          <a:xfrm>
            <a:off x="192408" y="135664"/>
            <a:ext cx="8759169" cy="4872494"/>
            <a:chOff x="916986" y="2500875"/>
            <a:chExt cx="2280618" cy="1217119"/>
          </a:xfrm>
        </p:grpSpPr>
        <p:sp>
          <p:nvSpPr>
            <p:cNvPr id="440" name="Google Shape;440;p7"/>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7"/>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7"/>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7"/>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7"/>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 name="Google Shape;445;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6" name="Google Shape;446;p7"/>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447" name="Shape 447"/>
        <p:cNvGrpSpPr/>
        <p:nvPr/>
      </p:nvGrpSpPr>
      <p:grpSpPr>
        <a:xfrm>
          <a:off x="0" y="0"/>
          <a:ext cx="0" cy="0"/>
          <a:chOff x="0" y="0"/>
          <a:chExt cx="0" cy="0"/>
        </a:xfrm>
      </p:grpSpPr>
      <p:grpSp>
        <p:nvGrpSpPr>
          <p:cNvPr id="448" name="Google Shape;448;p8"/>
          <p:cNvGrpSpPr/>
          <p:nvPr/>
        </p:nvGrpSpPr>
        <p:grpSpPr>
          <a:xfrm>
            <a:off x="0" y="0"/>
            <a:ext cx="9144091" cy="5143648"/>
            <a:chOff x="0" y="0"/>
            <a:chExt cx="7440875" cy="4152456"/>
          </a:xfrm>
        </p:grpSpPr>
        <p:sp>
          <p:nvSpPr>
            <p:cNvPr id="449" name="Google Shape;449;p8"/>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8"/>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8"/>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8"/>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8"/>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8"/>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8"/>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8"/>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8"/>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8"/>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8"/>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8"/>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8"/>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8"/>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8"/>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8"/>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8"/>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8"/>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8"/>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8"/>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8"/>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8"/>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8"/>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8"/>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8"/>
          <p:cNvGrpSpPr/>
          <p:nvPr/>
        </p:nvGrpSpPr>
        <p:grpSpPr>
          <a:xfrm>
            <a:off x="502465" y="399924"/>
            <a:ext cx="8139069" cy="4343656"/>
            <a:chOff x="916986" y="2500875"/>
            <a:chExt cx="2280618" cy="1217119"/>
          </a:xfrm>
        </p:grpSpPr>
        <p:sp>
          <p:nvSpPr>
            <p:cNvPr id="512" name="Google Shape;512;p8"/>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8"/>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8"/>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8"/>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8"/>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 name="Google Shape;517;p8"/>
          <p:cNvSpPr txBox="1"/>
          <p:nvPr>
            <p:ph type="title"/>
          </p:nvPr>
        </p:nvSpPr>
        <p:spPr>
          <a:xfrm>
            <a:off x="1768500" y="2388325"/>
            <a:ext cx="5607000" cy="16581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solidFill>
                  <a:schemeClr val="accen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18" name="Google Shape;518;p8"/>
          <p:cNvSpPr/>
          <p:nvPr/>
        </p:nvSpPr>
        <p:spPr>
          <a:xfrm>
            <a:off x="152091" y="2131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8"/>
          <p:cNvSpPr/>
          <p:nvPr/>
        </p:nvSpPr>
        <p:spPr>
          <a:xfrm>
            <a:off x="152091" y="47090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520" name="Shape 520"/>
        <p:cNvGrpSpPr/>
        <p:nvPr/>
      </p:nvGrpSpPr>
      <p:grpSpPr>
        <a:xfrm>
          <a:off x="0" y="0"/>
          <a:ext cx="0" cy="0"/>
          <a:chOff x="0" y="0"/>
          <a:chExt cx="0" cy="0"/>
        </a:xfrm>
      </p:grpSpPr>
      <p:grpSp>
        <p:nvGrpSpPr>
          <p:cNvPr id="521" name="Google Shape;521;p9"/>
          <p:cNvGrpSpPr/>
          <p:nvPr/>
        </p:nvGrpSpPr>
        <p:grpSpPr>
          <a:xfrm>
            <a:off x="0" y="0"/>
            <a:ext cx="9144091" cy="5143648"/>
            <a:chOff x="0" y="0"/>
            <a:chExt cx="7440875" cy="4152456"/>
          </a:xfrm>
        </p:grpSpPr>
        <p:sp>
          <p:nvSpPr>
            <p:cNvPr id="522" name="Google Shape;522;p9"/>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9"/>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9"/>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9"/>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9"/>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9"/>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9"/>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9"/>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9"/>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9"/>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9"/>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9"/>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9"/>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9"/>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9"/>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9"/>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9"/>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9"/>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9"/>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9"/>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9"/>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9"/>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9"/>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9"/>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9"/>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9"/>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9"/>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9"/>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9"/>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9"/>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9"/>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9"/>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9"/>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9"/>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9"/>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9"/>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9"/>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9"/>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9"/>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9"/>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9"/>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9"/>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9"/>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9"/>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9"/>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9"/>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9"/>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9"/>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9"/>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9"/>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9"/>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9"/>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9"/>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9"/>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9"/>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9"/>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9"/>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9"/>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9"/>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9"/>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9"/>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9"/>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9"/>
          <p:cNvGrpSpPr/>
          <p:nvPr/>
        </p:nvGrpSpPr>
        <p:grpSpPr>
          <a:xfrm>
            <a:off x="502465" y="399924"/>
            <a:ext cx="8139069" cy="4343656"/>
            <a:chOff x="916986" y="2500875"/>
            <a:chExt cx="2280618" cy="1217119"/>
          </a:xfrm>
        </p:grpSpPr>
        <p:sp>
          <p:nvSpPr>
            <p:cNvPr id="585" name="Google Shape;585;p9"/>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9"/>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9"/>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9"/>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9"/>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9"/>
          <p:cNvSpPr txBox="1"/>
          <p:nvPr>
            <p:ph type="title"/>
          </p:nvPr>
        </p:nvSpPr>
        <p:spPr>
          <a:xfrm>
            <a:off x="2135550" y="1616473"/>
            <a:ext cx="4872900" cy="1198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400">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591" name="Google Shape;591;p9"/>
          <p:cNvSpPr txBox="1"/>
          <p:nvPr>
            <p:ph idx="1" type="subTitle"/>
          </p:nvPr>
        </p:nvSpPr>
        <p:spPr>
          <a:xfrm>
            <a:off x="2135550" y="2855927"/>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92" name="Shape 592"/>
        <p:cNvGrpSpPr/>
        <p:nvPr/>
      </p:nvGrpSpPr>
      <p:grpSpPr>
        <a:xfrm>
          <a:off x="0" y="0"/>
          <a:ext cx="0" cy="0"/>
          <a:chOff x="0" y="0"/>
          <a:chExt cx="0" cy="0"/>
        </a:xfrm>
      </p:grpSpPr>
      <p:sp>
        <p:nvSpPr>
          <p:cNvPr id="593" name="Google Shape;593;p10"/>
          <p:cNvSpPr txBox="1"/>
          <p:nvPr>
            <p:ph type="title"/>
          </p:nvPr>
        </p:nvSpPr>
        <p:spPr>
          <a:xfrm>
            <a:off x="1118100" y="4014450"/>
            <a:ext cx="6907800" cy="572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500"/>
              <a:buNone/>
              <a:defRPr sz="3000">
                <a:highlight>
                  <a:schemeClr val="dk2"/>
                </a:highlight>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594" name="Shape 594"/>
        <p:cNvGrpSpPr/>
        <p:nvPr/>
      </p:nvGrpSpPr>
      <p:grpSpPr>
        <a:xfrm>
          <a:off x="0" y="0"/>
          <a:ext cx="0" cy="0"/>
          <a:chOff x="0" y="0"/>
          <a:chExt cx="0" cy="0"/>
        </a:xfrm>
      </p:grpSpPr>
      <p:grpSp>
        <p:nvGrpSpPr>
          <p:cNvPr id="595" name="Google Shape;595;p11"/>
          <p:cNvGrpSpPr/>
          <p:nvPr/>
        </p:nvGrpSpPr>
        <p:grpSpPr>
          <a:xfrm>
            <a:off x="0" y="0"/>
            <a:ext cx="9144091" cy="5143648"/>
            <a:chOff x="0" y="0"/>
            <a:chExt cx="7440875" cy="4152456"/>
          </a:xfrm>
        </p:grpSpPr>
        <p:sp>
          <p:nvSpPr>
            <p:cNvPr id="596" name="Google Shape;596;p11"/>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1"/>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1"/>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1"/>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1"/>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1"/>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1"/>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1"/>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1"/>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1"/>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1"/>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1"/>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1"/>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1"/>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1"/>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1"/>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1"/>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1"/>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1"/>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1"/>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1"/>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1"/>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1"/>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1"/>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1"/>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1"/>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1"/>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1"/>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1"/>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1"/>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1"/>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1"/>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1"/>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1"/>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1"/>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1"/>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1"/>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1"/>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1"/>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1"/>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1"/>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1"/>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1"/>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1"/>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1"/>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1"/>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1"/>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1"/>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1"/>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1"/>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1"/>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1"/>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1"/>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1"/>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1"/>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1"/>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1"/>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1"/>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1"/>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1"/>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1"/>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1"/>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11"/>
          <p:cNvGrpSpPr/>
          <p:nvPr/>
        </p:nvGrpSpPr>
        <p:grpSpPr>
          <a:xfrm>
            <a:off x="502465" y="399924"/>
            <a:ext cx="8139069" cy="4343656"/>
            <a:chOff x="916986" y="2500875"/>
            <a:chExt cx="2280618" cy="1217119"/>
          </a:xfrm>
        </p:grpSpPr>
        <p:sp>
          <p:nvSpPr>
            <p:cNvPr id="659" name="Google Shape;659;p11"/>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1"/>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1"/>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1"/>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1"/>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 name="Google Shape;664;p11"/>
          <p:cNvSpPr txBox="1"/>
          <p:nvPr>
            <p:ph hasCustomPrompt="1" type="title"/>
          </p:nvPr>
        </p:nvSpPr>
        <p:spPr>
          <a:xfrm>
            <a:off x="1284000" y="1092213"/>
            <a:ext cx="6576000" cy="1297500"/>
          </a:xfrm>
          <a:prstGeom prst="rect">
            <a:avLst/>
          </a:prstGeom>
        </p:spPr>
        <p:txBody>
          <a:bodyPr anchorCtr="0" anchor="t" bIns="91425" lIns="91425" spcFirstLastPara="1" rIns="91425" wrap="square" tIns="91425">
            <a:noAutofit/>
          </a:bodyPr>
          <a:lstStyle>
            <a:lvl1pPr lvl="0" algn="ctr">
              <a:spcBef>
                <a:spcPts val="0"/>
              </a:spcBef>
              <a:spcAft>
                <a:spcPts val="0"/>
              </a:spcAft>
              <a:buSzPts val="9600"/>
              <a:buNone/>
              <a:defRPr sz="72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65" name="Google Shape;665;p11"/>
          <p:cNvSpPr txBox="1"/>
          <p:nvPr>
            <p:ph idx="1" type="subTitle"/>
          </p:nvPr>
        </p:nvSpPr>
        <p:spPr>
          <a:xfrm>
            <a:off x="1284000" y="2446775"/>
            <a:ext cx="65760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900">
                <a:highlight>
                  <a:schemeClr val="dk2"/>
                </a:highlight>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66" name="Shape 6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bg>
      <p:bgPr>
        <a:solidFill>
          <a:schemeClr val="dk2"/>
        </a:solidFill>
      </p:bgPr>
    </p:bg>
    <p:spTree>
      <p:nvGrpSpPr>
        <p:cNvPr id="667" name="Shape 667"/>
        <p:cNvGrpSpPr/>
        <p:nvPr/>
      </p:nvGrpSpPr>
      <p:grpSpPr>
        <a:xfrm>
          <a:off x="0" y="0"/>
          <a:ext cx="0" cy="0"/>
          <a:chOff x="0" y="0"/>
          <a:chExt cx="0" cy="0"/>
        </a:xfrm>
      </p:grpSpPr>
      <p:grpSp>
        <p:nvGrpSpPr>
          <p:cNvPr id="668" name="Google Shape;668;p13"/>
          <p:cNvGrpSpPr/>
          <p:nvPr/>
        </p:nvGrpSpPr>
        <p:grpSpPr>
          <a:xfrm>
            <a:off x="0" y="0"/>
            <a:ext cx="9144091" cy="5143648"/>
            <a:chOff x="0" y="0"/>
            <a:chExt cx="7440875" cy="4152456"/>
          </a:xfrm>
        </p:grpSpPr>
        <p:sp>
          <p:nvSpPr>
            <p:cNvPr id="669" name="Google Shape;669;p13"/>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3"/>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3"/>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3"/>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3"/>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3"/>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3"/>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3"/>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3"/>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3"/>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3"/>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3"/>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3"/>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3"/>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3"/>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3"/>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3"/>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3"/>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3"/>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3"/>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3"/>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3"/>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3"/>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3"/>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3"/>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3"/>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3"/>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3"/>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3"/>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3"/>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3"/>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3"/>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3"/>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3"/>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3"/>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3"/>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3"/>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3"/>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3"/>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3"/>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3"/>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3"/>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3"/>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3"/>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3"/>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3"/>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3"/>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3"/>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3"/>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3"/>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3"/>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3"/>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3"/>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13"/>
          <p:cNvGrpSpPr/>
          <p:nvPr/>
        </p:nvGrpSpPr>
        <p:grpSpPr>
          <a:xfrm>
            <a:off x="192408" y="135664"/>
            <a:ext cx="8759169" cy="4872494"/>
            <a:chOff x="916986" y="2500875"/>
            <a:chExt cx="2280618" cy="1217119"/>
          </a:xfrm>
        </p:grpSpPr>
        <p:sp>
          <p:nvSpPr>
            <p:cNvPr id="732" name="Google Shape;732;p13"/>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3"/>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3"/>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3"/>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3"/>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 name="Google Shape;737;p13"/>
          <p:cNvSpPr txBox="1"/>
          <p:nvPr>
            <p:ph idx="1" type="subTitle"/>
          </p:nvPr>
        </p:nvSpPr>
        <p:spPr>
          <a:xfrm>
            <a:off x="2151325" y="3691175"/>
            <a:ext cx="35649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400">
                <a:solidFill>
                  <a:schemeClr val="dk1"/>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8" name="Google Shape;738;p13"/>
          <p:cNvSpPr txBox="1"/>
          <p:nvPr>
            <p:ph type="title"/>
          </p:nvPr>
        </p:nvSpPr>
        <p:spPr>
          <a:xfrm>
            <a:off x="1329600" y="448056"/>
            <a:ext cx="701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39" name="Google Shape;739;p13"/>
          <p:cNvSpPr txBox="1"/>
          <p:nvPr>
            <p:ph idx="2" type="subTitle"/>
          </p:nvPr>
        </p:nvSpPr>
        <p:spPr>
          <a:xfrm>
            <a:off x="1482025" y="1946045"/>
            <a:ext cx="4234200" cy="367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0" name="Google Shape;740;p13"/>
          <p:cNvSpPr txBox="1"/>
          <p:nvPr>
            <p:ph idx="3" type="subTitle"/>
          </p:nvPr>
        </p:nvSpPr>
        <p:spPr>
          <a:xfrm>
            <a:off x="1482025" y="3063013"/>
            <a:ext cx="4234200" cy="367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1" name="Google Shape;741;p13"/>
          <p:cNvSpPr txBox="1"/>
          <p:nvPr>
            <p:ph idx="4" type="subTitle"/>
          </p:nvPr>
        </p:nvSpPr>
        <p:spPr>
          <a:xfrm>
            <a:off x="1482025" y="4179981"/>
            <a:ext cx="4234200" cy="367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2" name="Google Shape;742;p13"/>
          <p:cNvSpPr txBox="1"/>
          <p:nvPr>
            <p:ph hasCustomPrompt="1" idx="5" type="title"/>
          </p:nvPr>
        </p:nvSpPr>
        <p:spPr>
          <a:xfrm>
            <a:off x="1482000" y="1424620"/>
            <a:ext cx="6693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3" name="Google Shape;743;p13"/>
          <p:cNvSpPr txBox="1"/>
          <p:nvPr>
            <p:ph hasCustomPrompt="1" idx="6" type="title"/>
          </p:nvPr>
        </p:nvSpPr>
        <p:spPr>
          <a:xfrm>
            <a:off x="1482000" y="3663874"/>
            <a:ext cx="6693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4" name="Google Shape;744;p13"/>
          <p:cNvSpPr txBox="1"/>
          <p:nvPr>
            <p:ph hasCustomPrompt="1" idx="7" type="title"/>
          </p:nvPr>
        </p:nvSpPr>
        <p:spPr>
          <a:xfrm>
            <a:off x="1482000" y="2544247"/>
            <a:ext cx="6693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5" name="Google Shape;745;p13"/>
          <p:cNvSpPr txBox="1"/>
          <p:nvPr>
            <p:ph idx="8" type="subTitle"/>
          </p:nvPr>
        </p:nvSpPr>
        <p:spPr>
          <a:xfrm>
            <a:off x="2150125" y="1454125"/>
            <a:ext cx="3566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400">
                <a:solidFill>
                  <a:schemeClr val="dk1"/>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46" name="Google Shape;746;p13"/>
          <p:cNvSpPr txBox="1"/>
          <p:nvPr>
            <p:ph idx="9" type="subTitle"/>
          </p:nvPr>
        </p:nvSpPr>
        <p:spPr>
          <a:xfrm>
            <a:off x="2150125" y="2572650"/>
            <a:ext cx="3566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400">
                <a:solidFill>
                  <a:schemeClr val="dk1"/>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2"/>
        </a:solidFill>
      </p:bgPr>
    </p:bg>
    <p:spTree>
      <p:nvGrpSpPr>
        <p:cNvPr id="747" name="Shape 747"/>
        <p:cNvGrpSpPr/>
        <p:nvPr/>
      </p:nvGrpSpPr>
      <p:grpSpPr>
        <a:xfrm>
          <a:off x="0" y="0"/>
          <a:ext cx="0" cy="0"/>
          <a:chOff x="0" y="0"/>
          <a:chExt cx="0" cy="0"/>
        </a:xfrm>
      </p:grpSpPr>
      <p:grpSp>
        <p:nvGrpSpPr>
          <p:cNvPr id="748" name="Google Shape;748;p14"/>
          <p:cNvGrpSpPr/>
          <p:nvPr/>
        </p:nvGrpSpPr>
        <p:grpSpPr>
          <a:xfrm>
            <a:off x="0" y="0"/>
            <a:ext cx="9144091" cy="5143648"/>
            <a:chOff x="0" y="0"/>
            <a:chExt cx="7440875" cy="4152456"/>
          </a:xfrm>
        </p:grpSpPr>
        <p:sp>
          <p:nvSpPr>
            <p:cNvPr id="749" name="Google Shape;749;p14"/>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4"/>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4"/>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4"/>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4"/>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4"/>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4"/>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4"/>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4"/>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4"/>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4"/>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4"/>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4"/>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4"/>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4"/>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4"/>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4"/>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4"/>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4"/>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4"/>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4"/>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4"/>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4"/>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4"/>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4"/>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4"/>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4"/>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4"/>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4"/>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4"/>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4"/>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4"/>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4"/>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4"/>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4"/>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4"/>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4"/>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4"/>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4"/>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4"/>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4"/>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4"/>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4"/>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4"/>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4"/>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4"/>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4"/>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4"/>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4"/>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4"/>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4"/>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4"/>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4"/>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4"/>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4"/>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4"/>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4"/>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4"/>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4"/>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4"/>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14"/>
          <p:cNvGrpSpPr/>
          <p:nvPr/>
        </p:nvGrpSpPr>
        <p:grpSpPr>
          <a:xfrm>
            <a:off x="502465" y="399924"/>
            <a:ext cx="8139069" cy="4343656"/>
            <a:chOff x="916986" y="2500875"/>
            <a:chExt cx="2280618" cy="1217119"/>
          </a:xfrm>
        </p:grpSpPr>
        <p:sp>
          <p:nvSpPr>
            <p:cNvPr id="812" name="Google Shape;812;p14"/>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4"/>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4"/>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4"/>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4"/>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14"/>
          <p:cNvSpPr txBox="1"/>
          <p:nvPr>
            <p:ph type="title"/>
          </p:nvPr>
        </p:nvSpPr>
        <p:spPr>
          <a:xfrm>
            <a:off x="2539225" y="3557500"/>
            <a:ext cx="5378400" cy="566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2400">
                <a:solidFill>
                  <a:schemeClr val="accen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818" name="Google Shape;818;p14"/>
          <p:cNvSpPr txBox="1"/>
          <p:nvPr>
            <p:ph idx="1" type="subTitle"/>
          </p:nvPr>
        </p:nvSpPr>
        <p:spPr>
          <a:xfrm>
            <a:off x="1847750" y="975200"/>
            <a:ext cx="6069900" cy="2319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dk2"/>
        </a:solidFill>
      </p:bgPr>
    </p:bg>
    <p:spTree>
      <p:nvGrpSpPr>
        <p:cNvPr id="819" name="Shape 819"/>
        <p:cNvGrpSpPr/>
        <p:nvPr/>
      </p:nvGrpSpPr>
      <p:grpSpPr>
        <a:xfrm>
          <a:off x="0" y="0"/>
          <a:ext cx="0" cy="0"/>
          <a:chOff x="0" y="0"/>
          <a:chExt cx="0" cy="0"/>
        </a:xfrm>
      </p:grpSpPr>
      <p:grpSp>
        <p:nvGrpSpPr>
          <p:cNvPr id="820" name="Google Shape;820;p15"/>
          <p:cNvGrpSpPr/>
          <p:nvPr/>
        </p:nvGrpSpPr>
        <p:grpSpPr>
          <a:xfrm>
            <a:off x="0" y="0"/>
            <a:ext cx="9144091" cy="5143648"/>
            <a:chOff x="0" y="0"/>
            <a:chExt cx="7440875" cy="4152456"/>
          </a:xfrm>
        </p:grpSpPr>
        <p:sp>
          <p:nvSpPr>
            <p:cNvPr id="821" name="Google Shape;821;p15"/>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5"/>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5"/>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5"/>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5"/>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5"/>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5"/>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5"/>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5"/>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5"/>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5"/>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5"/>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5"/>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5"/>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5"/>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5"/>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5"/>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5"/>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5"/>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5"/>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5"/>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5"/>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5"/>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5"/>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5"/>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5"/>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5"/>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5"/>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5"/>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5"/>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5"/>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5"/>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5"/>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5"/>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5"/>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5"/>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5"/>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5"/>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5"/>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5"/>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5"/>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5"/>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5"/>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5"/>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5"/>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5"/>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5"/>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5"/>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5"/>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5"/>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5"/>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5"/>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5"/>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5"/>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5"/>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5"/>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5"/>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5"/>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5"/>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5"/>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5"/>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5"/>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15"/>
          <p:cNvGrpSpPr/>
          <p:nvPr/>
        </p:nvGrpSpPr>
        <p:grpSpPr>
          <a:xfrm>
            <a:off x="192408" y="135664"/>
            <a:ext cx="8759169" cy="4872494"/>
            <a:chOff x="916986" y="2500875"/>
            <a:chExt cx="2280618" cy="1217119"/>
          </a:xfrm>
        </p:grpSpPr>
        <p:sp>
          <p:nvSpPr>
            <p:cNvPr id="884" name="Google Shape;884;p15"/>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5"/>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5"/>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5"/>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5"/>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 name="Google Shape;889;p15"/>
          <p:cNvSpPr txBox="1"/>
          <p:nvPr>
            <p:ph type="title"/>
          </p:nvPr>
        </p:nvSpPr>
        <p:spPr>
          <a:xfrm>
            <a:off x="720000" y="1186775"/>
            <a:ext cx="3932700" cy="17601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0" name="Google Shape;890;p15"/>
          <p:cNvSpPr txBox="1"/>
          <p:nvPr>
            <p:ph idx="1" type="subTitle"/>
          </p:nvPr>
        </p:nvSpPr>
        <p:spPr>
          <a:xfrm>
            <a:off x="720000" y="3132225"/>
            <a:ext cx="3932700" cy="885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1" name="Google Shape;891;p15"/>
          <p:cNvSpPr/>
          <p:nvPr>
            <p:ph idx="2" type="pic"/>
          </p:nvPr>
        </p:nvSpPr>
        <p:spPr>
          <a:xfrm>
            <a:off x="4790800" y="836175"/>
            <a:ext cx="3519600" cy="3519600"/>
          </a:xfrm>
          <a:prstGeom prst="ellipse">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solidFill>
          <a:schemeClr val="dk2"/>
        </a:solidFill>
      </p:bgPr>
    </p:bg>
    <p:spTree>
      <p:nvGrpSpPr>
        <p:cNvPr id="892" name="Shape 892"/>
        <p:cNvGrpSpPr/>
        <p:nvPr/>
      </p:nvGrpSpPr>
      <p:grpSpPr>
        <a:xfrm>
          <a:off x="0" y="0"/>
          <a:ext cx="0" cy="0"/>
          <a:chOff x="0" y="0"/>
          <a:chExt cx="0" cy="0"/>
        </a:xfrm>
      </p:grpSpPr>
      <p:grpSp>
        <p:nvGrpSpPr>
          <p:cNvPr id="893" name="Google Shape;893;p16"/>
          <p:cNvGrpSpPr/>
          <p:nvPr/>
        </p:nvGrpSpPr>
        <p:grpSpPr>
          <a:xfrm>
            <a:off x="0" y="0"/>
            <a:ext cx="9144091" cy="5143648"/>
            <a:chOff x="0" y="0"/>
            <a:chExt cx="7440875" cy="4152456"/>
          </a:xfrm>
        </p:grpSpPr>
        <p:sp>
          <p:nvSpPr>
            <p:cNvPr id="894" name="Google Shape;894;p16"/>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6"/>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6"/>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6"/>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6"/>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6"/>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6"/>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6"/>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6"/>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6"/>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6"/>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6"/>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6"/>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6"/>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6"/>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6"/>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6"/>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6"/>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6"/>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6"/>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6"/>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6"/>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6"/>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6"/>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6"/>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6"/>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6"/>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6"/>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6"/>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6"/>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6"/>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6"/>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6"/>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6"/>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6"/>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6"/>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6"/>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6"/>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6"/>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6"/>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6"/>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6"/>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6"/>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6"/>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6"/>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6"/>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6"/>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6"/>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6"/>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6"/>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6"/>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6"/>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6"/>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6"/>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6"/>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6"/>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6"/>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6"/>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6"/>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6"/>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6"/>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6"/>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39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16"/>
          <p:cNvGrpSpPr/>
          <p:nvPr/>
        </p:nvGrpSpPr>
        <p:grpSpPr>
          <a:xfrm>
            <a:off x="502465" y="399924"/>
            <a:ext cx="8139069" cy="4343656"/>
            <a:chOff x="916986" y="2500875"/>
            <a:chExt cx="2280618" cy="1217119"/>
          </a:xfrm>
        </p:grpSpPr>
        <p:sp>
          <p:nvSpPr>
            <p:cNvPr id="957" name="Google Shape;957;p16"/>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6"/>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6"/>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6"/>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6"/>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 name="Google Shape;962;p16"/>
          <p:cNvSpPr txBox="1"/>
          <p:nvPr>
            <p:ph type="title"/>
          </p:nvPr>
        </p:nvSpPr>
        <p:spPr>
          <a:xfrm>
            <a:off x="1024800" y="1789950"/>
            <a:ext cx="3597900" cy="11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63" name="Google Shape;963;p16"/>
          <p:cNvSpPr txBox="1"/>
          <p:nvPr>
            <p:ph idx="1" type="subTitle"/>
          </p:nvPr>
        </p:nvSpPr>
        <p:spPr>
          <a:xfrm>
            <a:off x="1024800" y="3073560"/>
            <a:ext cx="3597900" cy="943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bg>
      <p:bgPr>
        <a:solidFill>
          <a:schemeClr val="dk2"/>
        </a:solidFill>
      </p:bgPr>
    </p:bg>
    <p:spTree>
      <p:nvGrpSpPr>
        <p:cNvPr id="964" name="Shape 964"/>
        <p:cNvGrpSpPr/>
        <p:nvPr/>
      </p:nvGrpSpPr>
      <p:grpSpPr>
        <a:xfrm>
          <a:off x="0" y="0"/>
          <a:ext cx="0" cy="0"/>
          <a:chOff x="0" y="0"/>
          <a:chExt cx="0" cy="0"/>
        </a:xfrm>
      </p:grpSpPr>
      <p:grpSp>
        <p:nvGrpSpPr>
          <p:cNvPr id="965" name="Google Shape;965;p17"/>
          <p:cNvGrpSpPr/>
          <p:nvPr/>
        </p:nvGrpSpPr>
        <p:grpSpPr>
          <a:xfrm>
            <a:off x="0" y="0"/>
            <a:ext cx="9144091" cy="5143648"/>
            <a:chOff x="0" y="0"/>
            <a:chExt cx="7440875" cy="4152456"/>
          </a:xfrm>
        </p:grpSpPr>
        <p:sp>
          <p:nvSpPr>
            <p:cNvPr id="966" name="Google Shape;966;p17"/>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7"/>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7"/>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7"/>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7"/>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7"/>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7"/>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7"/>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7"/>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7"/>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7"/>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7"/>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7"/>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7"/>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7"/>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7"/>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7"/>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7"/>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7"/>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7"/>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7"/>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7"/>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7"/>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7"/>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7"/>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7"/>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7"/>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7"/>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7"/>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7"/>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7"/>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7"/>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7"/>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7"/>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7"/>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7"/>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7"/>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7"/>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7"/>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7"/>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7"/>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7"/>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7"/>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7"/>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7"/>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7"/>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7"/>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7"/>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7"/>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7"/>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7"/>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7"/>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7"/>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7"/>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7"/>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7"/>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7"/>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7"/>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7"/>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7"/>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7"/>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7"/>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17"/>
          <p:cNvGrpSpPr/>
          <p:nvPr/>
        </p:nvGrpSpPr>
        <p:grpSpPr>
          <a:xfrm>
            <a:off x="502465" y="399924"/>
            <a:ext cx="8139069" cy="4343656"/>
            <a:chOff x="916986" y="2500875"/>
            <a:chExt cx="2280618" cy="1217119"/>
          </a:xfrm>
        </p:grpSpPr>
        <p:sp>
          <p:nvSpPr>
            <p:cNvPr id="1029" name="Google Shape;1029;p17"/>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7"/>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7"/>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7"/>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7"/>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 name="Google Shape;1034;p17"/>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35" name="Google Shape;1035;p17"/>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bg>
      <p:bgPr>
        <a:solidFill>
          <a:schemeClr val="dk2"/>
        </a:solidFill>
      </p:bgPr>
    </p:bg>
    <p:spTree>
      <p:nvGrpSpPr>
        <p:cNvPr id="1036" name="Shape 1036"/>
        <p:cNvGrpSpPr/>
        <p:nvPr/>
      </p:nvGrpSpPr>
      <p:grpSpPr>
        <a:xfrm>
          <a:off x="0" y="0"/>
          <a:ext cx="0" cy="0"/>
          <a:chOff x="0" y="0"/>
          <a:chExt cx="0" cy="0"/>
        </a:xfrm>
      </p:grpSpPr>
      <p:grpSp>
        <p:nvGrpSpPr>
          <p:cNvPr id="1037" name="Google Shape;1037;p18"/>
          <p:cNvGrpSpPr/>
          <p:nvPr/>
        </p:nvGrpSpPr>
        <p:grpSpPr>
          <a:xfrm>
            <a:off x="0" y="0"/>
            <a:ext cx="9144091" cy="5143648"/>
            <a:chOff x="0" y="0"/>
            <a:chExt cx="7440875" cy="4152456"/>
          </a:xfrm>
        </p:grpSpPr>
        <p:sp>
          <p:nvSpPr>
            <p:cNvPr id="1038" name="Google Shape;1038;p18"/>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8"/>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8"/>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8"/>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8"/>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8"/>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8"/>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8"/>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8"/>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8"/>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8"/>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8"/>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8"/>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8"/>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8"/>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8"/>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8"/>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8"/>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8"/>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8"/>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8"/>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8"/>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8"/>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8"/>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8"/>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8"/>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8"/>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8"/>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8"/>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8"/>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8"/>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8"/>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8"/>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8"/>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8"/>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8"/>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8"/>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8"/>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8"/>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8"/>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8"/>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8"/>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8"/>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8"/>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8"/>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8"/>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8"/>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8"/>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8"/>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8"/>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8"/>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8"/>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8"/>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8"/>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8"/>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8"/>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8"/>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8"/>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8"/>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8"/>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8"/>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8"/>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18"/>
          <p:cNvGrpSpPr/>
          <p:nvPr/>
        </p:nvGrpSpPr>
        <p:grpSpPr>
          <a:xfrm>
            <a:off x="192408" y="135664"/>
            <a:ext cx="8759169" cy="4872494"/>
            <a:chOff x="916986" y="2500875"/>
            <a:chExt cx="2280618" cy="1217119"/>
          </a:xfrm>
        </p:grpSpPr>
        <p:sp>
          <p:nvSpPr>
            <p:cNvPr id="1101" name="Google Shape;1101;p18"/>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8"/>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8"/>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8"/>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8"/>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 name="Google Shape;110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07" name="Google Shape;1107;p18"/>
          <p:cNvSpPr txBox="1"/>
          <p:nvPr>
            <p:ph idx="1" type="subTitle"/>
          </p:nvPr>
        </p:nvSpPr>
        <p:spPr>
          <a:xfrm>
            <a:off x="4923076" y="2980825"/>
            <a:ext cx="2640000" cy="122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8" name="Google Shape;1108;p18"/>
          <p:cNvSpPr txBox="1"/>
          <p:nvPr>
            <p:ph idx="2" type="subTitle"/>
          </p:nvPr>
        </p:nvSpPr>
        <p:spPr>
          <a:xfrm>
            <a:off x="1580900" y="2980825"/>
            <a:ext cx="2640000" cy="122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9" name="Google Shape;1109;p18"/>
          <p:cNvSpPr txBox="1"/>
          <p:nvPr>
            <p:ph idx="3" type="subTitle"/>
          </p:nvPr>
        </p:nvSpPr>
        <p:spPr>
          <a:xfrm>
            <a:off x="1580905" y="24981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10" name="Google Shape;1110;p18"/>
          <p:cNvSpPr txBox="1"/>
          <p:nvPr>
            <p:ph idx="4" type="subTitle"/>
          </p:nvPr>
        </p:nvSpPr>
        <p:spPr>
          <a:xfrm>
            <a:off x="4923082" y="24981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11" name="Google Shape;1111;p18"/>
          <p:cNvSpPr/>
          <p:nvPr/>
        </p:nvSpPr>
        <p:spPr>
          <a:xfrm>
            <a:off x="8430766" y="352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bg>
      <p:bgPr>
        <a:solidFill>
          <a:schemeClr val="dk2"/>
        </a:solidFill>
      </p:bgPr>
    </p:bg>
    <p:spTree>
      <p:nvGrpSpPr>
        <p:cNvPr id="1112" name="Shape 1112"/>
        <p:cNvGrpSpPr/>
        <p:nvPr/>
      </p:nvGrpSpPr>
      <p:grpSpPr>
        <a:xfrm>
          <a:off x="0" y="0"/>
          <a:ext cx="0" cy="0"/>
          <a:chOff x="0" y="0"/>
          <a:chExt cx="0" cy="0"/>
        </a:xfrm>
      </p:grpSpPr>
      <p:grpSp>
        <p:nvGrpSpPr>
          <p:cNvPr id="1113" name="Google Shape;1113;p19"/>
          <p:cNvGrpSpPr/>
          <p:nvPr/>
        </p:nvGrpSpPr>
        <p:grpSpPr>
          <a:xfrm>
            <a:off x="0" y="0"/>
            <a:ext cx="9144091" cy="5143648"/>
            <a:chOff x="0" y="0"/>
            <a:chExt cx="7440875" cy="4152456"/>
          </a:xfrm>
        </p:grpSpPr>
        <p:sp>
          <p:nvSpPr>
            <p:cNvPr id="1114" name="Google Shape;1114;p19"/>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9"/>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9"/>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9"/>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9"/>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9"/>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9"/>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9"/>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9"/>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9"/>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9"/>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9"/>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9"/>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9"/>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9"/>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9"/>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9"/>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9"/>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9"/>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9"/>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9"/>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9"/>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9"/>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9"/>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9"/>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9"/>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9"/>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9"/>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9"/>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9"/>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9"/>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9"/>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9"/>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9"/>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9"/>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9"/>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9"/>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9"/>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9"/>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9"/>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9"/>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9"/>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9"/>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9"/>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9"/>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9"/>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9"/>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9"/>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9"/>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9"/>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9"/>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9"/>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9"/>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9"/>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9"/>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9"/>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9"/>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9"/>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9"/>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9"/>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9"/>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9"/>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19"/>
          <p:cNvGrpSpPr/>
          <p:nvPr/>
        </p:nvGrpSpPr>
        <p:grpSpPr>
          <a:xfrm>
            <a:off x="173287" y="130863"/>
            <a:ext cx="8797256" cy="4881744"/>
            <a:chOff x="916986" y="2500875"/>
            <a:chExt cx="2280618" cy="1217119"/>
          </a:xfrm>
        </p:grpSpPr>
        <p:sp>
          <p:nvSpPr>
            <p:cNvPr id="1177" name="Google Shape;1177;p19"/>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9"/>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9"/>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9"/>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9"/>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83" name="Google Shape;1183;p19"/>
          <p:cNvSpPr txBox="1"/>
          <p:nvPr>
            <p:ph idx="1" type="subTitle"/>
          </p:nvPr>
        </p:nvSpPr>
        <p:spPr>
          <a:xfrm>
            <a:off x="4832075" y="1667625"/>
            <a:ext cx="3254100" cy="203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4" name="Google Shape;1184;p19"/>
          <p:cNvSpPr txBox="1"/>
          <p:nvPr>
            <p:ph idx="2" type="subTitle"/>
          </p:nvPr>
        </p:nvSpPr>
        <p:spPr>
          <a:xfrm>
            <a:off x="816925" y="1667625"/>
            <a:ext cx="3254100" cy="203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5" name="Google Shape;1185;p19"/>
          <p:cNvSpPr/>
          <p:nvPr/>
        </p:nvSpPr>
        <p:spPr>
          <a:xfrm>
            <a:off x="533316" y="45278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BODY_1">
    <p:bg>
      <p:bgPr>
        <a:solidFill>
          <a:schemeClr val="dk2"/>
        </a:solidFill>
      </p:bgPr>
    </p:bg>
    <p:spTree>
      <p:nvGrpSpPr>
        <p:cNvPr id="1186" name="Shape 1186"/>
        <p:cNvGrpSpPr/>
        <p:nvPr/>
      </p:nvGrpSpPr>
      <p:grpSpPr>
        <a:xfrm>
          <a:off x="0" y="0"/>
          <a:ext cx="0" cy="0"/>
          <a:chOff x="0" y="0"/>
          <a:chExt cx="0" cy="0"/>
        </a:xfrm>
      </p:grpSpPr>
      <p:grpSp>
        <p:nvGrpSpPr>
          <p:cNvPr id="1187" name="Google Shape;1187;p20"/>
          <p:cNvGrpSpPr/>
          <p:nvPr/>
        </p:nvGrpSpPr>
        <p:grpSpPr>
          <a:xfrm>
            <a:off x="0" y="0"/>
            <a:ext cx="9144091" cy="5143648"/>
            <a:chOff x="0" y="0"/>
            <a:chExt cx="7440875" cy="4152456"/>
          </a:xfrm>
        </p:grpSpPr>
        <p:sp>
          <p:nvSpPr>
            <p:cNvPr id="1188" name="Google Shape;1188;p20"/>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0"/>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0"/>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0"/>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0"/>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0"/>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0"/>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0"/>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0"/>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0"/>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0"/>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0"/>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0"/>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0"/>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0"/>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0"/>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0"/>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0"/>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0"/>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0"/>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0"/>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0"/>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0"/>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0"/>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0"/>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0"/>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0"/>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0"/>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0"/>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0"/>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0"/>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0"/>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0"/>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0"/>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0"/>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0"/>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0"/>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0"/>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0"/>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0"/>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0"/>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0"/>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0"/>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0"/>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0"/>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0"/>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0"/>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0"/>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0"/>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0"/>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0"/>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0"/>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0"/>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0"/>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0"/>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0"/>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0"/>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0"/>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0"/>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0"/>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0"/>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0"/>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20"/>
          <p:cNvGrpSpPr/>
          <p:nvPr/>
        </p:nvGrpSpPr>
        <p:grpSpPr>
          <a:xfrm>
            <a:off x="192408" y="135664"/>
            <a:ext cx="8759169" cy="4872494"/>
            <a:chOff x="916986" y="2500875"/>
            <a:chExt cx="2280618" cy="1217119"/>
          </a:xfrm>
        </p:grpSpPr>
        <p:sp>
          <p:nvSpPr>
            <p:cNvPr id="1251" name="Google Shape;1251;p20"/>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0"/>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0"/>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0"/>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0"/>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20"/>
          <p:cNvSpPr txBox="1"/>
          <p:nvPr>
            <p:ph type="title"/>
          </p:nvPr>
        </p:nvSpPr>
        <p:spPr>
          <a:xfrm>
            <a:off x="720000" y="445025"/>
            <a:ext cx="7002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57" name="Google Shape;1257;p20"/>
          <p:cNvSpPr txBox="1"/>
          <p:nvPr>
            <p:ph idx="1" type="body"/>
          </p:nvPr>
        </p:nvSpPr>
        <p:spPr>
          <a:xfrm>
            <a:off x="720000" y="1149000"/>
            <a:ext cx="3885300" cy="3455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351F5D"/>
              </a:buClr>
              <a:buSzPts val="1400"/>
              <a:buFont typeface="Anaheim"/>
              <a:buChar char="●"/>
              <a:defRPr/>
            </a:lvl1pPr>
            <a:lvl2pPr indent="-317500" lvl="1" marL="914400" rtl="0">
              <a:lnSpc>
                <a:spcPct val="100000"/>
              </a:lnSpc>
              <a:spcBef>
                <a:spcPts val="0"/>
              </a:spcBef>
              <a:spcAft>
                <a:spcPts val="0"/>
              </a:spcAft>
              <a:buClr>
                <a:srgbClr val="191919"/>
              </a:buClr>
              <a:buSzPts val="1400"/>
              <a:buFont typeface="Anaheim"/>
              <a:buChar char="○"/>
              <a:defRPr/>
            </a:lvl2pPr>
            <a:lvl3pPr indent="-317500" lvl="2" marL="1371600" rtl="0">
              <a:lnSpc>
                <a:spcPct val="100000"/>
              </a:lnSpc>
              <a:spcBef>
                <a:spcPts val="0"/>
              </a:spcBef>
              <a:spcAft>
                <a:spcPts val="0"/>
              </a:spcAft>
              <a:buClr>
                <a:srgbClr val="191919"/>
              </a:buClr>
              <a:buSzPts val="1400"/>
              <a:buFont typeface="Anaheim"/>
              <a:buChar char="■"/>
              <a:defRPr/>
            </a:lvl3pPr>
            <a:lvl4pPr indent="-317500" lvl="3" marL="1828800" rtl="0">
              <a:lnSpc>
                <a:spcPct val="100000"/>
              </a:lnSpc>
              <a:spcBef>
                <a:spcPts val="0"/>
              </a:spcBef>
              <a:spcAft>
                <a:spcPts val="0"/>
              </a:spcAft>
              <a:buClr>
                <a:srgbClr val="191919"/>
              </a:buClr>
              <a:buSzPts val="1400"/>
              <a:buFont typeface="Anaheim"/>
              <a:buChar char="●"/>
              <a:defRPr/>
            </a:lvl4pPr>
            <a:lvl5pPr indent="-317500" lvl="4" marL="2286000" rtl="0">
              <a:lnSpc>
                <a:spcPct val="100000"/>
              </a:lnSpc>
              <a:spcBef>
                <a:spcPts val="0"/>
              </a:spcBef>
              <a:spcAft>
                <a:spcPts val="0"/>
              </a:spcAft>
              <a:buClr>
                <a:srgbClr val="191919"/>
              </a:buClr>
              <a:buSzPts val="1400"/>
              <a:buFont typeface="Anaheim"/>
              <a:buChar char="○"/>
              <a:defRPr/>
            </a:lvl5pPr>
            <a:lvl6pPr indent="-317500" lvl="5" marL="2743200" rtl="0">
              <a:lnSpc>
                <a:spcPct val="100000"/>
              </a:lnSpc>
              <a:spcBef>
                <a:spcPts val="0"/>
              </a:spcBef>
              <a:spcAft>
                <a:spcPts val="0"/>
              </a:spcAft>
              <a:buClr>
                <a:srgbClr val="191919"/>
              </a:buClr>
              <a:buSzPts val="1400"/>
              <a:buFont typeface="Anaheim"/>
              <a:buChar char="■"/>
              <a:defRPr/>
            </a:lvl6pPr>
            <a:lvl7pPr indent="-317500" lvl="6" marL="3200400" rtl="0">
              <a:lnSpc>
                <a:spcPct val="100000"/>
              </a:lnSpc>
              <a:spcBef>
                <a:spcPts val="0"/>
              </a:spcBef>
              <a:spcAft>
                <a:spcPts val="0"/>
              </a:spcAft>
              <a:buClr>
                <a:srgbClr val="191919"/>
              </a:buClr>
              <a:buSzPts val="1400"/>
              <a:buFont typeface="Anaheim"/>
              <a:buChar char="●"/>
              <a:defRPr/>
            </a:lvl7pPr>
            <a:lvl8pPr indent="-317500" lvl="7" marL="3657600" rtl="0">
              <a:lnSpc>
                <a:spcPct val="100000"/>
              </a:lnSpc>
              <a:spcBef>
                <a:spcPts val="0"/>
              </a:spcBef>
              <a:spcAft>
                <a:spcPts val="0"/>
              </a:spcAft>
              <a:buClr>
                <a:srgbClr val="191919"/>
              </a:buClr>
              <a:buSzPts val="1400"/>
              <a:buFont typeface="Anaheim"/>
              <a:buChar char="○"/>
              <a:defRPr/>
            </a:lvl8pPr>
            <a:lvl9pPr indent="-317500" lvl="8" marL="4114800" rtl="0">
              <a:lnSpc>
                <a:spcPct val="100000"/>
              </a:lnSpc>
              <a:spcBef>
                <a:spcPts val="0"/>
              </a:spcBef>
              <a:spcAft>
                <a:spcPts val="0"/>
              </a:spcAft>
              <a:buClr>
                <a:srgbClr val="191919"/>
              </a:buClr>
              <a:buSzPts val="1400"/>
              <a:buFont typeface="Anaheim"/>
              <a:buChar char="■"/>
              <a:defRPr/>
            </a:lvl9pPr>
          </a:lstStyle>
          <a:p/>
        </p:txBody>
      </p:sp>
      <p:sp>
        <p:nvSpPr>
          <p:cNvPr id="1258" name="Google Shape;1258;p20"/>
          <p:cNvSpPr txBox="1"/>
          <p:nvPr>
            <p:ph idx="2" type="body"/>
          </p:nvPr>
        </p:nvSpPr>
        <p:spPr>
          <a:xfrm>
            <a:off x="4680100" y="1149000"/>
            <a:ext cx="3750600" cy="3455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351F5D"/>
              </a:buClr>
              <a:buSzPts val="1400"/>
              <a:buFont typeface="Anaheim"/>
              <a:buChar char="●"/>
              <a:defRPr/>
            </a:lvl1pPr>
            <a:lvl2pPr indent="-317500" lvl="1" marL="914400" rtl="0">
              <a:lnSpc>
                <a:spcPct val="100000"/>
              </a:lnSpc>
              <a:spcBef>
                <a:spcPts val="0"/>
              </a:spcBef>
              <a:spcAft>
                <a:spcPts val="0"/>
              </a:spcAft>
              <a:buClr>
                <a:srgbClr val="191919"/>
              </a:buClr>
              <a:buSzPts val="1400"/>
              <a:buFont typeface="Anaheim"/>
              <a:buChar char="○"/>
              <a:defRPr/>
            </a:lvl2pPr>
            <a:lvl3pPr indent="-317500" lvl="2" marL="1371600" rtl="0">
              <a:lnSpc>
                <a:spcPct val="100000"/>
              </a:lnSpc>
              <a:spcBef>
                <a:spcPts val="0"/>
              </a:spcBef>
              <a:spcAft>
                <a:spcPts val="0"/>
              </a:spcAft>
              <a:buClr>
                <a:srgbClr val="191919"/>
              </a:buClr>
              <a:buSzPts val="1400"/>
              <a:buFont typeface="Anaheim"/>
              <a:buChar char="■"/>
              <a:defRPr/>
            </a:lvl3pPr>
            <a:lvl4pPr indent="-317500" lvl="3" marL="1828800" rtl="0">
              <a:lnSpc>
                <a:spcPct val="100000"/>
              </a:lnSpc>
              <a:spcBef>
                <a:spcPts val="0"/>
              </a:spcBef>
              <a:spcAft>
                <a:spcPts val="0"/>
              </a:spcAft>
              <a:buClr>
                <a:srgbClr val="191919"/>
              </a:buClr>
              <a:buSzPts val="1400"/>
              <a:buFont typeface="Anaheim"/>
              <a:buChar char="●"/>
              <a:defRPr/>
            </a:lvl4pPr>
            <a:lvl5pPr indent="-317500" lvl="4" marL="2286000" rtl="0">
              <a:lnSpc>
                <a:spcPct val="100000"/>
              </a:lnSpc>
              <a:spcBef>
                <a:spcPts val="0"/>
              </a:spcBef>
              <a:spcAft>
                <a:spcPts val="0"/>
              </a:spcAft>
              <a:buClr>
                <a:srgbClr val="191919"/>
              </a:buClr>
              <a:buSzPts val="1400"/>
              <a:buFont typeface="Anaheim"/>
              <a:buChar char="○"/>
              <a:defRPr/>
            </a:lvl5pPr>
            <a:lvl6pPr indent="-317500" lvl="5" marL="2743200" rtl="0">
              <a:lnSpc>
                <a:spcPct val="100000"/>
              </a:lnSpc>
              <a:spcBef>
                <a:spcPts val="0"/>
              </a:spcBef>
              <a:spcAft>
                <a:spcPts val="0"/>
              </a:spcAft>
              <a:buClr>
                <a:srgbClr val="191919"/>
              </a:buClr>
              <a:buSzPts val="1400"/>
              <a:buFont typeface="Anaheim"/>
              <a:buChar char="■"/>
              <a:defRPr/>
            </a:lvl6pPr>
            <a:lvl7pPr indent="-317500" lvl="6" marL="3200400" rtl="0">
              <a:lnSpc>
                <a:spcPct val="100000"/>
              </a:lnSpc>
              <a:spcBef>
                <a:spcPts val="0"/>
              </a:spcBef>
              <a:spcAft>
                <a:spcPts val="0"/>
              </a:spcAft>
              <a:buClr>
                <a:srgbClr val="191919"/>
              </a:buClr>
              <a:buSzPts val="1400"/>
              <a:buFont typeface="Anaheim"/>
              <a:buChar char="●"/>
              <a:defRPr/>
            </a:lvl7pPr>
            <a:lvl8pPr indent="-317500" lvl="7" marL="3657600" rtl="0">
              <a:lnSpc>
                <a:spcPct val="100000"/>
              </a:lnSpc>
              <a:spcBef>
                <a:spcPts val="0"/>
              </a:spcBef>
              <a:spcAft>
                <a:spcPts val="0"/>
              </a:spcAft>
              <a:buClr>
                <a:srgbClr val="191919"/>
              </a:buClr>
              <a:buSzPts val="1400"/>
              <a:buFont typeface="Anaheim"/>
              <a:buChar char="○"/>
              <a:defRPr/>
            </a:lvl8pPr>
            <a:lvl9pPr indent="-317500" lvl="8" marL="4114800" rtl="0">
              <a:lnSpc>
                <a:spcPct val="100000"/>
              </a:lnSpc>
              <a:spcBef>
                <a:spcPts val="0"/>
              </a:spcBef>
              <a:spcAft>
                <a:spcPts val="0"/>
              </a:spcAft>
              <a:buClr>
                <a:srgbClr val="191919"/>
              </a:buClr>
              <a:buSzPts val="1400"/>
              <a:buFont typeface="Anaheim"/>
              <a:buChar ch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bg>
      <p:bgPr>
        <a:solidFill>
          <a:schemeClr val="dk2"/>
        </a:solidFill>
      </p:bgPr>
    </p:bg>
    <p:spTree>
      <p:nvGrpSpPr>
        <p:cNvPr id="1259" name="Shape 1259"/>
        <p:cNvGrpSpPr/>
        <p:nvPr/>
      </p:nvGrpSpPr>
      <p:grpSpPr>
        <a:xfrm>
          <a:off x="0" y="0"/>
          <a:ext cx="0" cy="0"/>
          <a:chOff x="0" y="0"/>
          <a:chExt cx="0" cy="0"/>
        </a:xfrm>
      </p:grpSpPr>
      <p:grpSp>
        <p:nvGrpSpPr>
          <p:cNvPr id="1260" name="Google Shape;1260;p21"/>
          <p:cNvGrpSpPr/>
          <p:nvPr/>
        </p:nvGrpSpPr>
        <p:grpSpPr>
          <a:xfrm>
            <a:off x="0" y="0"/>
            <a:ext cx="9144091" cy="5143648"/>
            <a:chOff x="0" y="0"/>
            <a:chExt cx="7440875" cy="4152456"/>
          </a:xfrm>
        </p:grpSpPr>
        <p:sp>
          <p:nvSpPr>
            <p:cNvPr id="1261" name="Google Shape;1261;p21"/>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1"/>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1"/>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1"/>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1"/>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1"/>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1"/>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1"/>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1"/>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1"/>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1"/>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1"/>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1"/>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1"/>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1"/>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1"/>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1"/>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1"/>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1"/>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1"/>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1"/>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1"/>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1"/>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1"/>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1"/>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1"/>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1"/>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1"/>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1"/>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1"/>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1"/>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1"/>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1"/>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1"/>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1"/>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1"/>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1"/>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1"/>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1"/>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1"/>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1"/>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1"/>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1"/>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1"/>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1"/>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1"/>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1"/>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1"/>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1"/>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1"/>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1"/>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1"/>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1"/>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1"/>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1"/>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1"/>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1"/>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1"/>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1"/>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1"/>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1"/>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1"/>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21"/>
          <p:cNvGrpSpPr/>
          <p:nvPr/>
        </p:nvGrpSpPr>
        <p:grpSpPr>
          <a:xfrm>
            <a:off x="173287" y="130863"/>
            <a:ext cx="8797256" cy="4881744"/>
            <a:chOff x="916986" y="2500875"/>
            <a:chExt cx="2280618" cy="1217119"/>
          </a:xfrm>
        </p:grpSpPr>
        <p:sp>
          <p:nvSpPr>
            <p:cNvPr id="1324" name="Google Shape;1324;p21"/>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1"/>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1"/>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1"/>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1"/>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 name="Google Shape;1329;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30" name="Google Shape;1330;p21"/>
          <p:cNvSpPr txBox="1"/>
          <p:nvPr>
            <p:ph idx="1" type="subTitle"/>
          </p:nvPr>
        </p:nvSpPr>
        <p:spPr>
          <a:xfrm>
            <a:off x="937625" y="2992400"/>
            <a:ext cx="2175300" cy="90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1" name="Google Shape;1331;p21"/>
          <p:cNvSpPr txBox="1"/>
          <p:nvPr>
            <p:ph idx="2" type="subTitle"/>
          </p:nvPr>
        </p:nvSpPr>
        <p:spPr>
          <a:xfrm>
            <a:off x="3484348" y="2992400"/>
            <a:ext cx="2175300" cy="90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2" name="Google Shape;1332;p21"/>
          <p:cNvSpPr txBox="1"/>
          <p:nvPr>
            <p:ph idx="3" type="subTitle"/>
          </p:nvPr>
        </p:nvSpPr>
        <p:spPr>
          <a:xfrm>
            <a:off x="6031075" y="2992400"/>
            <a:ext cx="2175300" cy="90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3" name="Google Shape;1333;p21"/>
          <p:cNvSpPr txBox="1"/>
          <p:nvPr>
            <p:ph idx="4" type="subTitle"/>
          </p:nvPr>
        </p:nvSpPr>
        <p:spPr>
          <a:xfrm>
            <a:off x="937625" y="2408598"/>
            <a:ext cx="2175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34" name="Google Shape;1334;p21"/>
          <p:cNvSpPr txBox="1"/>
          <p:nvPr>
            <p:ph idx="5" type="subTitle"/>
          </p:nvPr>
        </p:nvSpPr>
        <p:spPr>
          <a:xfrm>
            <a:off x="3484348" y="2408598"/>
            <a:ext cx="2175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35" name="Google Shape;1335;p21"/>
          <p:cNvSpPr txBox="1"/>
          <p:nvPr>
            <p:ph idx="6" type="subTitle"/>
          </p:nvPr>
        </p:nvSpPr>
        <p:spPr>
          <a:xfrm>
            <a:off x="6031075" y="2408598"/>
            <a:ext cx="2175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bg>
      <p:bgPr>
        <a:solidFill>
          <a:schemeClr val="dk2"/>
        </a:solidFill>
      </p:bgPr>
    </p:bg>
    <p:spTree>
      <p:nvGrpSpPr>
        <p:cNvPr id="1336" name="Shape 1336"/>
        <p:cNvGrpSpPr/>
        <p:nvPr/>
      </p:nvGrpSpPr>
      <p:grpSpPr>
        <a:xfrm>
          <a:off x="0" y="0"/>
          <a:ext cx="0" cy="0"/>
          <a:chOff x="0" y="0"/>
          <a:chExt cx="0" cy="0"/>
        </a:xfrm>
      </p:grpSpPr>
      <p:grpSp>
        <p:nvGrpSpPr>
          <p:cNvPr id="1337" name="Google Shape;1337;p22"/>
          <p:cNvGrpSpPr/>
          <p:nvPr/>
        </p:nvGrpSpPr>
        <p:grpSpPr>
          <a:xfrm>
            <a:off x="0" y="0"/>
            <a:ext cx="9144091" cy="5143648"/>
            <a:chOff x="0" y="0"/>
            <a:chExt cx="7440875" cy="4152456"/>
          </a:xfrm>
        </p:grpSpPr>
        <p:sp>
          <p:nvSpPr>
            <p:cNvPr id="1338" name="Google Shape;1338;p22"/>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2"/>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2"/>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2"/>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2"/>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2"/>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2"/>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2"/>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2"/>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2"/>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2"/>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2"/>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2"/>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2"/>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2"/>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2"/>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2"/>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2"/>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2"/>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2"/>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2"/>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2"/>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2"/>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2"/>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2"/>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2"/>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2"/>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2"/>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2"/>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2"/>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2"/>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2"/>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2"/>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2"/>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2"/>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2"/>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2"/>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2"/>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2"/>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2"/>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2"/>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2"/>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2"/>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2"/>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2"/>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2"/>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2"/>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2"/>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2"/>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2"/>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2"/>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2"/>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2"/>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2"/>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2"/>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2"/>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2"/>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2"/>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2"/>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2"/>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2"/>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2"/>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22"/>
          <p:cNvGrpSpPr/>
          <p:nvPr/>
        </p:nvGrpSpPr>
        <p:grpSpPr>
          <a:xfrm>
            <a:off x="173287" y="130863"/>
            <a:ext cx="8797256" cy="4881744"/>
            <a:chOff x="916986" y="2500875"/>
            <a:chExt cx="2280618" cy="1217119"/>
          </a:xfrm>
        </p:grpSpPr>
        <p:sp>
          <p:nvSpPr>
            <p:cNvPr id="1401" name="Google Shape;1401;p22"/>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2"/>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2"/>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2"/>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2"/>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07" name="Google Shape;1407;p22"/>
          <p:cNvSpPr txBox="1"/>
          <p:nvPr>
            <p:ph idx="1" type="subTitle"/>
          </p:nvPr>
        </p:nvSpPr>
        <p:spPr>
          <a:xfrm>
            <a:off x="2110311" y="1842900"/>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8" name="Google Shape;1408;p22"/>
          <p:cNvSpPr txBox="1"/>
          <p:nvPr>
            <p:ph idx="2" type="subTitle"/>
          </p:nvPr>
        </p:nvSpPr>
        <p:spPr>
          <a:xfrm>
            <a:off x="4903089" y="1842900"/>
            <a:ext cx="19782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9" name="Google Shape;1409;p22"/>
          <p:cNvSpPr txBox="1"/>
          <p:nvPr>
            <p:ph idx="3" type="subTitle"/>
          </p:nvPr>
        </p:nvSpPr>
        <p:spPr>
          <a:xfrm>
            <a:off x="2110311" y="3485775"/>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0" name="Google Shape;1410;p22"/>
          <p:cNvSpPr txBox="1"/>
          <p:nvPr>
            <p:ph idx="4" type="subTitle"/>
          </p:nvPr>
        </p:nvSpPr>
        <p:spPr>
          <a:xfrm>
            <a:off x="4903089" y="3485775"/>
            <a:ext cx="19782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1" name="Google Shape;1411;p22"/>
          <p:cNvSpPr txBox="1"/>
          <p:nvPr>
            <p:ph idx="5" type="subTitle"/>
          </p:nvPr>
        </p:nvSpPr>
        <p:spPr>
          <a:xfrm>
            <a:off x="2110311" y="148970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12" name="Google Shape;1412;p22"/>
          <p:cNvSpPr txBox="1"/>
          <p:nvPr>
            <p:ph idx="6" type="subTitle"/>
          </p:nvPr>
        </p:nvSpPr>
        <p:spPr>
          <a:xfrm>
            <a:off x="2110311" y="31326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13" name="Google Shape;1413;p22"/>
          <p:cNvSpPr txBox="1"/>
          <p:nvPr>
            <p:ph idx="7" type="subTitle"/>
          </p:nvPr>
        </p:nvSpPr>
        <p:spPr>
          <a:xfrm>
            <a:off x="4903086" y="1489700"/>
            <a:ext cx="19782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14" name="Google Shape;1414;p22"/>
          <p:cNvSpPr txBox="1"/>
          <p:nvPr>
            <p:ph idx="8" type="subTitle"/>
          </p:nvPr>
        </p:nvSpPr>
        <p:spPr>
          <a:xfrm>
            <a:off x="4903086" y="3132675"/>
            <a:ext cx="19782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solidFill>
          <a:schemeClr val="dk2"/>
        </a:solidFill>
      </p:bgPr>
    </p:bg>
    <p:spTree>
      <p:nvGrpSpPr>
        <p:cNvPr id="1415" name="Shape 1415"/>
        <p:cNvGrpSpPr/>
        <p:nvPr/>
      </p:nvGrpSpPr>
      <p:grpSpPr>
        <a:xfrm>
          <a:off x="0" y="0"/>
          <a:ext cx="0" cy="0"/>
          <a:chOff x="0" y="0"/>
          <a:chExt cx="0" cy="0"/>
        </a:xfrm>
      </p:grpSpPr>
      <p:grpSp>
        <p:nvGrpSpPr>
          <p:cNvPr id="1416" name="Google Shape;1416;p23"/>
          <p:cNvGrpSpPr/>
          <p:nvPr/>
        </p:nvGrpSpPr>
        <p:grpSpPr>
          <a:xfrm>
            <a:off x="0" y="0"/>
            <a:ext cx="9144091" cy="5143648"/>
            <a:chOff x="0" y="0"/>
            <a:chExt cx="7440875" cy="4152456"/>
          </a:xfrm>
        </p:grpSpPr>
        <p:sp>
          <p:nvSpPr>
            <p:cNvPr id="1417" name="Google Shape;1417;p23"/>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3"/>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3"/>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3"/>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3"/>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3"/>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3"/>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3"/>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3"/>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3"/>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3"/>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3"/>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3"/>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3"/>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3"/>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3"/>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3"/>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3"/>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3"/>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3"/>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3"/>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3"/>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3"/>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3"/>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3"/>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3"/>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3"/>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3"/>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3"/>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3"/>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3"/>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3"/>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3"/>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3"/>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3"/>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3"/>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3"/>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3"/>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3"/>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3"/>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3"/>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3"/>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3"/>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3"/>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3"/>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3"/>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3"/>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3"/>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3"/>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3"/>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3"/>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3"/>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3"/>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3"/>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3"/>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3"/>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3"/>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3"/>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3"/>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3"/>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3"/>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3"/>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23"/>
          <p:cNvGrpSpPr/>
          <p:nvPr/>
        </p:nvGrpSpPr>
        <p:grpSpPr>
          <a:xfrm>
            <a:off x="173287" y="130863"/>
            <a:ext cx="8797256" cy="4881744"/>
            <a:chOff x="916986" y="2500875"/>
            <a:chExt cx="2280618" cy="1217119"/>
          </a:xfrm>
        </p:grpSpPr>
        <p:sp>
          <p:nvSpPr>
            <p:cNvPr id="1480" name="Google Shape;1480;p23"/>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3"/>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3"/>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3"/>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3"/>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86" name="Google Shape;1486;p23"/>
          <p:cNvSpPr txBox="1"/>
          <p:nvPr>
            <p:ph idx="1" type="subTitle"/>
          </p:nvPr>
        </p:nvSpPr>
        <p:spPr>
          <a:xfrm>
            <a:off x="956752" y="19968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7" name="Google Shape;1487;p23"/>
          <p:cNvSpPr txBox="1"/>
          <p:nvPr>
            <p:ph idx="2" type="subTitle"/>
          </p:nvPr>
        </p:nvSpPr>
        <p:spPr>
          <a:xfrm>
            <a:off x="3579000" y="19968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8" name="Google Shape;1488;p23"/>
          <p:cNvSpPr txBox="1"/>
          <p:nvPr>
            <p:ph idx="3" type="subTitle"/>
          </p:nvPr>
        </p:nvSpPr>
        <p:spPr>
          <a:xfrm>
            <a:off x="956752" y="35032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9" name="Google Shape;1489;p23"/>
          <p:cNvSpPr txBox="1"/>
          <p:nvPr>
            <p:ph idx="4" type="subTitle"/>
          </p:nvPr>
        </p:nvSpPr>
        <p:spPr>
          <a:xfrm>
            <a:off x="3579000" y="35032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90" name="Google Shape;1490;p23"/>
          <p:cNvSpPr txBox="1"/>
          <p:nvPr>
            <p:ph idx="5" type="subTitle"/>
          </p:nvPr>
        </p:nvSpPr>
        <p:spPr>
          <a:xfrm>
            <a:off x="6201248" y="19968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91" name="Google Shape;1491;p23"/>
          <p:cNvSpPr txBox="1"/>
          <p:nvPr>
            <p:ph idx="6" type="subTitle"/>
          </p:nvPr>
        </p:nvSpPr>
        <p:spPr>
          <a:xfrm>
            <a:off x="6201248" y="35032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92" name="Google Shape;1492;p23"/>
          <p:cNvSpPr txBox="1"/>
          <p:nvPr>
            <p:ph idx="7" type="subTitle"/>
          </p:nvPr>
        </p:nvSpPr>
        <p:spPr>
          <a:xfrm>
            <a:off x="960652" y="16565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3" name="Google Shape;1493;p23"/>
          <p:cNvSpPr txBox="1"/>
          <p:nvPr>
            <p:ph idx="8" type="subTitle"/>
          </p:nvPr>
        </p:nvSpPr>
        <p:spPr>
          <a:xfrm>
            <a:off x="3582900" y="16565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4" name="Google Shape;1494;p23"/>
          <p:cNvSpPr txBox="1"/>
          <p:nvPr>
            <p:ph idx="9" type="subTitle"/>
          </p:nvPr>
        </p:nvSpPr>
        <p:spPr>
          <a:xfrm>
            <a:off x="6205148" y="16565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5" name="Google Shape;1495;p23"/>
          <p:cNvSpPr txBox="1"/>
          <p:nvPr>
            <p:ph idx="13" type="subTitle"/>
          </p:nvPr>
        </p:nvSpPr>
        <p:spPr>
          <a:xfrm>
            <a:off x="960652" y="31630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6" name="Google Shape;1496;p23"/>
          <p:cNvSpPr txBox="1"/>
          <p:nvPr>
            <p:ph idx="14" type="subTitle"/>
          </p:nvPr>
        </p:nvSpPr>
        <p:spPr>
          <a:xfrm>
            <a:off x="3582900" y="31630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7" name="Google Shape;1497;p23"/>
          <p:cNvSpPr txBox="1"/>
          <p:nvPr>
            <p:ph idx="15" type="subTitle"/>
          </p:nvPr>
        </p:nvSpPr>
        <p:spPr>
          <a:xfrm>
            <a:off x="6205148" y="31630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bg>
      <p:bgPr>
        <a:solidFill>
          <a:schemeClr val="dk2"/>
        </a:solidFill>
      </p:bgPr>
    </p:bg>
    <p:spTree>
      <p:nvGrpSpPr>
        <p:cNvPr id="1498" name="Shape 1498"/>
        <p:cNvGrpSpPr/>
        <p:nvPr/>
      </p:nvGrpSpPr>
      <p:grpSpPr>
        <a:xfrm>
          <a:off x="0" y="0"/>
          <a:ext cx="0" cy="0"/>
          <a:chOff x="0" y="0"/>
          <a:chExt cx="0" cy="0"/>
        </a:xfrm>
      </p:grpSpPr>
      <p:grpSp>
        <p:nvGrpSpPr>
          <p:cNvPr id="1499" name="Google Shape;1499;p24"/>
          <p:cNvGrpSpPr/>
          <p:nvPr/>
        </p:nvGrpSpPr>
        <p:grpSpPr>
          <a:xfrm>
            <a:off x="0" y="0"/>
            <a:ext cx="9144091" cy="5143648"/>
            <a:chOff x="0" y="0"/>
            <a:chExt cx="7440875" cy="4152456"/>
          </a:xfrm>
        </p:grpSpPr>
        <p:sp>
          <p:nvSpPr>
            <p:cNvPr id="1500" name="Google Shape;1500;p24"/>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4"/>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4"/>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4"/>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4"/>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4"/>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4"/>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4"/>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4"/>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4"/>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4"/>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4"/>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4"/>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4"/>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4"/>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4"/>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4"/>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4"/>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4"/>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4"/>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4"/>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4"/>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4"/>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4"/>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4"/>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4"/>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4"/>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4"/>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4"/>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4"/>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4"/>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4"/>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4"/>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4"/>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4"/>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4"/>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4"/>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4"/>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4"/>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4"/>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4"/>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4"/>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4"/>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4"/>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4"/>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4"/>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4"/>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4"/>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4"/>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4"/>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4"/>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4"/>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4"/>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4"/>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4"/>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4"/>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4"/>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4"/>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4"/>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4"/>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4"/>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4"/>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24"/>
          <p:cNvGrpSpPr/>
          <p:nvPr/>
        </p:nvGrpSpPr>
        <p:grpSpPr>
          <a:xfrm>
            <a:off x="502465" y="399924"/>
            <a:ext cx="8139069" cy="4343656"/>
            <a:chOff x="916986" y="2500875"/>
            <a:chExt cx="2280618" cy="1217119"/>
          </a:xfrm>
        </p:grpSpPr>
        <p:sp>
          <p:nvSpPr>
            <p:cNvPr id="1563" name="Google Shape;1563;p24"/>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4"/>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4"/>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4"/>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4"/>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 name="Google Shape;1568;p24"/>
          <p:cNvSpPr txBox="1"/>
          <p:nvPr>
            <p:ph hasCustomPrompt="1" type="title"/>
          </p:nvPr>
        </p:nvSpPr>
        <p:spPr>
          <a:xfrm>
            <a:off x="2223600" y="628312"/>
            <a:ext cx="4696800" cy="7689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69" name="Google Shape;1569;p24"/>
          <p:cNvSpPr txBox="1"/>
          <p:nvPr>
            <p:ph idx="1" type="subTitle"/>
          </p:nvPr>
        </p:nvSpPr>
        <p:spPr>
          <a:xfrm>
            <a:off x="2223600" y="1361146"/>
            <a:ext cx="4696800" cy="389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700">
                <a:solidFill>
                  <a:schemeClr val="dk1"/>
                </a:solidFill>
                <a:highlight>
                  <a:schemeClr val="dk2"/>
                </a:highlight>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570" name="Google Shape;1570;p24"/>
          <p:cNvSpPr txBox="1"/>
          <p:nvPr>
            <p:ph hasCustomPrompt="1" idx="2" type="title"/>
          </p:nvPr>
        </p:nvSpPr>
        <p:spPr>
          <a:xfrm>
            <a:off x="2223600" y="1980568"/>
            <a:ext cx="4696800" cy="7689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71" name="Google Shape;1571;p24"/>
          <p:cNvSpPr txBox="1"/>
          <p:nvPr>
            <p:ph idx="3" type="subTitle"/>
          </p:nvPr>
        </p:nvSpPr>
        <p:spPr>
          <a:xfrm>
            <a:off x="2223600" y="2714971"/>
            <a:ext cx="4696800" cy="389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700">
                <a:solidFill>
                  <a:schemeClr val="dk1"/>
                </a:solidFill>
                <a:highlight>
                  <a:schemeClr val="dk2"/>
                </a:highlight>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572" name="Google Shape;1572;p24"/>
          <p:cNvSpPr txBox="1"/>
          <p:nvPr>
            <p:ph hasCustomPrompt="1" idx="4" type="title"/>
          </p:nvPr>
        </p:nvSpPr>
        <p:spPr>
          <a:xfrm>
            <a:off x="2223600" y="3332824"/>
            <a:ext cx="4696800" cy="7689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73" name="Google Shape;1573;p24"/>
          <p:cNvSpPr txBox="1"/>
          <p:nvPr>
            <p:ph idx="5" type="subTitle"/>
          </p:nvPr>
        </p:nvSpPr>
        <p:spPr>
          <a:xfrm>
            <a:off x="2223600" y="4068796"/>
            <a:ext cx="4696800" cy="389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700">
                <a:solidFill>
                  <a:schemeClr val="dk1"/>
                </a:solidFill>
                <a:highlight>
                  <a:schemeClr val="dk2"/>
                </a:highlight>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bg>
      <p:bgPr>
        <a:solidFill>
          <a:schemeClr val="dk2"/>
        </a:solidFill>
      </p:bgPr>
    </p:bg>
    <p:spTree>
      <p:nvGrpSpPr>
        <p:cNvPr id="1574" name="Shape 1574"/>
        <p:cNvGrpSpPr/>
        <p:nvPr/>
      </p:nvGrpSpPr>
      <p:grpSpPr>
        <a:xfrm>
          <a:off x="0" y="0"/>
          <a:ext cx="0" cy="0"/>
          <a:chOff x="0" y="0"/>
          <a:chExt cx="0" cy="0"/>
        </a:xfrm>
      </p:grpSpPr>
      <p:grpSp>
        <p:nvGrpSpPr>
          <p:cNvPr id="1575" name="Google Shape;1575;p25"/>
          <p:cNvGrpSpPr/>
          <p:nvPr/>
        </p:nvGrpSpPr>
        <p:grpSpPr>
          <a:xfrm>
            <a:off x="0" y="0"/>
            <a:ext cx="9144091" cy="5143648"/>
            <a:chOff x="0" y="0"/>
            <a:chExt cx="7440875" cy="4152456"/>
          </a:xfrm>
        </p:grpSpPr>
        <p:sp>
          <p:nvSpPr>
            <p:cNvPr id="1576" name="Google Shape;1576;p25"/>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5"/>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5"/>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5"/>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5"/>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5"/>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5"/>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5"/>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5"/>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5"/>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5"/>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5"/>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5"/>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5"/>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5"/>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5"/>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5"/>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5"/>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5"/>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5"/>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5"/>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5"/>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5"/>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5"/>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5"/>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5"/>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5"/>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5"/>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5"/>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5"/>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5"/>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5"/>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5"/>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5"/>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5"/>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5"/>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5"/>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5"/>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5"/>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5"/>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5"/>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5"/>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5"/>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5"/>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5"/>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5"/>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5"/>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5"/>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5"/>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5"/>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5"/>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5"/>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5"/>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5"/>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5"/>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5"/>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5"/>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5"/>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5"/>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5"/>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5"/>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5"/>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25"/>
          <p:cNvGrpSpPr/>
          <p:nvPr/>
        </p:nvGrpSpPr>
        <p:grpSpPr>
          <a:xfrm>
            <a:off x="173287" y="130863"/>
            <a:ext cx="8797256" cy="4881744"/>
            <a:chOff x="916986" y="2500875"/>
            <a:chExt cx="2280618" cy="1217119"/>
          </a:xfrm>
        </p:grpSpPr>
        <p:sp>
          <p:nvSpPr>
            <p:cNvPr id="1639" name="Google Shape;1639;p25"/>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5"/>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5"/>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5"/>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5"/>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4" name="Google Shape;1644;p25"/>
          <p:cNvSpPr txBox="1"/>
          <p:nvPr>
            <p:ph hasCustomPrompt="1" type="title"/>
          </p:nvPr>
        </p:nvSpPr>
        <p:spPr>
          <a:xfrm>
            <a:off x="1325650" y="1962150"/>
            <a:ext cx="13989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45" name="Google Shape;1645;p25"/>
          <p:cNvSpPr txBox="1"/>
          <p:nvPr>
            <p:ph idx="1" type="subTitle"/>
          </p:nvPr>
        </p:nvSpPr>
        <p:spPr>
          <a:xfrm>
            <a:off x="938500" y="3629175"/>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46" name="Google Shape;1646;p25"/>
          <p:cNvSpPr txBox="1"/>
          <p:nvPr>
            <p:ph idx="2" type="subTitle"/>
          </p:nvPr>
        </p:nvSpPr>
        <p:spPr>
          <a:xfrm>
            <a:off x="938500" y="32083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400">
                <a:solidFill>
                  <a:schemeClr val="dk1"/>
                </a:solidFill>
                <a:highlight>
                  <a:schemeClr val="dk2"/>
                </a:highligh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47" name="Google Shape;1647;p25"/>
          <p:cNvSpPr txBox="1"/>
          <p:nvPr>
            <p:ph hasCustomPrompt="1" idx="3" type="title"/>
          </p:nvPr>
        </p:nvSpPr>
        <p:spPr>
          <a:xfrm>
            <a:off x="3873150" y="1962150"/>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48" name="Google Shape;1648;p25"/>
          <p:cNvSpPr txBox="1"/>
          <p:nvPr>
            <p:ph idx="4" type="subTitle"/>
          </p:nvPr>
        </p:nvSpPr>
        <p:spPr>
          <a:xfrm>
            <a:off x="3485400" y="3629175"/>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49" name="Google Shape;1649;p25"/>
          <p:cNvSpPr txBox="1"/>
          <p:nvPr>
            <p:ph idx="5" type="subTitle"/>
          </p:nvPr>
        </p:nvSpPr>
        <p:spPr>
          <a:xfrm>
            <a:off x="3485400" y="32083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400">
                <a:solidFill>
                  <a:schemeClr val="dk1"/>
                </a:solidFill>
                <a:highlight>
                  <a:schemeClr val="dk2"/>
                </a:highligh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0" name="Google Shape;1650;p25"/>
          <p:cNvSpPr txBox="1"/>
          <p:nvPr>
            <p:ph hasCustomPrompt="1" idx="6" type="title"/>
          </p:nvPr>
        </p:nvSpPr>
        <p:spPr>
          <a:xfrm>
            <a:off x="6420050" y="1962150"/>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51" name="Google Shape;1651;p25"/>
          <p:cNvSpPr txBox="1"/>
          <p:nvPr>
            <p:ph idx="7" type="subTitle"/>
          </p:nvPr>
        </p:nvSpPr>
        <p:spPr>
          <a:xfrm>
            <a:off x="6032300" y="3629175"/>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52" name="Google Shape;1652;p25"/>
          <p:cNvSpPr txBox="1"/>
          <p:nvPr>
            <p:ph idx="8" type="subTitle"/>
          </p:nvPr>
        </p:nvSpPr>
        <p:spPr>
          <a:xfrm>
            <a:off x="6032300" y="32083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400">
                <a:solidFill>
                  <a:schemeClr val="dk1"/>
                </a:solidFill>
                <a:highlight>
                  <a:schemeClr val="dk2"/>
                </a:highligh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3" name="Google Shape;1653;p25"/>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8_1_1">
    <p:bg>
      <p:bgPr>
        <a:solidFill>
          <a:schemeClr val="dk2"/>
        </a:solidFill>
      </p:bgPr>
    </p:bg>
    <p:spTree>
      <p:nvGrpSpPr>
        <p:cNvPr id="1654" name="Shape 1654"/>
        <p:cNvGrpSpPr/>
        <p:nvPr/>
      </p:nvGrpSpPr>
      <p:grpSpPr>
        <a:xfrm>
          <a:off x="0" y="0"/>
          <a:ext cx="0" cy="0"/>
          <a:chOff x="0" y="0"/>
          <a:chExt cx="0" cy="0"/>
        </a:xfrm>
      </p:grpSpPr>
      <p:grpSp>
        <p:nvGrpSpPr>
          <p:cNvPr id="1655" name="Google Shape;1655;p26"/>
          <p:cNvGrpSpPr/>
          <p:nvPr/>
        </p:nvGrpSpPr>
        <p:grpSpPr>
          <a:xfrm>
            <a:off x="0" y="0"/>
            <a:ext cx="9144091" cy="5143648"/>
            <a:chOff x="0" y="0"/>
            <a:chExt cx="7440875" cy="4152456"/>
          </a:xfrm>
        </p:grpSpPr>
        <p:sp>
          <p:nvSpPr>
            <p:cNvPr id="1656" name="Google Shape;1656;p26"/>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6"/>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6"/>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6"/>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6"/>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6"/>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6"/>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6"/>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6"/>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6"/>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6"/>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6"/>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6"/>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6"/>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6"/>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6"/>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6"/>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6"/>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6"/>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6"/>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6"/>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6"/>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6"/>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6"/>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6"/>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6"/>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6"/>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6"/>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6"/>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6"/>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6"/>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6"/>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6"/>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6"/>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6"/>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6"/>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6"/>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6"/>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6"/>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6"/>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6"/>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6"/>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6"/>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6"/>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6"/>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6"/>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6"/>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6"/>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6"/>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6"/>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6"/>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6"/>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6"/>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6"/>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6"/>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6"/>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6"/>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6"/>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6"/>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6"/>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6"/>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6"/>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26"/>
          <p:cNvGrpSpPr/>
          <p:nvPr/>
        </p:nvGrpSpPr>
        <p:grpSpPr>
          <a:xfrm>
            <a:off x="173287" y="130863"/>
            <a:ext cx="8797256" cy="4881744"/>
            <a:chOff x="916986" y="2500875"/>
            <a:chExt cx="2280618" cy="1217119"/>
          </a:xfrm>
        </p:grpSpPr>
        <p:sp>
          <p:nvSpPr>
            <p:cNvPr id="1719" name="Google Shape;1719;p26"/>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6"/>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6"/>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6"/>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6"/>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 name="Google Shape;172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25" name="Google Shape;1725;p26"/>
          <p:cNvSpPr txBox="1"/>
          <p:nvPr>
            <p:ph idx="1" type="subTitle"/>
          </p:nvPr>
        </p:nvSpPr>
        <p:spPr>
          <a:xfrm>
            <a:off x="5761275" y="3285625"/>
            <a:ext cx="2640000" cy="1182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26" name="Google Shape;1726;p26"/>
          <p:cNvSpPr txBox="1"/>
          <p:nvPr>
            <p:ph idx="2" type="subTitle"/>
          </p:nvPr>
        </p:nvSpPr>
        <p:spPr>
          <a:xfrm>
            <a:off x="742700" y="2142625"/>
            <a:ext cx="2640000" cy="1182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27" name="Google Shape;1727;p26"/>
          <p:cNvSpPr txBox="1"/>
          <p:nvPr>
            <p:ph idx="3" type="subTitle"/>
          </p:nvPr>
        </p:nvSpPr>
        <p:spPr>
          <a:xfrm>
            <a:off x="742711" y="1659925"/>
            <a:ext cx="2640000" cy="558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28" name="Google Shape;1728;p26"/>
          <p:cNvSpPr txBox="1"/>
          <p:nvPr>
            <p:ph idx="4" type="subTitle"/>
          </p:nvPr>
        </p:nvSpPr>
        <p:spPr>
          <a:xfrm>
            <a:off x="5761289" y="2802925"/>
            <a:ext cx="2640000" cy="558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Font typeface="Bebas Neue"/>
              <a:buNone/>
              <a:defRPr b="1" sz="2400">
                <a:solidFill>
                  <a:schemeClr val="accent1"/>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bg>
      <p:bgPr>
        <a:solidFill>
          <a:schemeClr val="dk2"/>
        </a:solidFill>
      </p:bgPr>
    </p:bg>
    <p:spTree>
      <p:nvGrpSpPr>
        <p:cNvPr id="1729" name="Shape 1729"/>
        <p:cNvGrpSpPr/>
        <p:nvPr/>
      </p:nvGrpSpPr>
      <p:grpSpPr>
        <a:xfrm>
          <a:off x="0" y="0"/>
          <a:ext cx="0" cy="0"/>
          <a:chOff x="0" y="0"/>
          <a:chExt cx="0" cy="0"/>
        </a:xfrm>
      </p:grpSpPr>
      <p:grpSp>
        <p:nvGrpSpPr>
          <p:cNvPr id="1730" name="Google Shape;1730;p27"/>
          <p:cNvGrpSpPr/>
          <p:nvPr/>
        </p:nvGrpSpPr>
        <p:grpSpPr>
          <a:xfrm>
            <a:off x="0" y="0"/>
            <a:ext cx="9144091" cy="5143648"/>
            <a:chOff x="0" y="0"/>
            <a:chExt cx="7440875" cy="4152456"/>
          </a:xfrm>
        </p:grpSpPr>
        <p:sp>
          <p:nvSpPr>
            <p:cNvPr id="1731" name="Google Shape;1731;p27"/>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7"/>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7"/>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7"/>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7"/>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7"/>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7"/>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7"/>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7"/>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7"/>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7"/>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7"/>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7"/>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7"/>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7"/>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7"/>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7"/>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7"/>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7"/>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7"/>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7"/>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7"/>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7"/>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7"/>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7"/>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7"/>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7"/>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7"/>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7"/>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7"/>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7"/>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7"/>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7"/>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7"/>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7"/>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7"/>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7"/>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7"/>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7"/>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7"/>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7"/>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7"/>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7"/>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7"/>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7"/>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7"/>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7"/>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7"/>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7"/>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7"/>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7"/>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7"/>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7"/>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7"/>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7"/>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7"/>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7"/>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7"/>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7"/>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7"/>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7"/>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7"/>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27"/>
          <p:cNvGrpSpPr/>
          <p:nvPr/>
        </p:nvGrpSpPr>
        <p:grpSpPr>
          <a:xfrm>
            <a:off x="502465" y="399924"/>
            <a:ext cx="8139069" cy="4343656"/>
            <a:chOff x="916986" y="2500875"/>
            <a:chExt cx="2280618" cy="1217119"/>
          </a:xfrm>
        </p:grpSpPr>
        <p:sp>
          <p:nvSpPr>
            <p:cNvPr id="1794" name="Google Shape;1794;p27"/>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7"/>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7"/>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7"/>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7"/>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9" name="Google Shape;1799;p27"/>
          <p:cNvSpPr txBox="1"/>
          <p:nvPr>
            <p:ph type="title"/>
          </p:nvPr>
        </p:nvSpPr>
        <p:spPr>
          <a:xfrm>
            <a:off x="1024800" y="1789950"/>
            <a:ext cx="3597900" cy="11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00" name="Google Shape;1800;p27"/>
          <p:cNvSpPr txBox="1"/>
          <p:nvPr>
            <p:ph idx="1" type="subTitle"/>
          </p:nvPr>
        </p:nvSpPr>
        <p:spPr>
          <a:xfrm>
            <a:off x="1024800" y="3073560"/>
            <a:ext cx="3597900" cy="943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bg>
      <p:bgPr>
        <a:solidFill>
          <a:schemeClr val="dk2"/>
        </a:solidFill>
      </p:bgPr>
    </p:bg>
    <p:spTree>
      <p:nvGrpSpPr>
        <p:cNvPr id="1801" name="Shape 1801"/>
        <p:cNvGrpSpPr/>
        <p:nvPr/>
      </p:nvGrpSpPr>
      <p:grpSpPr>
        <a:xfrm>
          <a:off x="0" y="0"/>
          <a:ext cx="0" cy="0"/>
          <a:chOff x="0" y="0"/>
          <a:chExt cx="0" cy="0"/>
        </a:xfrm>
      </p:grpSpPr>
      <p:grpSp>
        <p:nvGrpSpPr>
          <p:cNvPr id="1802" name="Google Shape;1802;p28"/>
          <p:cNvGrpSpPr/>
          <p:nvPr/>
        </p:nvGrpSpPr>
        <p:grpSpPr>
          <a:xfrm>
            <a:off x="0" y="0"/>
            <a:ext cx="9144091" cy="5143648"/>
            <a:chOff x="0" y="0"/>
            <a:chExt cx="7440875" cy="4152456"/>
          </a:xfrm>
        </p:grpSpPr>
        <p:sp>
          <p:nvSpPr>
            <p:cNvPr id="1803" name="Google Shape;1803;p28"/>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8"/>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8"/>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8"/>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8"/>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8"/>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8"/>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8"/>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8"/>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8"/>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8"/>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8"/>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8"/>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8"/>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8"/>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8"/>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8"/>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8"/>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8"/>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8"/>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8"/>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8"/>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8"/>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8"/>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8"/>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8"/>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8"/>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8"/>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8"/>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8"/>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8"/>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8"/>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8"/>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8"/>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8"/>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8"/>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8"/>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8"/>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8"/>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8"/>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8"/>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8"/>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8"/>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8"/>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8"/>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8"/>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8"/>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8"/>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8"/>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8"/>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8"/>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8"/>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8"/>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8"/>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8"/>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8"/>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8"/>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8"/>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8"/>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8"/>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8"/>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8"/>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28"/>
          <p:cNvGrpSpPr/>
          <p:nvPr/>
        </p:nvGrpSpPr>
        <p:grpSpPr>
          <a:xfrm>
            <a:off x="192408" y="135664"/>
            <a:ext cx="8759169" cy="4872494"/>
            <a:chOff x="916986" y="2500875"/>
            <a:chExt cx="2280618" cy="1217119"/>
          </a:xfrm>
        </p:grpSpPr>
        <p:sp>
          <p:nvSpPr>
            <p:cNvPr id="1866" name="Google Shape;1866;p28"/>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8"/>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8"/>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8"/>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8"/>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1" name="Google Shape;1871;p28"/>
          <p:cNvSpPr txBox="1"/>
          <p:nvPr>
            <p:ph type="title"/>
          </p:nvPr>
        </p:nvSpPr>
        <p:spPr>
          <a:xfrm>
            <a:off x="720000" y="2173590"/>
            <a:ext cx="7704000" cy="713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highlight>
                  <a:schemeClr val="dk2"/>
                </a:high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bg>
      <p:bgPr>
        <a:solidFill>
          <a:schemeClr val="dk2"/>
        </a:solidFill>
      </p:bgPr>
    </p:bg>
    <p:spTree>
      <p:nvGrpSpPr>
        <p:cNvPr id="1872" name="Shape 1872"/>
        <p:cNvGrpSpPr/>
        <p:nvPr/>
      </p:nvGrpSpPr>
      <p:grpSpPr>
        <a:xfrm>
          <a:off x="0" y="0"/>
          <a:ext cx="0" cy="0"/>
          <a:chOff x="0" y="0"/>
          <a:chExt cx="0" cy="0"/>
        </a:xfrm>
      </p:grpSpPr>
      <p:grpSp>
        <p:nvGrpSpPr>
          <p:cNvPr id="1873" name="Google Shape;1873;p29"/>
          <p:cNvGrpSpPr/>
          <p:nvPr/>
        </p:nvGrpSpPr>
        <p:grpSpPr>
          <a:xfrm>
            <a:off x="0" y="0"/>
            <a:ext cx="9144091" cy="5143648"/>
            <a:chOff x="0" y="0"/>
            <a:chExt cx="7440875" cy="4152456"/>
          </a:xfrm>
        </p:grpSpPr>
        <p:sp>
          <p:nvSpPr>
            <p:cNvPr id="1874" name="Google Shape;1874;p29"/>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9"/>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9"/>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9"/>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9"/>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9"/>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9"/>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9"/>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9"/>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9"/>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9"/>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9"/>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9"/>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9"/>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9"/>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9"/>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9"/>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9"/>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9"/>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9"/>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9"/>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9"/>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9"/>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9"/>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9"/>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9"/>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9"/>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9"/>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9"/>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9"/>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9"/>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9"/>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9"/>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9"/>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9"/>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9"/>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9"/>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9"/>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9"/>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9"/>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9"/>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9"/>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9"/>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9"/>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9"/>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9"/>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9"/>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9"/>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9"/>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9"/>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9"/>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9"/>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9"/>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9"/>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9"/>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9"/>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9"/>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9"/>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9"/>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9"/>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9"/>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9"/>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 name="Google Shape;1936;p29"/>
          <p:cNvGrpSpPr/>
          <p:nvPr/>
        </p:nvGrpSpPr>
        <p:grpSpPr>
          <a:xfrm>
            <a:off x="502465" y="399924"/>
            <a:ext cx="8139069" cy="4343656"/>
            <a:chOff x="916986" y="2500875"/>
            <a:chExt cx="2280618" cy="1217119"/>
          </a:xfrm>
        </p:grpSpPr>
        <p:sp>
          <p:nvSpPr>
            <p:cNvPr id="1937" name="Google Shape;1937;p29"/>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9"/>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9"/>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9"/>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9"/>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 name="Google Shape;1942;p29"/>
          <p:cNvSpPr txBox="1"/>
          <p:nvPr>
            <p:ph type="title"/>
          </p:nvPr>
        </p:nvSpPr>
        <p:spPr>
          <a:xfrm>
            <a:off x="2347938" y="6775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7200">
                <a:solidFill>
                  <a:schemeClr val="accen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43" name="Google Shape;1943;p29"/>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4" name="Google Shape;1944;p29"/>
          <p:cNvSpPr txBox="1"/>
          <p:nvPr/>
        </p:nvSpPr>
        <p:spPr>
          <a:xfrm>
            <a:off x="1992000" y="3611950"/>
            <a:ext cx="51600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Varela Round"/>
                <a:ea typeface="Varela Round"/>
                <a:cs typeface="Varela Round"/>
                <a:sym typeface="Varela Round"/>
              </a:rPr>
              <a:t>CREDITS:</a:t>
            </a:r>
            <a:r>
              <a:rPr lang="en" sz="1200">
                <a:solidFill>
                  <a:schemeClr val="dk1"/>
                </a:solidFill>
                <a:latin typeface="Varela Round"/>
                <a:ea typeface="Varela Round"/>
                <a:cs typeface="Varela Round"/>
                <a:sym typeface="Varela Round"/>
              </a:rPr>
              <a:t> This presentation template was created by </a:t>
            </a:r>
            <a:r>
              <a:rPr b="1" lang="en" sz="1200" u="sng">
                <a:solidFill>
                  <a:schemeClr val="hlink"/>
                </a:solidFill>
                <a:latin typeface="Varela Round"/>
                <a:ea typeface="Varela Round"/>
                <a:cs typeface="Varela Round"/>
                <a:sym typeface="Varela Round"/>
                <a:hlinkClick r:id="rId2"/>
              </a:rPr>
              <a:t>Slidesgo</a:t>
            </a:r>
            <a:r>
              <a:rPr lang="en" sz="1200">
                <a:solidFill>
                  <a:schemeClr val="dk1"/>
                </a:solidFill>
                <a:latin typeface="Varela Round"/>
                <a:ea typeface="Varela Round"/>
                <a:cs typeface="Varela Round"/>
                <a:sym typeface="Varela Round"/>
              </a:rPr>
              <a:t>, and includes icons, infographics &amp; images by </a:t>
            </a:r>
            <a:r>
              <a:rPr b="1" lang="en" sz="1200" u="sng">
                <a:solidFill>
                  <a:schemeClr val="dk1"/>
                </a:solidFill>
                <a:latin typeface="Varela Round"/>
                <a:ea typeface="Varela Round"/>
                <a:cs typeface="Varela Round"/>
                <a:sym typeface="Varela Round"/>
                <a:hlinkClick r:id="rId3">
                  <a:extLst>
                    <a:ext uri="{A12FA001-AC4F-418D-AE19-62706E023703}">
                      <ahyp:hlinkClr val="tx"/>
                    </a:ext>
                  </a:extLst>
                </a:hlinkClick>
              </a:rPr>
              <a:t>Freepik</a:t>
            </a:r>
            <a:r>
              <a:rPr lang="en" sz="1200" u="sng">
                <a:solidFill>
                  <a:schemeClr val="dk1"/>
                </a:solidFill>
                <a:latin typeface="Varela Round"/>
                <a:ea typeface="Varela Round"/>
                <a:cs typeface="Varela Round"/>
                <a:sym typeface="Varela Round"/>
              </a:rPr>
              <a:t> </a:t>
            </a:r>
            <a:endParaRPr b="1" sz="1200" u="sng">
              <a:solidFill>
                <a:schemeClr val="dk1"/>
              </a:solidFill>
              <a:latin typeface="Varela Round"/>
              <a:ea typeface="Varela Round"/>
              <a:cs typeface="Varela Round"/>
              <a:sym typeface="Varela Roun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bg>
      <p:bgPr>
        <a:solidFill>
          <a:schemeClr val="dk2"/>
        </a:solidFill>
      </p:bgPr>
    </p:bg>
    <p:spTree>
      <p:nvGrpSpPr>
        <p:cNvPr id="1945" name="Shape 1945"/>
        <p:cNvGrpSpPr/>
        <p:nvPr/>
      </p:nvGrpSpPr>
      <p:grpSpPr>
        <a:xfrm>
          <a:off x="0" y="0"/>
          <a:ext cx="0" cy="0"/>
          <a:chOff x="0" y="0"/>
          <a:chExt cx="0" cy="0"/>
        </a:xfrm>
      </p:grpSpPr>
      <p:grpSp>
        <p:nvGrpSpPr>
          <p:cNvPr id="1946" name="Google Shape;1946;p30"/>
          <p:cNvGrpSpPr/>
          <p:nvPr/>
        </p:nvGrpSpPr>
        <p:grpSpPr>
          <a:xfrm>
            <a:off x="0" y="0"/>
            <a:ext cx="9144091" cy="5143648"/>
            <a:chOff x="0" y="0"/>
            <a:chExt cx="7440875" cy="4152456"/>
          </a:xfrm>
        </p:grpSpPr>
        <p:sp>
          <p:nvSpPr>
            <p:cNvPr id="1947" name="Google Shape;1947;p30"/>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0"/>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0"/>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0"/>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0"/>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0"/>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0"/>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0"/>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0"/>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0"/>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0"/>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0"/>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0"/>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0"/>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0"/>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0"/>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0"/>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0"/>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0"/>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0"/>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0"/>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0"/>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0"/>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0"/>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0"/>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0"/>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0"/>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0"/>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0"/>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0"/>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0"/>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0"/>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0"/>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0"/>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0"/>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0"/>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0"/>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0"/>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0"/>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0"/>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0"/>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0"/>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0"/>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0"/>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0"/>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0"/>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0"/>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0"/>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0"/>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0"/>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0"/>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0"/>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0"/>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0"/>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0"/>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0"/>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0"/>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0"/>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0"/>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0"/>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0"/>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0"/>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30"/>
          <p:cNvGrpSpPr/>
          <p:nvPr/>
        </p:nvGrpSpPr>
        <p:grpSpPr>
          <a:xfrm>
            <a:off x="502465" y="399924"/>
            <a:ext cx="8139069" cy="4343656"/>
            <a:chOff x="916986" y="2500875"/>
            <a:chExt cx="2280618" cy="1217119"/>
          </a:xfrm>
        </p:grpSpPr>
        <p:sp>
          <p:nvSpPr>
            <p:cNvPr id="2010" name="Google Shape;2010;p30"/>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0"/>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0"/>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0"/>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0"/>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2015" name="Shape 2015"/>
        <p:cNvGrpSpPr/>
        <p:nvPr/>
      </p:nvGrpSpPr>
      <p:grpSpPr>
        <a:xfrm>
          <a:off x="0" y="0"/>
          <a:ext cx="0" cy="0"/>
          <a:chOff x="0" y="0"/>
          <a:chExt cx="0" cy="0"/>
        </a:xfrm>
      </p:grpSpPr>
      <p:grpSp>
        <p:nvGrpSpPr>
          <p:cNvPr id="2016" name="Google Shape;2016;p31"/>
          <p:cNvGrpSpPr/>
          <p:nvPr/>
        </p:nvGrpSpPr>
        <p:grpSpPr>
          <a:xfrm>
            <a:off x="0" y="0"/>
            <a:ext cx="9144091" cy="5143648"/>
            <a:chOff x="0" y="0"/>
            <a:chExt cx="7440875" cy="4152456"/>
          </a:xfrm>
        </p:grpSpPr>
        <p:sp>
          <p:nvSpPr>
            <p:cNvPr id="2017" name="Google Shape;2017;p31"/>
            <p:cNvSpPr/>
            <p:nvPr/>
          </p:nvSpPr>
          <p:spPr>
            <a:xfrm>
              <a:off x="26505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1"/>
            <p:cNvSpPr/>
            <p:nvPr/>
          </p:nvSpPr>
          <p:spPr>
            <a:xfrm>
              <a:off x="583651"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1"/>
            <p:cNvSpPr/>
            <p:nvPr/>
          </p:nvSpPr>
          <p:spPr>
            <a:xfrm>
              <a:off x="902179"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1"/>
            <p:cNvSpPr/>
            <p:nvPr/>
          </p:nvSpPr>
          <p:spPr>
            <a:xfrm>
              <a:off x="1220641"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1"/>
            <p:cNvSpPr/>
            <p:nvPr/>
          </p:nvSpPr>
          <p:spPr>
            <a:xfrm>
              <a:off x="1539169"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1"/>
            <p:cNvSpPr/>
            <p:nvPr/>
          </p:nvSpPr>
          <p:spPr>
            <a:xfrm>
              <a:off x="1857762"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1"/>
            <p:cNvSpPr/>
            <p:nvPr/>
          </p:nvSpPr>
          <p:spPr>
            <a:xfrm>
              <a:off x="2176224"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1"/>
            <p:cNvSpPr/>
            <p:nvPr/>
          </p:nvSpPr>
          <p:spPr>
            <a:xfrm>
              <a:off x="2494752"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1"/>
            <p:cNvSpPr/>
            <p:nvPr/>
          </p:nvSpPr>
          <p:spPr>
            <a:xfrm>
              <a:off x="2813346"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1"/>
            <p:cNvSpPr/>
            <p:nvPr/>
          </p:nvSpPr>
          <p:spPr>
            <a:xfrm>
              <a:off x="3131874"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1"/>
            <p:cNvSpPr/>
            <p:nvPr/>
          </p:nvSpPr>
          <p:spPr>
            <a:xfrm>
              <a:off x="3450336"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1"/>
            <p:cNvSpPr/>
            <p:nvPr/>
          </p:nvSpPr>
          <p:spPr>
            <a:xfrm>
              <a:off x="3768929"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1"/>
            <p:cNvSpPr/>
            <p:nvPr/>
          </p:nvSpPr>
          <p:spPr>
            <a:xfrm>
              <a:off x="4087457"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1"/>
            <p:cNvSpPr/>
            <p:nvPr/>
          </p:nvSpPr>
          <p:spPr>
            <a:xfrm>
              <a:off x="4405920"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1"/>
            <p:cNvSpPr/>
            <p:nvPr/>
          </p:nvSpPr>
          <p:spPr>
            <a:xfrm>
              <a:off x="4724447"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1"/>
            <p:cNvSpPr/>
            <p:nvPr/>
          </p:nvSpPr>
          <p:spPr>
            <a:xfrm>
              <a:off x="5043041" y="0"/>
              <a:ext cx="7414" cy="2884827"/>
            </a:xfrm>
            <a:custGeom>
              <a:rect b="b" l="l" r="r" t="t"/>
              <a:pathLst>
                <a:path extrusionOk="0" h="43971" w="113">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1"/>
            <p:cNvSpPr/>
            <p:nvPr/>
          </p:nvSpPr>
          <p:spPr>
            <a:xfrm>
              <a:off x="536163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1"/>
            <p:cNvSpPr/>
            <p:nvPr/>
          </p:nvSpPr>
          <p:spPr>
            <a:xfrm>
              <a:off x="5680031" y="0"/>
              <a:ext cx="7545" cy="2884827"/>
            </a:xfrm>
            <a:custGeom>
              <a:rect b="b" l="l" r="r" t="t"/>
              <a:pathLst>
                <a:path extrusionOk="0" h="43971" w="115">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1"/>
            <p:cNvSpPr/>
            <p:nvPr/>
          </p:nvSpPr>
          <p:spPr>
            <a:xfrm>
              <a:off x="5998624" y="0"/>
              <a:ext cx="7348" cy="2884827"/>
            </a:xfrm>
            <a:custGeom>
              <a:rect b="b" l="l" r="r" t="t"/>
              <a:pathLst>
                <a:path extrusionOk="0" h="43971" w="112">
                  <a:moveTo>
                    <a:pt x="0" y="1"/>
                  </a:moveTo>
                  <a:lnTo>
                    <a:pt x="0"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1"/>
            <p:cNvSpPr/>
            <p:nvPr/>
          </p:nvSpPr>
          <p:spPr>
            <a:xfrm>
              <a:off x="6317152"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1"/>
            <p:cNvSpPr/>
            <p:nvPr/>
          </p:nvSpPr>
          <p:spPr>
            <a:xfrm>
              <a:off x="6635615" y="0"/>
              <a:ext cx="7479" cy="2884827"/>
            </a:xfrm>
            <a:custGeom>
              <a:rect b="b" l="l" r="r" t="t"/>
              <a:pathLst>
                <a:path extrusionOk="0" h="43971" w="114">
                  <a:moveTo>
                    <a:pt x="1" y="1"/>
                  </a:moveTo>
                  <a:lnTo>
                    <a:pt x="1"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1"/>
            <p:cNvSpPr/>
            <p:nvPr/>
          </p:nvSpPr>
          <p:spPr>
            <a:xfrm>
              <a:off x="6954208" y="0"/>
              <a:ext cx="7479" cy="2884827"/>
            </a:xfrm>
            <a:custGeom>
              <a:rect b="b" l="l" r="r" t="t"/>
              <a:pathLst>
                <a:path extrusionOk="0" h="43971" w="114">
                  <a:moveTo>
                    <a:pt x="0" y="1"/>
                  </a:moveTo>
                  <a:lnTo>
                    <a:pt x="0" y="43970"/>
                  </a:lnTo>
                  <a:lnTo>
                    <a:pt x="114" y="43970"/>
                  </a:lnTo>
                  <a:lnTo>
                    <a:pt x="1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1"/>
            <p:cNvSpPr/>
            <p:nvPr/>
          </p:nvSpPr>
          <p:spPr>
            <a:xfrm>
              <a:off x="7272736" y="0"/>
              <a:ext cx="7414" cy="2884827"/>
            </a:xfrm>
            <a:custGeom>
              <a:rect b="b" l="l" r="r" t="t"/>
              <a:pathLst>
                <a:path extrusionOk="0" h="43971" w="113">
                  <a:moveTo>
                    <a:pt x="1" y="1"/>
                  </a:moveTo>
                  <a:lnTo>
                    <a:pt x="1" y="43970"/>
                  </a:lnTo>
                  <a:lnTo>
                    <a:pt x="112" y="43970"/>
                  </a:lnTo>
                  <a:lnTo>
                    <a:pt x="112"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1"/>
            <p:cNvSpPr/>
            <p:nvPr/>
          </p:nvSpPr>
          <p:spPr>
            <a:xfrm>
              <a:off x="0" y="7085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1"/>
            <p:cNvSpPr/>
            <p:nvPr/>
          </p:nvSpPr>
          <p:spPr>
            <a:xfrm>
              <a:off x="0" y="37488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1"/>
            <p:cNvSpPr/>
            <p:nvPr/>
          </p:nvSpPr>
          <p:spPr>
            <a:xfrm>
              <a:off x="0" y="678783"/>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1"/>
            <p:cNvSpPr/>
            <p:nvPr/>
          </p:nvSpPr>
          <p:spPr>
            <a:xfrm>
              <a:off x="0" y="982811"/>
              <a:ext cx="7440875" cy="7414"/>
            </a:xfrm>
            <a:custGeom>
              <a:rect b="b" l="l" r="r" t="t"/>
              <a:pathLst>
                <a:path extrusionOk="0" h="113"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1"/>
            <p:cNvSpPr/>
            <p:nvPr/>
          </p:nvSpPr>
          <p:spPr>
            <a:xfrm>
              <a:off x="0" y="1286708"/>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1"/>
            <p:cNvSpPr/>
            <p:nvPr/>
          </p:nvSpPr>
          <p:spPr>
            <a:xfrm>
              <a:off x="0" y="1590737"/>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1"/>
            <p:cNvSpPr/>
            <p:nvPr/>
          </p:nvSpPr>
          <p:spPr>
            <a:xfrm>
              <a:off x="0" y="189470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1"/>
            <p:cNvSpPr/>
            <p:nvPr/>
          </p:nvSpPr>
          <p:spPr>
            <a:xfrm>
              <a:off x="0" y="2198597"/>
              <a:ext cx="7440875" cy="7479"/>
            </a:xfrm>
            <a:custGeom>
              <a:rect b="b" l="l" r="r" t="t"/>
              <a:pathLst>
                <a:path extrusionOk="0" h="114" w="113415">
                  <a:moveTo>
                    <a:pt x="0" y="0"/>
                  </a:moveTo>
                  <a:lnTo>
                    <a:pt x="0" y="114"/>
                  </a:lnTo>
                  <a:lnTo>
                    <a:pt x="113414" y="114"/>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1"/>
            <p:cNvSpPr/>
            <p:nvPr/>
          </p:nvSpPr>
          <p:spPr>
            <a:xfrm>
              <a:off x="0" y="2502625"/>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1"/>
            <p:cNvSpPr/>
            <p:nvPr/>
          </p:nvSpPr>
          <p:spPr>
            <a:xfrm>
              <a:off x="0" y="2806523"/>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1"/>
            <p:cNvSpPr/>
            <p:nvPr/>
          </p:nvSpPr>
          <p:spPr>
            <a:xfrm>
              <a:off x="26505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1"/>
            <p:cNvSpPr/>
            <p:nvPr/>
          </p:nvSpPr>
          <p:spPr>
            <a:xfrm>
              <a:off x="583651"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1"/>
            <p:cNvSpPr/>
            <p:nvPr/>
          </p:nvSpPr>
          <p:spPr>
            <a:xfrm>
              <a:off x="902179"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1"/>
            <p:cNvSpPr/>
            <p:nvPr/>
          </p:nvSpPr>
          <p:spPr>
            <a:xfrm>
              <a:off x="1220641"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1"/>
            <p:cNvSpPr/>
            <p:nvPr/>
          </p:nvSpPr>
          <p:spPr>
            <a:xfrm>
              <a:off x="1539169"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1"/>
            <p:cNvSpPr/>
            <p:nvPr/>
          </p:nvSpPr>
          <p:spPr>
            <a:xfrm>
              <a:off x="1857762"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1"/>
            <p:cNvSpPr/>
            <p:nvPr/>
          </p:nvSpPr>
          <p:spPr>
            <a:xfrm>
              <a:off x="2176224"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1"/>
            <p:cNvSpPr/>
            <p:nvPr/>
          </p:nvSpPr>
          <p:spPr>
            <a:xfrm>
              <a:off x="2494752"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1"/>
            <p:cNvSpPr/>
            <p:nvPr/>
          </p:nvSpPr>
          <p:spPr>
            <a:xfrm>
              <a:off x="2813346"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1"/>
            <p:cNvSpPr/>
            <p:nvPr/>
          </p:nvSpPr>
          <p:spPr>
            <a:xfrm>
              <a:off x="3131874"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1"/>
            <p:cNvSpPr/>
            <p:nvPr/>
          </p:nvSpPr>
          <p:spPr>
            <a:xfrm>
              <a:off x="3450336"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1"/>
            <p:cNvSpPr/>
            <p:nvPr/>
          </p:nvSpPr>
          <p:spPr>
            <a:xfrm>
              <a:off x="3768929"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1"/>
            <p:cNvSpPr/>
            <p:nvPr/>
          </p:nvSpPr>
          <p:spPr>
            <a:xfrm>
              <a:off x="4087457"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1"/>
            <p:cNvSpPr/>
            <p:nvPr/>
          </p:nvSpPr>
          <p:spPr>
            <a:xfrm>
              <a:off x="4405920"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1"/>
            <p:cNvSpPr/>
            <p:nvPr/>
          </p:nvSpPr>
          <p:spPr>
            <a:xfrm>
              <a:off x="4724447"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1"/>
            <p:cNvSpPr/>
            <p:nvPr/>
          </p:nvSpPr>
          <p:spPr>
            <a:xfrm>
              <a:off x="5043041" y="2431703"/>
              <a:ext cx="7414" cy="1720754"/>
            </a:xfrm>
            <a:custGeom>
              <a:rect b="b" l="l" r="r" t="t"/>
              <a:pathLst>
                <a:path extrusionOk="0" h="26228" w="113">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1"/>
            <p:cNvSpPr/>
            <p:nvPr/>
          </p:nvSpPr>
          <p:spPr>
            <a:xfrm>
              <a:off x="536163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1"/>
            <p:cNvSpPr/>
            <p:nvPr/>
          </p:nvSpPr>
          <p:spPr>
            <a:xfrm>
              <a:off x="5680031" y="2431703"/>
              <a:ext cx="7545" cy="1720754"/>
            </a:xfrm>
            <a:custGeom>
              <a:rect b="b" l="l" r="r" t="t"/>
              <a:pathLst>
                <a:path extrusionOk="0" h="26228" w="115">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1"/>
            <p:cNvSpPr/>
            <p:nvPr/>
          </p:nvSpPr>
          <p:spPr>
            <a:xfrm>
              <a:off x="5998624" y="2431703"/>
              <a:ext cx="7348" cy="1720754"/>
            </a:xfrm>
            <a:custGeom>
              <a:rect b="b" l="l" r="r" t="t"/>
              <a:pathLst>
                <a:path extrusionOk="0" h="26228" w="112">
                  <a:moveTo>
                    <a:pt x="0" y="0"/>
                  </a:moveTo>
                  <a:lnTo>
                    <a:pt x="0"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1"/>
            <p:cNvSpPr/>
            <p:nvPr/>
          </p:nvSpPr>
          <p:spPr>
            <a:xfrm>
              <a:off x="6317152"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1"/>
            <p:cNvSpPr/>
            <p:nvPr/>
          </p:nvSpPr>
          <p:spPr>
            <a:xfrm>
              <a:off x="6635615" y="2431703"/>
              <a:ext cx="7479" cy="1720754"/>
            </a:xfrm>
            <a:custGeom>
              <a:rect b="b" l="l" r="r" t="t"/>
              <a:pathLst>
                <a:path extrusionOk="0" h="26228" w="114">
                  <a:moveTo>
                    <a:pt x="1" y="0"/>
                  </a:moveTo>
                  <a:lnTo>
                    <a:pt x="1"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1"/>
            <p:cNvSpPr/>
            <p:nvPr/>
          </p:nvSpPr>
          <p:spPr>
            <a:xfrm>
              <a:off x="6954208" y="2431703"/>
              <a:ext cx="7479" cy="1720754"/>
            </a:xfrm>
            <a:custGeom>
              <a:rect b="b" l="l" r="r" t="t"/>
              <a:pathLst>
                <a:path extrusionOk="0" h="26228" w="114">
                  <a:moveTo>
                    <a:pt x="0" y="0"/>
                  </a:moveTo>
                  <a:lnTo>
                    <a:pt x="0" y="26227"/>
                  </a:lnTo>
                  <a:lnTo>
                    <a:pt x="114" y="26227"/>
                  </a:lnTo>
                  <a:lnTo>
                    <a:pt x="1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1"/>
            <p:cNvSpPr/>
            <p:nvPr/>
          </p:nvSpPr>
          <p:spPr>
            <a:xfrm>
              <a:off x="7272736" y="2431703"/>
              <a:ext cx="7414" cy="1720754"/>
            </a:xfrm>
            <a:custGeom>
              <a:rect b="b" l="l" r="r" t="t"/>
              <a:pathLst>
                <a:path extrusionOk="0" h="26228" w="113">
                  <a:moveTo>
                    <a:pt x="1" y="0"/>
                  </a:moveTo>
                  <a:lnTo>
                    <a:pt x="1" y="26227"/>
                  </a:lnTo>
                  <a:lnTo>
                    <a:pt x="112" y="26227"/>
                  </a:lnTo>
                  <a:lnTo>
                    <a:pt x="112"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1"/>
            <p:cNvSpPr/>
            <p:nvPr/>
          </p:nvSpPr>
          <p:spPr>
            <a:xfrm>
              <a:off x="0" y="2502494"/>
              <a:ext cx="7440875" cy="7479"/>
            </a:xfrm>
            <a:custGeom>
              <a:rect b="b" l="l" r="r" t="t"/>
              <a:pathLst>
                <a:path extrusionOk="0" h="114"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1"/>
            <p:cNvSpPr/>
            <p:nvPr/>
          </p:nvSpPr>
          <p:spPr>
            <a:xfrm>
              <a:off x="0" y="2806523"/>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1"/>
            <p:cNvSpPr/>
            <p:nvPr/>
          </p:nvSpPr>
          <p:spPr>
            <a:xfrm>
              <a:off x="0" y="3110420"/>
              <a:ext cx="7440875" cy="7545"/>
            </a:xfrm>
            <a:custGeom>
              <a:rect b="b" l="l" r="r" t="t"/>
              <a:pathLst>
                <a:path extrusionOk="0" h="115" w="113415">
                  <a:moveTo>
                    <a:pt x="0" y="1"/>
                  </a:moveTo>
                  <a:lnTo>
                    <a:pt x="0" y="114"/>
                  </a:lnTo>
                  <a:lnTo>
                    <a:pt x="113414" y="114"/>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1"/>
            <p:cNvSpPr/>
            <p:nvPr/>
          </p:nvSpPr>
          <p:spPr>
            <a:xfrm>
              <a:off x="0" y="3414448"/>
              <a:ext cx="7440875" cy="7414"/>
            </a:xfrm>
            <a:custGeom>
              <a:rect b="b" l="l" r="r" t="t"/>
              <a:pathLst>
                <a:path extrusionOk="0" h="113" w="113415">
                  <a:moveTo>
                    <a:pt x="0" y="1"/>
                  </a:moveTo>
                  <a:lnTo>
                    <a:pt x="0" y="112"/>
                  </a:lnTo>
                  <a:lnTo>
                    <a:pt x="113414" y="112"/>
                  </a:lnTo>
                  <a:lnTo>
                    <a:pt x="113414" y="1"/>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1"/>
            <p:cNvSpPr/>
            <p:nvPr/>
          </p:nvSpPr>
          <p:spPr>
            <a:xfrm>
              <a:off x="0" y="3718411"/>
              <a:ext cx="7440875" cy="7479"/>
            </a:xfrm>
            <a:custGeom>
              <a:rect b="b" l="l" r="r" t="t"/>
              <a:pathLst>
                <a:path extrusionOk="0" h="114" w="113415">
                  <a:moveTo>
                    <a:pt x="0" y="0"/>
                  </a:moveTo>
                  <a:lnTo>
                    <a:pt x="0" y="113"/>
                  </a:lnTo>
                  <a:lnTo>
                    <a:pt x="113414" y="113"/>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1"/>
            <p:cNvSpPr/>
            <p:nvPr/>
          </p:nvSpPr>
          <p:spPr>
            <a:xfrm>
              <a:off x="0" y="4022440"/>
              <a:ext cx="7440875" cy="7348"/>
            </a:xfrm>
            <a:custGeom>
              <a:rect b="b" l="l" r="r" t="t"/>
              <a:pathLst>
                <a:path extrusionOk="0" h="112" w="113415">
                  <a:moveTo>
                    <a:pt x="0" y="0"/>
                  </a:moveTo>
                  <a:lnTo>
                    <a:pt x="0" y="112"/>
                  </a:lnTo>
                  <a:lnTo>
                    <a:pt x="113414" y="112"/>
                  </a:lnTo>
                  <a:lnTo>
                    <a:pt x="113414" y="0"/>
                  </a:lnTo>
                  <a:close/>
                </a:path>
              </a:pathLst>
            </a:custGeom>
            <a:solidFill>
              <a:srgbClr val="434D7F">
                <a:alpha val="12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31"/>
          <p:cNvGrpSpPr/>
          <p:nvPr/>
        </p:nvGrpSpPr>
        <p:grpSpPr>
          <a:xfrm>
            <a:off x="173287" y="130863"/>
            <a:ext cx="8797256" cy="4881744"/>
            <a:chOff x="916986" y="2500875"/>
            <a:chExt cx="2280618" cy="1217119"/>
          </a:xfrm>
        </p:grpSpPr>
        <p:sp>
          <p:nvSpPr>
            <p:cNvPr id="2080" name="Google Shape;2080;p31"/>
            <p:cNvSpPr/>
            <p:nvPr/>
          </p:nvSpPr>
          <p:spPr>
            <a:xfrm>
              <a:off x="930568" y="2514572"/>
              <a:ext cx="105996" cy="1189768"/>
            </a:xfrm>
            <a:custGeom>
              <a:rect b="b" l="l" r="r" t="t"/>
              <a:pathLst>
                <a:path extrusionOk="0" h="20586" w="1834">
                  <a:moveTo>
                    <a:pt x="1147" y="1"/>
                  </a:moveTo>
                  <a:cubicBezTo>
                    <a:pt x="515" y="1"/>
                    <a:pt x="1" y="509"/>
                    <a:pt x="1" y="1139"/>
                  </a:cubicBezTo>
                  <a:lnTo>
                    <a:pt x="1" y="1854"/>
                  </a:lnTo>
                  <a:cubicBezTo>
                    <a:pt x="440" y="1854"/>
                    <a:pt x="796" y="2209"/>
                    <a:pt x="796" y="2645"/>
                  </a:cubicBezTo>
                  <a:cubicBezTo>
                    <a:pt x="796" y="3081"/>
                    <a:pt x="440" y="3433"/>
                    <a:pt x="1" y="3433"/>
                  </a:cubicBezTo>
                  <a:lnTo>
                    <a:pt x="1" y="4390"/>
                  </a:lnTo>
                  <a:cubicBezTo>
                    <a:pt x="440" y="4390"/>
                    <a:pt x="796" y="4745"/>
                    <a:pt x="796" y="5181"/>
                  </a:cubicBezTo>
                  <a:cubicBezTo>
                    <a:pt x="796" y="5615"/>
                    <a:pt x="440" y="5969"/>
                    <a:pt x="1" y="5969"/>
                  </a:cubicBezTo>
                  <a:lnTo>
                    <a:pt x="1" y="6924"/>
                  </a:lnTo>
                  <a:cubicBezTo>
                    <a:pt x="440" y="6924"/>
                    <a:pt x="796" y="7281"/>
                    <a:pt x="796" y="7717"/>
                  </a:cubicBezTo>
                  <a:cubicBezTo>
                    <a:pt x="796" y="8151"/>
                    <a:pt x="440" y="8505"/>
                    <a:pt x="1" y="8505"/>
                  </a:cubicBezTo>
                  <a:lnTo>
                    <a:pt x="1" y="9460"/>
                  </a:lnTo>
                  <a:cubicBezTo>
                    <a:pt x="440" y="9460"/>
                    <a:pt x="796" y="9815"/>
                    <a:pt x="796" y="10251"/>
                  </a:cubicBezTo>
                  <a:cubicBezTo>
                    <a:pt x="796" y="10687"/>
                    <a:pt x="440" y="11041"/>
                    <a:pt x="1" y="11041"/>
                  </a:cubicBezTo>
                  <a:lnTo>
                    <a:pt x="1" y="11996"/>
                  </a:lnTo>
                  <a:cubicBezTo>
                    <a:pt x="440" y="11996"/>
                    <a:pt x="796" y="12351"/>
                    <a:pt x="796" y="12787"/>
                  </a:cubicBezTo>
                  <a:cubicBezTo>
                    <a:pt x="796" y="13222"/>
                    <a:pt x="440" y="13575"/>
                    <a:pt x="1" y="13575"/>
                  </a:cubicBezTo>
                  <a:lnTo>
                    <a:pt x="1" y="14532"/>
                  </a:lnTo>
                  <a:cubicBezTo>
                    <a:pt x="440" y="14532"/>
                    <a:pt x="796" y="14886"/>
                    <a:pt x="796" y="15322"/>
                  </a:cubicBezTo>
                  <a:cubicBezTo>
                    <a:pt x="796" y="15758"/>
                    <a:pt x="440" y="16111"/>
                    <a:pt x="1" y="16111"/>
                  </a:cubicBezTo>
                  <a:lnTo>
                    <a:pt x="1" y="17068"/>
                  </a:lnTo>
                  <a:cubicBezTo>
                    <a:pt x="440" y="17068"/>
                    <a:pt x="796" y="17422"/>
                    <a:pt x="796" y="17856"/>
                  </a:cubicBezTo>
                  <a:cubicBezTo>
                    <a:pt x="796" y="18292"/>
                    <a:pt x="440" y="18647"/>
                    <a:pt x="1" y="18647"/>
                  </a:cubicBezTo>
                  <a:lnTo>
                    <a:pt x="1" y="19448"/>
                  </a:lnTo>
                  <a:cubicBezTo>
                    <a:pt x="1" y="20077"/>
                    <a:pt x="515" y="20586"/>
                    <a:pt x="1147" y="20586"/>
                  </a:cubicBezTo>
                  <a:lnTo>
                    <a:pt x="1833" y="20586"/>
                  </a:lnTo>
                  <a:lnTo>
                    <a:pt x="18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1"/>
            <p:cNvSpPr/>
            <p:nvPr/>
          </p:nvSpPr>
          <p:spPr>
            <a:xfrm>
              <a:off x="1036508" y="2514572"/>
              <a:ext cx="2147431" cy="1189768"/>
            </a:xfrm>
            <a:custGeom>
              <a:rect b="b" l="l" r="r" t="t"/>
              <a:pathLst>
                <a:path extrusionOk="0" h="20586" w="37156">
                  <a:moveTo>
                    <a:pt x="0" y="1"/>
                  </a:moveTo>
                  <a:lnTo>
                    <a:pt x="0" y="20586"/>
                  </a:lnTo>
                  <a:lnTo>
                    <a:pt x="36303" y="20586"/>
                  </a:lnTo>
                  <a:cubicBezTo>
                    <a:pt x="36773" y="20586"/>
                    <a:pt x="37156" y="20205"/>
                    <a:pt x="37156" y="19733"/>
                  </a:cubicBezTo>
                  <a:lnTo>
                    <a:pt x="37156" y="851"/>
                  </a:lnTo>
                  <a:cubicBezTo>
                    <a:pt x="37156" y="382"/>
                    <a:pt x="36773" y="1"/>
                    <a:pt x="36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1"/>
            <p:cNvSpPr/>
            <p:nvPr/>
          </p:nvSpPr>
          <p:spPr>
            <a:xfrm>
              <a:off x="916986" y="2500875"/>
              <a:ext cx="93570" cy="139459"/>
            </a:xfrm>
            <a:custGeom>
              <a:rect b="b" l="l" r="r" t="t"/>
              <a:pathLst>
                <a:path extrusionOk="0" h="2413" w="1619">
                  <a:moveTo>
                    <a:pt x="1382" y="0"/>
                  </a:moveTo>
                  <a:cubicBezTo>
                    <a:pt x="620" y="0"/>
                    <a:pt x="0" y="617"/>
                    <a:pt x="0" y="1376"/>
                  </a:cubicBezTo>
                  <a:lnTo>
                    <a:pt x="0" y="2177"/>
                  </a:lnTo>
                  <a:cubicBezTo>
                    <a:pt x="0" y="2308"/>
                    <a:pt x="106" y="2412"/>
                    <a:pt x="236" y="2412"/>
                  </a:cubicBezTo>
                  <a:cubicBezTo>
                    <a:pt x="367" y="2412"/>
                    <a:pt x="473" y="2308"/>
                    <a:pt x="473" y="2177"/>
                  </a:cubicBezTo>
                  <a:lnTo>
                    <a:pt x="473" y="1376"/>
                  </a:lnTo>
                  <a:cubicBezTo>
                    <a:pt x="473" y="878"/>
                    <a:pt x="881" y="474"/>
                    <a:pt x="1382" y="474"/>
                  </a:cubicBezTo>
                  <a:cubicBezTo>
                    <a:pt x="1512" y="474"/>
                    <a:pt x="1618" y="367"/>
                    <a:pt x="1618" y="238"/>
                  </a:cubicBezTo>
                  <a:cubicBezTo>
                    <a:pt x="1618" y="107"/>
                    <a:pt x="1512" y="0"/>
                    <a:pt x="1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1"/>
            <p:cNvSpPr/>
            <p:nvPr/>
          </p:nvSpPr>
          <p:spPr>
            <a:xfrm>
              <a:off x="916986" y="3578650"/>
              <a:ext cx="133160" cy="139344"/>
            </a:xfrm>
            <a:custGeom>
              <a:rect b="b" l="l" r="r" t="t"/>
              <a:pathLst>
                <a:path extrusionOk="0" h="2411" w="2304">
                  <a:moveTo>
                    <a:pt x="236" y="0"/>
                  </a:moveTo>
                  <a:cubicBezTo>
                    <a:pt x="106" y="0"/>
                    <a:pt x="0" y="106"/>
                    <a:pt x="0" y="236"/>
                  </a:cubicBezTo>
                  <a:lnTo>
                    <a:pt x="0" y="1037"/>
                  </a:lnTo>
                  <a:cubicBezTo>
                    <a:pt x="0" y="1795"/>
                    <a:pt x="620" y="2410"/>
                    <a:pt x="1382" y="2410"/>
                  </a:cubicBezTo>
                  <a:lnTo>
                    <a:pt x="2068" y="2410"/>
                  </a:lnTo>
                  <a:cubicBezTo>
                    <a:pt x="2199" y="2410"/>
                    <a:pt x="2304" y="2306"/>
                    <a:pt x="2304" y="2175"/>
                  </a:cubicBezTo>
                  <a:cubicBezTo>
                    <a:pt x="2304" y="2043"/>
                    <a:pt x="2199" y="1939"/>
                    <a:pt x="2068" y="1939"/>
                  </a:cubicBezTo>
                  <a:lnTo>
                    <a:pt x="1382" y="1939"/>
                  </a:lnTo>
                  <a:cubicBezTo>
                    <a:pt x="881" y="1939"/>
                    <a:pt x="473" y="1535"/>
                    <a:pt x="473" y="1037"/>
                  </a:cubicBezTo>
                  <a:lnTo>
                    <a:pt x="473" y="236"/>
                  </a:lnTo>
                  <a:cubicBezTo>
                    <a:pt x="473" y="106"/>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1"/>
            <p:cNvSpPr/>
            <p:nvPr/>
          </p:nvSpPr>
          <p:spPr>
            <a:xfrm>
              <a:off x="2917819" y="3493113"/>
              <a:ext cx="279786" cy="224880"/>
            </a:xfrm>
            <a:custGeom>
              <a:rect b="b" l="l" r="r" t="t"/>
              <a:pathLst>
                <a:path extrusionOk="0" h="3891" w="4841">
                  <a:moveTo>
                    <a:pt x="4605" y="0"/>
                  </a:moveTo>
                  <a:cubicBezTo>
                    <a:pt x="4473" y="0"/>
                    <a:pt x="4367" y="107"/>
                    <a:pt x="4367" y="236"/>
                  </a:cubicBezTo>
                  <a:lnTo>
                    <a:pt x="4367" y="2802"/>
                  </a:lnTo>
                  <a:cubicBezTo>
                    <a:pt x="4367" y="3142"/>
                    <a:pt x="4092" y="3419"/>
                    <a:pt x="3752" y="3419"/>
                  </a:cubicBezTo>
                  <a:lnTo>
                    <a:pt x="238" y="3419"/>
                  </a:lnTo>
                  <a:cubicBezTo>
                    <a:pt x="107" y="3419"/>
                    <a:pt x="1" y="3523"/>
                    <a:pt x="1" y="3655"/>
                  </a:cubicBezTo>
                  <a:cubicBezTo>
                    <a:pt x="1" y="3786"/>
                    <a:pt x="107" y="3890"/>
                    <a:pt x="238" y="3890"/>
                  </a:cubicBezTo>
                  <a:lnTo>
                    <a:pt x="3752" y="3890"/>
                  </a:lnTo>
                  <a:cubicBezTo>
                    <a:pt x="4353" y="3890"/>
                    <a:pt x="4840" y="3403"/>
                    <a:pt x="4840" y="2802"/>
                  </a:cubicBezTo>
                  <a:lnTo>
                    <a:pt x="4840" y="236"/>
                  </a:lnTo>
                  <a:cubicBezTo>
                    <a:pt x="4840" y="107"/>
                    <a:pt x="473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88" name="Shape 2088"/>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89" name="Shape 2089"/>
        <p:cNvGrpSpPr/>
        <p:nvPr/>
      </p:nvGrpSpPr>
      <p:grpSpPr>
        <a:xfrm>
          <a:off x="0" y="0"/>
          <a:ext cx="0" cy="0"/>
          <a:chOff x="0" y="0"/>
          <a:chExt cx="0" cy="0"/>
        </a:xfrm>
      </p:grpSpPr>
      <p:sp>
        <p:nvSpPr>
          <p:cNvPr id="2090" name="Google Shape;2090;p3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3.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Varela Round"/>
              <a:buNone/>
              <a:defRPr b="1" sz="3500">
                <a:solidFill>
                  <a:schemeClr val="dk1"/>
                </a:solidFill>
                <a:latin typeface="Varela Round"/>
                <a:ea typeface="Varela Round"/>
                <a:cs typeface="Varela Round"/>
                <a:sym typeface="Varela Round"/>
              </a:defRPr>
            </a:lvl1pPr>
            <a:lvl2pPr lvl="1"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2pPr>
            <a:lvl3pPr lvl="2"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3pPr>
            <a:lvl4pPr lvl="3"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4pPr>
            <a:lvl5pPr lvl="4"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5pPr>
            <a:lvl6pPr lvl="5"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6pPr>
            <a:lvl7pPr lvl="6"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7pPr>
            <a:lvl8pPr lvl="7"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8pPr>
            <a:lvl9pPr lvl="8"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1pPr>
            <a:lvl2pPr indent="-317500" lvl="1" marL="9144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2pPr>
            <a:lvl3pPr indent="-317500" lvl="2" marL="13716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3pPr>
            <a:lvl4pPr indent="-317500" lvl="3" marL="18288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4pPr>
            <a:lvl5pPr indent="-317500" lvl="4" marL="22860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5pPr>
            <a:lvl6pPr indent="-317500" lvl="5" marL="27432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6pPr>
            <a:lvl7pPr indent="-317500" lvl="6" marL="32004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7pPr>
            <a:lvl8pPr indent="-317500" lvl="7" marL="36576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8pPr>
            <a:lvl9pPr indent="-317500" lvl="8" marL="4114800">
              <a:lnSpc>
                <a:spcPct val="115000"/>
              </a:lnSpc>
              <a:spcBef>
                <a:spcPts val="0"/>
              </a:spcBef>
              <a:spcAft>
                <a:spcPts val="0"/>
              </a:spcAft>
              <a:buClr>
                <a:schemeClr val="dk1"/>
              </a:buClr>
              <a:buSzPts val="1400"/>
              <a:buFont typeface="Varela Round"/>
              <a:buChar char="■"/>
              <a:defRPr>
                <a:solidFill>
                  <a:schemeClr val="dk1"/>
                </a:solidFill>
                <a:latin typeface="Varela Round"/>
                <a:ea typeface="Varela Round"/>
                <a:cs typeface="Varela Round"/>
                <a:sym typeface="Varela Rou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85" name="Shape 2085"/>
        <p:cNvGrpSpPr/>
        <p:nvPr/>
      </p:nvGrpSpPr>
      <p:grpSpPr>
        <a:xfrm>
          <a:off x="0" y="0"/>
          <a:ext cx="0" cy="0"/>
          <a:chOff x="0" y="0"/>
          <a:chExt cx="0" cy="0"/>
        </a:xfrm>
      </p:grpSpPr>
      <p:sp>
        <p:nvSpPr>
          <p:cNvPr id="2086" name="Google Shape;2086;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087" name="Google Shape;2087;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slide" Target="/ppt/slides/slide43.xml"/><Relationship Id="rId10" Type="http://schemas.openxmlformats.org/officeDocument/2006/relationships/slide" Target="/ppt/slides/slide49.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1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12.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image" Target="../media/image1.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image" Target="../media/image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image" Target="../media/image5.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dwzyLls25YOI4c-xQ_KYGqrhCn3CjJxItpRKrAIvE4/copy#gid=509368585" TargetMode="External"/><Relationship Id="rId5" Type="http://schemas.openxmlformats.org/officeDocument/2006/relationships/image" Target="../media/image10.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9.png"/><Relationship Id="rId4" Type="http://schemas.openxmlformats.org/officeDocument/2006/relationships/image" Target="../media/image11.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hyperlink" Target="https://www.freepik.com/free-vector/flat-back-school-instagram-stories-collection_28863683.htm/?utm_source=slidesgo_template&amp;utm_medium=referral-link&amp;utm_campaign=sg_resources&amp;utm_content=freepik" TargetMode="External"/><Relationship Id="rId4" Type="http://schemas.openxmlformats.org/officeDocument/2006/relationships/hyperlink" Target="https://www.freepik.com/free-vector/flat-instagram-posts-collection-celebration-international-day-education_3500934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 Id="rId3" Type="http://schemas.openxmlformats.org/officeDocument/2006/relationships/hyperlink" Target="https://www.freepik.com/free-photo/front-view-woman-reading-something-her-students_9571712.htm/?utm_source=slidesgo_template&amp;utm_medium=referral-link&amp;utm_campaign=sg_resources&amp;utm_content=freepik" TargetMode="External"/><Relationship Id="rId4" Type="http://schemas.openxmlformats.org/officeDocument/2006/relationships/hyperlink" Target="https://www.freepik.com/free-photo/little-girl-learning-how-read_15617574.htm/?utm_source=slidesgo_template&amp;utm_medium=referral-link&amp;utm_campaign=sg_resources&amp;utm_content=freepik" TargetMode="External"/><Relationship Id="rId5" Type="http://schemas.openxmlformats.org/officeDocument/2006/relationships/hyperlink" Target="https://www.freepik.com/free-vector/flat-instagram-posts-collection-celebration-international-day-education_35009350.htm/?utm_source=slidesgo_template&amp;utm_medium=referral-link&amp;utm_campaign=sg_resources&amp;utm_content=freepik" TargetMode="External"/><Relationship Id="rId6" Type="http://schemas.openxmlformats.org/officeDocument/2006/relationships/hyperlink" Target="https://www.freepik.com/free-vector/flat-horizontal-banners-set-international-day-education-celebration_35014399.htm/?utm_source=slidesgo_template&amp;utm_medium=referral-link&amp;utm_campaign=sg_resources&amp;utm_content=freepik" TargetMode="External"/><Relationship Id="rId7" Type="http://schemas.openxmlformats.org/officeDocument/2006/relationships/hyperlink" Target="https://www.freepik.com/free-vector/flat-illustration-international-day-education-celebration_35014464.htm/?utm_source=slidesgo_template&amp;utm_medium=referral-link&amp;utm_campaign=sg_resources&amp;utm_content=freepik" TargetMode="External"/><Relationship Id="rId8" Type="http://schemas.openxmlformats.org/officeDocument/2006/relationships/hyperlink" Target="https://www.flaticon.com/packs/education-666/?utm_source=slidesgo_template&amp;utm_medium=referral-link&amp;utm_campaign=sg_resources&amp;utm_content=flaticon"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fonts.google.com/specimen/Varela+Roun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3.png"/><Relationship Id="rId17" Type="http://schemas.openxmlformats.org/officeDocument/2006/relationships/image" Target="../media/image2.png"/><Relationship Id="rId16"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4" name="Shape 2094"/>
        <p:cNvGrpSpPr/>
        <p:nvPr/>
      </p:nvGrpSpPr>
      <p:grpSpPr>
        <a:xfrm>
          <a:off x="0" y="0"/>
          <a:ext cx="0" cy="0"/>
          <a:chOff x="0" y="0"/>
          <a:chExt cx="0" cy="0"/>
        </a:xfrm>
      </p:grpSpPr>
      <p:sp>
        <p:nvSpPr>
          <p:cNvPr id="2095" name="Google Shape;2095;p35"/>
          <p:cNvSpPr txBox="1"/>
          <p:nvPr>
            <p:ph type="ctrTitle"/>
          </p:nvPr>
        </p:nvSpPr>
        <p:spPr>
          <a:xfrm>
            <a:off x="1920100" y="1584325"/>
            <a:ext cx="5304000" cy="180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400">
                <a:solidFill>
                  <a:schemeClr val="accent1"/>
                </a:solidFill>
              </a:rPr>
              <a:t>Study Guide</a:t>
            </a:r>
            <a:r>
              <a:rPr lang="en" sz="7400">
                <a:solidFill>
                  <a:schemeClr val="accent1"/>
                </a:solidFill>
              </a:rPr>
              <a:t> </a:t>
            </a:r>
            <a:r>
              <a:rPr lang="en" sz="3000">
                <a:highlight>
                  <a:schemeClr val="dk2"/>
                </a:highlight>
              </a:rPr>
              <a:t>for Middle School Students</a:t>
            </a:r>
            <a:endParaRPr sz="3000">
              <a:highlight>
                <a:schemeClr val="dk2"/>
              </a:highlight>
              <a:latin typeface="Varela Round"/>
              <a:ea typeface="Varela Round"/>
              <a:cs typeface="Varela Round"/>
              <a:sym typeface="Varela Round"/>
            </a:endParaRPr>
          </a:p>
        </p:txBody>
      </p:sp>
      <p:sp>
        <p:nvSpPr>
          <p:cNvPr id="2096" name="Google Shape;2096;p35"/>
          <p:cNvSpPr txBox="1"/>
          <p:nvPr>
            <p:ph idx="1" type="subTitle"/>
          </p:nvPr>
        </p:nvSpPr>
        <p:spPr>
          <a:xfrm>
            <a:off x="1920025" y="3432600"/>
            <a:ext cx="5304000" cy="37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097" name="Google Shape;2097;p35"/>
          <p:cNvGrpSpPr/>
          <p:nvPr/>
        </p:nvGrpSpPr>
        <p:grpSpPr>
          <a:xfrm flipH="1">
            <a:off x="7593621" y="1973547"/>
            <a:ext cx="1468014" cy="1968452"/>
            <a:chOff x="1400935" y="1333409"/>
            <a:chExt cx="760984" cy="1020399"/>
          </a:xfrm>
        </p:grpSpPr>
        <p:sp>
          <p:nvSpPr>
            <p:cNvPr id="2098" name="Google Shape;2098;p35"/>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099" name="Google Shape;2099;p35"/>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5"/>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5"/>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5"/>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5"/>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5"/>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105" name="Google Shape;2105;p35"/>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5"/>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5"/>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5"/>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5"/>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5"/>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5"/>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35"/>
          <p:cNvSpPr/>
          <p:nvPr/>
        </p:nvSpPr>
        <p:spPr>
          <a:xfrm>
            <a:off x="6830422" y="85582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5"/>
          <p:cNvSpPr/>
          <p:nvPr/>
        </p:nvSpPr>
        <p:spPr>
          <a:xfrm>
            <a:off x="1527241" y="41770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5"/>
          <p:cNvSpPr/>
          <p:nvPr/>
        </p:nvSpPr>
        <p:spPr>
          <a:xfrm>
            <a:off x="7988191" y="7140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115" name="Google Shape;2115;p35"/>
          <p:cNvSpPr/>
          <p:nvPr/>
        </p:nvSpPr>
        <p:spPr>
          <a:xfrm>
            <a:off x="7727591" y="40394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6" name="Google Shape;2116;p35"/>
          <p:cNvGrpSpPr/>
          <p:nvPr/>
        </p:nvGrpSpPr>
        <p:grpSpPr>
          <a:xfrm rot="1315589">
            <a:off x="976505" y="459619"/>
            <a:ext cx="902596" cy="1584801"/>
            <a:chOff x="2332850" y="1508965"/>
            <a:chExt cx="495799" cy="870474"/>
          </a:xfrm>
        </p:grpSpPr>
        <p:sp>
          <p:nvSpPr>
            <p:cNvPr id="2117" name="Google Shape;2117;p35"/>
            <p:cNvSpPr/>
            <p:nvPr/>
          </p:nvSpPr>
          <p:spPr>
            <a:xfrm>
              <a:off x="2347410" y="1709183"/>
              <a:ext cx="467748" cy="569138"/>
            </a:xfrm>
            <a:custGeom>
              <a:rect b="b" l="l" r="r" t="t"/>
              <a:pathLst>
                <a:path extrusionOk="0" h="10671" w="8770">
                  <a:moveTo>
                    <a:pt x="4336" y="1"/>
                  </a:moveTo>
                  <a:cubicBezTo>
                    <a:pt x="4096" y="1"/>
                    <a:pt x="3869" y="8"/>
                    <a:pt x="3774" y="23"/>
                  </a:cubicBezTo>
                  <a:cubicBezTo>
                    <a:pt x="3116" y="126"/>
                    <a:pt x="2471" y="296"/>
                    <a:pt x="1881" y="622"/>
                  </a:cubicBezTo>
                  <a:cubicBezTo>
                    <a:pt x="1050" y="1081"/>
                    <a:pt x="456" y="1815"/>
                    <a:pt x="217" y="2738"/>
                  </a:cubicBezTo>
                  <a:cubicBezTo>
                    <a:pt x="95" y="3209"/>
                    <a:pt x="43" y="3707"/>
                    <a:pt x="20" y="4193"/>
                  </a:cubicBezTo>
                  <a:cubicBezTo>
                    <a:pt x="1" y="4646"/>
                    <a:pt x="18" y="5111"/>
                    <a:pt x="119" y="5555"/>
                  </a:cubicBezTo>
                  <a:cubicBezTo>
                    <a:pt x="226" y="6023"/>
                    <a:pt x="438" y="6457"/>
                    <a:pt x="759" y="6815"/>
                  </a:cubicBezTo>
                  <a:cubicBezTo>
                    <a:pt x="1053" y="7143"/>
                    <a:pt x="1424" y="7390"/>
                    <a:pt x="1768" y="7662"/>
                  </a:cubicBezTo>
                  <a:cubicBezTo>
                    <a:pt x="2542" y="8276"/>
                    <a:pt x="3029" y="9149"/>
                    <a:pt x="3040" y="10149"/>
                  </a:cubicBezTo>
                  <a:cubicBezTo>
                    <a:pt x="3040" y="10202"/>
                    <a:pt x="3052" y="10250"/>
                    <a:pt x="3070" y="10290"/>
                  </a:cubicBezTo>
                  <a:cubicBezTo>
                    <a:pt x="3070" y="10294"/>
                    <a:pt x="3068" y="10298"/>
                    <a:pt x="3068" y="10301"/>
                  </a:cubicBezTo>
                  <a:cubicBezTo>
                    <a:pt x="3072" y="10391"/>
                    <a:pt x="3102" y="10487"/>
                    <a:pt x="3171" y="10551"/>
                  </a:cubicBezTo>
                  <a:cubicBezTo>
                    <a:pt x="3234" y="10611"/>
                    <a:pt x="3321" y="10657"/>
                    <a:pt x="3409" y="10657"/>
                  </a:cubicBezTo>
                  <a:cubicBezTo>
                    <a:pt x="3413" y="10657"/>
                    <a:pt x="3416" y="10657"/>
                    <a:pt x="3419" y="10657"/>
                  </a:cubicBezTo>
                  <a:cubicBezTo>
                    <a:pt x="3726" y="10638"/>
                    <a:pt x="4030" y="10618"/>
                    <a:pt x="4335" y="10601"/>
                  </a:cubicBezTo>
                  <a:cubicBezTo>
                    <a:pt x="4339" y="10601"/>
                    <a:pt x="4342" y="10601"/>
                    <a:pt x="4346" y="10599"/>
                  </a:cubicBezTo>
                  <a:cubicBezTo>
                    <a:pt x="4348" y="10601"/>
                    <a:pt x="4353" y="10601"/>
                    <a:pt x="4355" y="10601"/>
                  </a:cubicBezTo>
                  <a:cubicBezTo>
                    <a:pt x="4661" y="10622"/>
                    <a:pt x="4964" y="10647"/>
                    <a:pt x="5269" y="10670"/>
                  </a:cubicBezTo>
                  <a:cubicBezTo>
                    <a:pt x="5274" y="10670"/>
                    <a:pt x="5279" y="10670"/>
                    <a:pt x="5284" y="10670"/>
                  </a:cubicBezTo>
                  <a:cubicBezTo>
                    <a:pt x="5372" y="10670"/>
                    <a:pt x="5457" y="10624"/>
                    <a:pt x="5521" y="10567"/>
                  </a:cubicBezTo>
                  <a:cubicBezTo>
                    <a:pt x="5590" y="10505"/>
                    <a:pt x="5622" y="10407"/>
                    <a:pt x="5625" y="10317"/>
                  </a:cubicBezTo>
                  <a:cubicBezTo>
                    <a:pt x="5627" y="10315"/>
                    <a:pt x="5625" y="10310"/>
                    <a:pt x="5625" y="10308"/>
                  </a:cubicBezTo>
                  <a:cubicBezTo>
                    <a:pt x="5645" y="10267"/>
                    <a:pt x="5655" y="10220"/>
                    <a:pt x="5655" y="10166"/>
                  </a:cubicBezTo>
                  <a:cubicBezTo>
                    <a:pt x="5682" y="9167"/>
                    <a:pt x="6180" y="8300"/>
                    <a:pt x="6962" y="7696"/>
                  </a:cubicBezTo>
                  <a:cubicBezTo>
                    <a:pt x="7309" y="7428"/>
                    <a:pt x="7683" y="7187"/>
                    <a:pt x="7980" y="6863"/>
                  </a:cubicBezTo>
                  <a:cubicBezTo>
                    <a:pt x="8308" y="6511"/>
                    <a:pt x="8526" y="6078"/>
                    <a:pt x="8640" y="5612"/>
                  </a:cubicBezTo>
                  <a:cubicBezTo>
                    <a:pt x="8746" y="5169"/>
                    <a:pt x="8769" y="4705"/>
                    <a:pt x="8755" y="4251"/>
                  </a:cubicBezTo>
                  <a:cubicBezTo>
                    <a:pt x="8739" y="3766"/>
                    <a:pt x="8696" y="3268"/>
                    <a:pt x="8579" y="2794"/>
                  </a:cubicBezTo>
                  <a:cubicBezTo>
                    <a:pt x="8353" y="1866"/>
                    <a:pt x="7768" y="1127"/>
                    <a:pt x="6942" y="656"/>
                  </a:cubicBezTo>
                  <a:cubicBezTo>
                    <a:pt x="6357" y="322"/>
                    <a:pt x="5714" y="143"/>
                    <a:pt x="5057" y="32"/>
                  </a:cubicBezTo>
                  <a:cubicBezTo>
                    <a:pt x="4941" y="11"/>
                    <a:pt x="4629" y="1"/>
                    <a:pt x="4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5"/>
            <p:cNvSpPr/>
            <p:nvPr/>
          </p:nvSpPr>
          <p:spPr>
            <a:xfrm>
              <a:off x="2516587" y="2272290"/>
              <a:ext cx="132964" cy="96323"/>
            </a:xfrm>
            <a:custGeom>
              <a:rect b="b" l="l" r="r" t="t"/>
              <a:pathLst>
                <a:path extrusionOk="0" h="1806" w="2493">
                  <a:moveTo>
                    <a:pt x="454" y="0"/>
                  </a:moveTo>
                  <a:cubicBezTo>
                    <a:pt x="244" y="0"/>
                    <a:pt x="1" y="191"/>
                    <a:pt x="26" y="422"/>
                  </a:cubicBezTo>
                  <a:cubicBezTo>
                    <a:pt x="31" y="459"/>
                    <a:pt x="36" y="496"/>
                    <a:pt x="42" y="535"/>
                  </a:cubicBezTo>
                  <a:cubicBezTo>
                    <a:pt x="19" y="604"/>
                    <a:pt x="15" y="684"/>
                    <a:pt x="42" y="774"/>
                  </a:cubicBezTo>
                  <a:cubicBezTo>
                    <a:pt x="82" y="918"/>
                    <a:pt x="144" y="1051"/>
                    <a:pt x="222" y="1173"/>
                  </a:cubicBezTo>
                  <a:cubicBezTo>
                    <a:pt x="380" y="1512"/>
                    <a:pt x="641" y="1777"/>
                    <a:pt x="1059" y="1802"/>
                  </a:cubicBezTo>
                  <a:cubicBezTo>
                    <a:pt x="1080" y="1803"/>
                    <a:pt x="1101" y="1804"/>
                    <a:pt x="1122" y="1804"/>
                  </a:cubicBezTo>
                  <a:cubicBezTo>
                    <a:pt x="1160" y="1804"/>
                    <a:pt x="1198" y="1802"/>
                    <a:pt x="1236" y="1799"/>
                  </a:cubicBezTo>
                  <a:cubicBezTo>
                    <a:pt x="1278" y="1803"/>
                    <a:pt x="1320" y="1805"/>
                    <a:pt x="1363" y="1805"/>
                  </a:cubicBezTo>
                  <a:cubicBezTo>
                    <a:pt x="1380" y="1805"/>
                    <a:pt x="1396" y="1805"/>
                    <a:pt x="1413" y="1804"/>
                  </a:cubicBezTo>
                  <a:cubicBezTo>
                    <a:pt x="1831" y="1786"/>
                    <a:pt x="2095" y="1522"/>
                    <a:pt x="2257" y="1186"/>
                  </a:cubicBezTo>
                  <a:cubicBezTo>
                    <a:pt x="2338" y="1065"/>
                    <a:pt x="2402" y="932"/>
                    <a:pt x="2445" y="790"/>
                  </a:cubicBezTo>
                  <a:cubicBezTo>
                    <a:pt x="2471" y="702"/>
                    <a:pt x="2469" y="620"/>
                    <a:pt x="2448" y="551"/>
                  </a:cubicBezTo>
                  <a:cubicBezTo>
                    <a:pt x="2453" y="514"/>
                    <a:pt x="2459" y="475"/>
                    <a:pt x="2464" y="438"/>
                  </a:cubicBezTo>
                  <a:cubicBezTo>
                    <a:pt x="2492" y="207"/>
                    <a:pt x="2253" y="14"/>
                    <a:pt x="2042" y="11"/>
                  </a:cubicBezTo>
                  <a:cubicBezTo>
                    <a:pt x="2039" y="11"/>
                    <a:pt x="2036" y="11"/>
                    <a:pt x="2033" y="11"/>
                  </a:cubicBezTo>
                  <a:cubicBezTo>
                    <a:pt x="1961" y="11"/>
                    <a:pt x="1900" y="30"/>
                    <a:pt x="1846" y="58"/>
                  </a:cubicBezTo>
                  <a:cubicBezTo>
                    <a:pt x="1804" y="44"/>
                    <a:pt x="1761" y="37"/>
                    <a:pt x="1717" y="37"/>
                  </a:cubicBezTo>
                  <a:cubicBezTo>
                    <a:pt x="1623" y="37"/>
                    <a:pt x="1525" y="73"/>
                    <a:pt x="1438" y="160"/>
                  </a:cubicBezTo>
                  <a:cubicBezTo>
                    <a:pt x="1383" y="216"/>
                    <a:pt x="1316" y="262"/>
                    <a:pt x="1247" y="296"/>
                  </a:cubicBezTo>
                  <a:cubicBezTo>
                    <a:pt x="1176" y="262"/>
                    <a:pt x="1110" y="214"/>
                    <a:pt x="1055" y="158"/>
                  </a:cubicBezTo>
                  <a:cubicBezTo>
                    <a:pt x="967" y="67"/>
                    <a:pt x="868" y="30"/>
                    <a:pt x="772" y="30"/>
                  </a:cubicBezTo>
                  <a:cubicBezTo>
                    <a:pt x="730" y="30"/>
                    <a:pt x="689" y="37"/>
                    <a:pt x="649" y="50"/>
                  </a:cubicBezTo>
                  <a:cubicBezTo>
                    <a:pt x="594" y="20"/>
                    <a:pt x="529" y="0"/>
                    <a:pt x="454" y="0"/>
                  </a:cubicBezTo>
                  <a:close/>
                </a:path>
              </a:pathLst>
            </a:custGeom>
            <a:solidFill>
              <a:schemeClr val="lt1"/>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5"/>
            <p:cNvSpPr/>
            <p:nvPr/>
          </p:nvSpPr>
          <p:spPr>
            <a:xfrm>
              <a:off x="2540908" y="1888227"/>
              <a:ext cx="89816" cy="406413"/>
            </a:xfrm>
            <a:custGeom>
              <a:rect b="b" l="l" r="r" t="t"/>
              <a:pathLst>
                <a:path extrusionOk="0" h="7620" w="1684">
                  <a:moveTo>
                    <a:pt x="1044" y="288"/>
                  </a:moveTo>
                  <a:cubicBezTo>
                    <a:pt x="1141" y="288"/>
                    <a:pt x="1232" y="333"/>
                    <a:pt x="1290" y="439"/>
                  </a:cubicBezTo>
                  <a:cubicBezTo>
                    <a:pt x="1413" y="664"/>
                    <a:pt x="1296" y="926"/>
                    <a:pt x="1186" y="1128"/>
                  </a:cubicBezTo>
                  <a:cubicBezTo>
                    <a:pt x="1053" y="1369"/>
                    <a:pt x="902" y="1598"/>
                    <a:pt x="753" y="1828"/>
                  </a:cubicBezTo>
                  <a:cubicBezTo>
                    <a:pt x="737" y="1810"/>
                    <a:pt x="723" y="1794"/>
                    <a:pt x="707" y="1777"/>
                  </a:cubicBezTo>
                  <a:cubicBezTo>
                    <a:pt x="535" y="1576"/>
                    <a:pt x="482" y="1381"/>
                    <a:pt x="512" y="1117"/>
                  </a:cubicBezTo>
                  <a:cubicBezTo>
                    <a:pt x="539" y="873"/>
                    <a:pt x="587" y="563"/>
                    <a:pt x="783" y="393"/>
                  </a:cubicBezTo>
                  <a:cubicBezTo>
                    <a:pt x="859" y="327"/>
                    <a:pt x="954" y="288"/>
                    <a:pt x="1044" y="288"/>
                  </a:cubicBezTo>
                  <a:close/>
                  <a:moveTo>
                    <a:pt x="1046" y="0"/>
                  </a:moveTo>
                  <a:cubicBezTo>
                    <a:pt x="593" y="0"/>
                    <a:pt x="347" y="446"/>
                    <a:pt x="270" y="841"/>
                  </a:cubicBezTo>
                  <a:cubicBezTo>
                    <a:pt x="224" y="1084"/>
                    <a:pt x="185" y="1350"/>
                    <a:pt x="266" y="1589"/>
                  </a:cubicBezTo>
                  <a:cubicBezTo>
                    <a:pt x="330" y="1780"/>
                    <a:pt x="463" y="1929"/>
                    <a:pt x="597" y="2074"/>
                  </a:cubicBezTo>
                  <a:cubicBezTo>
                    <a:pt x="542" y="2163"/>
                    <a:pt x="489" y="2252"/>
                    <a:pt x="440" y="2344"/>
                  </a:cubicBezTo>
                  <a:cubicBezTo>
                    <a:pt x="209" y="2767"/>
                    <a:pt x="75" y="3210"/>
                    <a:pt x="41" y="3694"/>
                  </a:cubicBezTo>
                  <a:cubicBezTo>
                    <a:pt x="0" y="4302"/>
                    <a:pt x="41" y="4922"/>
                    <a:pt x="52" y="5532"/>
                  </a:cubicBezTo>
                  <a:cubicBezTo>
                    <a:pt x="60" y="6115"/>
                    <a:pt x="37" y="6714"/>
                    <a:pt x="188" y="7281"/>
                  </a:cubicBezTo>
                  <a:cubicBezTo>
                    <a:pt x="207" y="7351"/>
                    <a:pt x="262" y="7382"/>
                    <a:pt x="319" y="7382"/>
                  </a:cubicBezTo>
                  <a:cubicBezTo>
                    <a:pt x="403" y="7382"/>
                    <a:pt x="490" y="7313"/>
                    <a:pt x="463" y="7208"/>
                  </a:cubicBezTo>
                  <a:cubicBezTo>
                    <a:pt x="310" y="6643"/>
                    <a:pt x="342" y="6042"/>
                    <a:pt x="333" y="5464"/>
                  </a:cubicBezTo>
                  <a:cubicBezTo>
                    <a:pt x="323" y="4887"/>
                    <a:pt x="287" y="4304"/>
                    <a:pt x="323" y="3728"/>
                  </a:cubicBezTo>
                  <a:cubicBezTo>
                    <a:pt x="355" y="3203"/>
                    <a:pt x="530" y="2748"/>
                    <a:pt x="791" y="2303"/>
                  </a:cubicBezTo>
                  <a:cubicBezTo>
                    <a:pt x="1044" y="2654"/>
                    <a:pt x="1145" y="3076"/>
                    <a:pt x="1182" y="3513"/>
                  </a:cubicBezTo>
                  <a:cubicBezTo>
                    <a:pt x="1294" y="4816"/>
                    <a:pt x="1166" y="6163"/>
                    <a:pt x="911" y="7440"/>
                  </a:cubicBezTo>
                  <a:cubicBezTo>
                    <a:pt x="890" y="7548"/>
                    <a:pt x="980" y="7620"/>
                    <a:pt x="1063" y="7620"/>
                  </a:cubicBezTo>
                  <a:cubicBezTo>
                    <a:pt x="1117" y="7620"/>
                    <a:pt x="1168" y="7589"/>
                    <a:pt x="1182" y="7518"/>
                  </a:cubicBezTo>
                  <a:cubicBezTo>
                    <a:pt x="1395" y="6457"/>
                    <a:pt x="1503" y="5378"/>
                    <a:pt x="1496" y="4295"/>
                  </a:cubicBezTo>
                  <a:cubicBezTo>
                    <a:pt x="1492" y="3825"/>
                    <a:pt x="1483" y="3341"/>
                    <a:pt x="1368" y="2882"/>
                  </a:cubicBezTo>
                  <a:cubicBezTo>
                    <a:pt x="1319" y="2691"/>
                    <a:pt x="1248" y="2501"/>
                    <a:pt x="1152" y="2328"/>
                  </a:cubicBezTo>
                  <a:cubicBezTo>
                    <a:pt x="1094" y="2225"/>
                    <a:pt x="1024" y="2135"/>
                    <a:pt x="948" y="2048"/>
                  </a:cubicBezTo>
                  <a:cubicBezTo>
                    <a:pt x="1195" y="1679"/>
                    <a:pt x="1494" y="1298"/>
                    <a:pt x="1595" y="875"/>
                  </a:cubicBezTo>
                  <a:cubicBezTo>
                    <a:pt x="1684" y="506"/>
                    <a:pt x="1519" y="26"/>
                    <a:pt x="1083" y="1"/>
                  </a:cubicBezTo>
                  <a:cubicBezTo>
                    <a:pt x="1071" y="0"/>
                    <a:pt x="1058" y="0"/>
                    <a:pt x="1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5"/>
            <p:cNvSpPr/>
            <p:nvPr/>
          </p:nvSpPr>
          <p:spPr>
            <a:xfrm>
              <a:off x="2485120" y="2193675"/>
              <a:ext cx="205233" cy="132004"/>
            </a:xfrm>
            <a:custGeom>
              <a:rect b="b" l="l" r="r" t="t"/>
              <a:pathLst>
                <a:path extrusionOk="0" h="2475" w="3848">
                  <a:moveTo>
                    <a:pt x="2832" y="0"/>
                  </a:moveTo>
                  <a:cubicBezTo>
                    <a:pt x="2601" y="0"/>
                    <a:pt x="2367" y="24"/>
                    <a:pt x="2189" y="24"/>
                  </a:cubicBezTo>
                  <a:cubicBezTo>
                    <a:pt x="1946" y="24"/>
                    <a:pt x="1702" y="22"/>
                    <a:pt x="1459" y="22"/>
                  </a:cubicBezTo>
                  <a:cubicBezTo>
                    <a:pt x="1144" y="22"/>
                    <a:pt x="830" y="25"/>
                    <a:pt x="516" y="37"/>
                  </a:cubicBezTo>
                  <a:cubicBezTo>
                    <a:pt x="190" y="51"/>
                    <a:pt x="38" y="327"/>
                    <a:pt x="59" y="577"/>
                  </a:cubicBezTo>
                  <a:cubicBezTo>
                    <a:pt x="59" y="588"/>
                    <a:pt x="59" y="597"/>
                    <a:pt x="61" y="606"/>
                  </a:cubicBezTo>
                  <a:cubicBezTo>
                    <a:pt x="57" y="643"/>
                    <a:pt x="54" y="678"/>
                    <a:pt x="49" y="716"/>
                  </a:cubicBezTo>
                  <a:cubicBezTo>
                    <a:pt x="20" y="999"/>
                    <a:pt x="1" y="1281"/>
                    <a:pt x="38" y="1525"/>
                  </a:cubicBezTo>
                  <a:cubicBezTo>
                    <a:pt x="40" y="1587"/>
                    <a:pt x="43" y="1646"/>
                    <a:pt x="52" y="1704"/>
                  </a:cubicBezTo>
                  <a:cubicBezTo>
                    <a:pt x="57" y="1754"/>
                    <a:pt x="64" y="1802"/>
                    <a:pt x="75" y="1850"/>
                  </a:cubicBezTo>
                  <a:cubicBezTo>
                    <a:pt x="82" y="1883"/>
                    <a:pt x="91" y="1915"/>
                    <a:pt x="100" y="1947"/>
                  </a:cubicBezTo>
                  <a:cubicBezTo>
                    <a:pt x="155" y="2126"/>
                    <a:pt x="318" y="2282"/>
                    <a:pt x="511" y="2296"/>
                  </a:cubicBezTo>
                  <a:cubicBezTo>
                    <a:pt x="546" y="2309"/>
                    <a:pt x="585" y="2323"/>
                    <a:pt x="628" y="2330"/>
                  </a:cubicBezTo>
                  <a:cubicBezTo>
                    <a:pt x="1155" y="2414"/>
                    <a:pt x="1683" y="2474"/>
                    <a:pt x="2216" y="2474"/>
                  </a:cubicBezTo>
                  <a:cubicBezTo>
                    <a:pt x="2246" y="2474"/>
                    <a:pt x="2275" y="2474"/>
                    <a:pt x="2304" y="2473"/>
                  </a:cubicBezTo>
                  <a:cubicBezTo>
                    <a:pt x="2335" y="2473"/>
                    <a:pt x="2366" y="2473"/>
                    <a:pt x="2397" y="2473"/>
                  </a:cubicBezTo>
                  <a:cubicBezTo>
                    <a:pt x="2446" y="2473"/>
                    <a:pt x="2496" y="2473"/>
                    <a:pt x="2546" y="2473"/>
                  </a:cubicBezTo>
                  <a:cubicBezTo>
                    <a:pt x="2872" y="2473"/>
                    <a:pt x="3230" y="2461"/>
                    <a:pt x="3479" y="2271"/>
                  </a:cubicBezTo>
                  <a:cubicBezTo>
                    <a:pt x="3582" y="2192"/>
                    <a:pt x="3664" y="2069"/>
                    <a:pt x="3722" y="1919"/>
                  </a:cubicBezTo>
                  <a:cubicBezTo>
                    <a:pt x="3742" y="1869"/>
                    <a:pt x="3759" y="1818"/>
                    <a:pt x="3773" y="1765"/>
                  </a:cubicBezTo>
                  <a:cubicBezTo>
                    <a:pt x="3816" y="1612"/>
                    <a:pt x="3835" y="1442"/>
                    <a:pt x="3835" y="1272"/>
                  </a:cubicBezTo>
                  <a:cubicBezTo>
                    <a:pt x="3848" y="1107"/>
                    <a:pt x="3841" y="939"/>
                    <a:pt x="3814" y="779"/>
                  </a:cubicBezTo>
                  <a:cubicBezTo>
                    <a:pt x="3807" y="737"/>
                    <a:pt x="3800" y="694"/>
                    <a:pt x="3789" y="654"/>
                  </a:cubicBezTo>
                  <a:cubicBezTo>
                    <a:pt x="3729" y="423"/>
                    <a:pt x="3621" y="228"/>
                    <a:pt x="3460" y="127"/>
                  </a:cubicBezTo>
                  <a:cubicBezTo>
                    <a:pt x="3298" y="25"/>
                    <a:pt x="3067" y="0"/>
                    <a:pt x="28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5"/>
            <p:cNvSpPr/>
            <p:nvPr/>
          </p:nvSpPr>
          <p:spPr>
            <a:xfrm>
              <a:off x="2485120" y="2231222"/>
              <a:ext cx="205233" cy="56588"/>
            </a:xfrm>
            <a:custGeom>
              <a:rect b="b" l="l" r="r" t="t"/>
              <a:pathLst>
                <a:path extrusionOk="0" h="1061" w="3848">
                  <a:moveTo>
                    <a:pt x="1008" y="0"/>
                  </a:moveTo>
                  <a:cubicBezTo>
                    <a:pt x="688" y="0"/>
                    <a:pt x="368" y="4"/>
                    <a:pt x="49" y="12"/>
                  </a:cubicBezTo>
                  <a:cubicBezTo>
                    <a:pt x="20" y="295"/>
                    <a:pt x="1" y="577"/>
                    <a:pt x="38" y="821"/>
                  </a:cubicBezTo>
                  <a:cubicBezTo>
                    <a:pt x="40" y="883"/>
                    <a:pt x="43" y="942"/>
                    <a:pt x="52" y="1000"/>
                  </a:cubicBezTo>
                  <a:cubicBezTo>
                    <a:pt x="414" y="988"/>
                    <a:pt x="777" y="983"/>
                    <a:pt x="1141" y="983"/>
                  </a:cubicBezTo>
                  <a:cubicBezTo>
                    <a:pt x="2017" y="983"/>
                    <a:pt x="2898" y="1014"/>
                    <a:pt x="3773" y="1061"/>
                  </a:cubicBezTo>
                  <a:cubicBezTo>
                    <a:pt x="3816" y="908"/>
                    <a:pt x="3835" y="738"/>
                    <a:pt x="3835" y="568"/>
                  </a:cubicBezTo>
                  <a:cubicBezTo>
                    <a:pt x="3848" y="403"/>
                    <a:pt x="3841" y="235"/>
                    <a:pt x="3814" y="75"/>
                  </a:cubicBezTo>
                  <a:cubicBezTo>
                    <a:pt x="2878" y="30"/>
                    <a:pt x="1942"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5"/>
            <p:cNvSpPr/>
            <p:nvPr/>
          </p:nvSpPr>
          <p:spPr>
            <a:xfrm>
              <a:off x="2697711" y="1935802"/>
              <a:ext cx="130937" cy="210247"/>
            </a:xfrm>
            <a:custGeom>
              <a:rect b="b" l="l" r="r" t="t"/>
              <a:pathLst>
                <a:path extrusionOk="0" h="3942" w="2455">
                  <a:moveTo>
                    <a:pt x="2139" y="0"/>
                  </a:moveTo>
                  <a:cubicBezTo>
                    <a:pt x="2119" y="0"/>
                    <a:pt x="2099" y="2"/>
                    <a:pt x="2081" y="7"/>
                  </a:cubicBezTo>
                  <a:cubicBezTo>
                    <a:pt x="1946" y="43"/>
                    <a:pt x="1886" y="176"/>
                    <a:pt x="1910" y="305"/>
                  </a:cubicBezTo>
                  <a:cubicBezTo>
                    <a:pt x="1974" y="663"/>
                    <a:pt x="1884" y="1025"/>
                    <a:pt x="1765" y="1363"/>
                  </a:cubicBezTo>
                  <a:cubicBezTo>
                    <a:pt x="1655" y="1680"/>
                    <a:pt x="1537" y="2035"/>
                    <a:pt x="1333" y="2306"/>
                  </a:cubicBezTo>
                  <a:cubicBezTo>
                    <a:pt x="977" y="2783"/>
                    <a:pt x="413" y="3050"/>
                    <a:pt x="110" y="3576"/>
                  </a:cubicBezTo>
                  <a:cubicBezTo>
                    <a:pt x="0" y="3765"/>
                    <a:pt x="169" y="3942"/>
                    <a:pt x="334" y="3942"/>
                  </a:cubicBezTo>
                  <a:cubicBezTo>
                    <a:pt x="407" y="3942"/>
                    <a:pt x="479" y="3907"/>
                    <a:pt x="526" y="3825"/>
                  </a:cubicBezTo>
                  <a:cubicBezTo>
                    <a:pt x="844" y="3277"/>
                    <a:pt x="1473" y="3004"/>
                    <a:pt x="1811" y="2467"/>
                  </a:cubicBezTo>
                  <a:cubicBezTo>
                    <a:pt x="1910" y="2309"/>
                    <a:pt x="1980" y="2134"/>
                    <a:pt x="2050" y="1962"/>
                  </a:cubicBezTo>
                  <a:cubicBezTo>
                    <a:pt x="2127" y="1780"/>
                    <a:pt x="2201" y="1597"/>
                    <a:pt x="2263" y="1409"/>
                  </a:cubicBezTo>
                  <a:cubicBezTo>
                    <a:pt x="2394" y="1009"/>
                    <a:pt x="2454" y="596"/>
                    <a:pt x="2378" y="179"/>
                  </a:cubicBezTo>
                  <a:cubicBezTo>
                    <a:pt x="2359" y="70"/>
                    <a:pt x="2246" y="0"/>
                    <a:pt x="2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5"/>
            <p:cNvSpPr/>
            <p:nvPr/>
          </p:nvSpPr>
          <p:spPr>
            <a:xfrm>
              <a:off x="2727099" y="1748437"/>
              <a:ext cx="93710" cy="106563"/>
            </a:xfrm>
            <a:custGeom>
              <a:rect b="b" l="l" r="r" t="t"/>
              <a:pathLst>
                <a:path extrusionOk="0" h="1998" w="1757">
                  <a:moveTo>
                    <a:pt x="277" y="0"/>
                  </a:moveTo>
                  <a:cubicBezTo>
                    <a:pt x="192" y="0"/>
                    <a:pt x="104" y="44"/>
                    <a:pt x="64" y="120"/>
                  </a:cubicBezTo>
                  <a:cubicBezTo>
                    <a:pt x="0" y="239"/>
                    <a:pt x="36" y="377"/>
                    <a:pt x="149" y="451"/>
                  </a:cubicBezTo>
                  <a:cubicBezTo>
                    <a:pt x="213" y="494"/>
                    <a:pt x="277" y="538"/>
                    <a:pt x="339" y="586"/>
                  </a:cubicBezTo>
                  <a:cubicBezTo>
                    <a:pt x="344" y="591"/>
                    <a:pt x="353" y="598"/>
                    <a:pt x="358" y="602"/>
                  </a:cubicBezTo>
                  <a:cubicBezTo>
                    <a:pt x="372" y="614"/>
                    <a:pt x="388" y="627"/>
                    <a:pt x="403" y="639"/>
                  </a:cubicBezTo>
                  <a:cubicBezTo>
                    <a:pt x="433" y="666"/>
                    <a:pt x="463" y="690"/>
                    <a:pt x="493" y="719"/>
                  </a:cubicBezTo>
                  <a:cubicBezTo>
                    <a:pt x="608" y="825"/>
                    <a:pt x="716" y="940"/>
                    <a:pt x="815" y="1063"/>
                  </a:cubicBezTo>
                  <a:cubicBezTo>
                    <a:pt x="822" y="1071"/>
                    <a:pt x="830" y="1082"/>
                    <a:pt x="837" y="1091"/>
                  </a:cubicBezTo>
                  <a:cubicBezTo>
                    <a:pt x="836" y="1091"/>
                    <a:pt x="836" y="1090"/>
                    <a:pt x="836" y="1090"/>
                  </a:cubicBezTo>
                  <a:lnTo>
                    <a:pt x="836" y="1090"/>
                  </a:lnTo>
                  <a:cubicBezTo>
                    <a:pt x="837" y="1090"/>
                    <a:pt x="863" y="1126"/>
                    <a:pt x="863" y="1126"/>
                  </a:cubicBezTo>
                  <a:cubicBezTo>
                    <a:pt x="886" y="1158"/>
                    <a:pt x="909" y="1190"/>
                    <a:pt x="932" y="1224"/>
                  </a:cubicBezTo>
                  <a:cubicBezTo>
                    <a:pt x="973" y="1286"/>
                    <a:pt x="1012" y="1350"/>
                    <a:pt x="1049" y="1413"/>
                  </a:cubicBezTo>
                  <a:cubicBezTo>
                    <a:pt x="1088" y="1483"/>
                    <a:pt x="1126" y="1552"/>
                    <a:pt x="1159" y="1624"/>
                  </a:cubicBezTo>
                  <a:cubicBezTo>
                    <a:pt x="1177" y="1660"/>
                    <a:pt x="1193" y="1695"/>
                    <a:pt x="1207" y="1732"/>
                  </a:cubicBezTo>
                  <a:cubicBezTo>
                    <a:pt x="1209" y="1736"/>
                    <a:pt x="1211" y="1738"/>
                    <a:pt x="1211" y="1738"/>
                  </a:cubicBezTo>
                  <a:cubicBezTo>
                    <a:pt x="1212" y="1741"/>
                    <a:pt x="1212" y="1745"/>
                    <a:pt x="1216" y="1750"/>
                  </a:cubicBezTo>
                  <a:cubicBezTo>
                    <a:pt x="1223" y="1771"/>
                    <a:pt x="1232" y="1794"/>
                    <a:pt x="1241" y="1816"/>
                  </a:cubicBezTo>
                  <a:cubicBezTo>
                    <a:pt x="1278" y="1915"/>
                    <a:pt x="1368" y="1998"/>
                    <a:pt x="1474" y="1998"/>
                  </a:cubicBezTo>
                  <a:cubicBezTo>
                    <a:pt x="1495" y="1998"/>
                    <a:pt x="1516" y="1995"/>
                    <a:pt x="1538" y="1988"/>
                  </a:cubicBezTo>
                  <a:cubicBezTo>
                    <a:pt x="1654" y="1952"/>
                    <a:pt x="1756" y="1817"/>
                    <a:pt x="1710" y="1690"/>
                  </a:cubicBezTo>
                  <a:cubicBezTo>
                    <a:pt x="1459" y="1011"/>
                    <a:pt x="1003" y="432"/>
                    <a:pt x="397" y="35"/>
                  </a:cubicBezTo>
                  <a:cubicBezTo>
                    <a:pt x="362" y="11"/>
                    <a:pt x="320"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5"/>
            <p:cNvSpPr/>
            <p:nvPr/>
          </p:nvSpPr>
          <p:spPr>
            <a:xfrm>
              <a:off x="2332850" y="1917775"/>
              <a:ext cx="90936" cy="185819"/>
            </a:xfrm>
            <a:custGeom>
              <a:rect b="b" l="l" r="r" t="t"/>
              <a:pathLst>
                <a:path extrusionOk="0" h="3484" w="1705">
                  <a:moveTo>
                    <a:pt x="238" y="1"/>
                  </a:moveTo>
                  <a:cubicBezTo>
                    <a:pt x="118" y="1"/>
                    <a:pt x="1" y="78"/>
                    <a:pt x="6" y="234"/>
                  </a:cubicBezTo>
                  <a:cubicBezTo>
                    <a:pt x="49" y="1400"/>
                    <a:pt x="167" y="2741"/>
                    <a:pt x="1238" y="3443"/>
                  </a:cubicBezTo>
                  <a:cubicBezTo>
                    <a:pt x="1281" y="3471"/>
                    <a:pt x="1324" y="3484"/>
                    <a:pt x="1364" y="3484"/>
                  </a:cubicBezTo>
                  <a:cubicBezTo>
                    <a:pt x="1568" y="3484"/>
                    <a:pt x="1705" y="3168"/>
                    <a:pt x="1486" y="3025"/>
                  </a:cubicBezTo>
                  <a:cubicBezTo>
                    <a:pt x="580" y="2431"/>
                    <a:pt x="527" y="1208"/>
                    <a:pt x="492" y="237"/>
                  </a:cubicBezTo>
                  <a:cubicBezTo>
                    <a:pt x="486" y="80"/>
                    <a:pt x="361"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5"/>
            <p:cNvSpPr/>
            <p:nvPr/>
          </p:nvSpPr>
          <p:spPr>
            <a:xfrm>
              <a:off x="2523201" y="2334265"/>
              <a:ext cx="66615" cy="45175"/>
            </a:xfrm>
            <a:custGeom>
              <a:rect b="b" l="l" r="r" t="t"/>
              <a:pathLst>
                <a:path extrusionOk="0" h="847" w="1249">
                  <a:moveTo>
                    <a:pt x="435" y="91"/>
                  </a:moveTo>
                  <a:cubicBezTo>
                    <a:pt x="435" y="91"/>
                    <a:pt x="436" y="92"/>
                    <a:pt x="436" y="93"/>
                  </a:cubicBezTo>
                  <a:lnTo>
                    <a:pt x="436" y="93"/>
                  </a:lnTo>
                  <a:cubicBezTo>
                    <a:pt x="436" y="92"/>
                    <a:pt x="435" y="91"/>
                    <a:pt x="435" y="91"/>
                  </a:cubicBezTo>
                  <a:close/>
                  <a:moveTo>
                    <a:pt x="436" y="93"/>
                  </a:moveTo>
                  <a:cubicBezTo>
                    <a:pt x="441" y="98"/>
                    <a:pt x="445" y="103"/>
                    <a:pt x="449" y="108"/>
                  </a:cubicBezTo>
                  <a:lnTo>
                    <a:pt x="449" y="108"/>
                  </a:lnTo>
                  <a:cubicBezTo>
                    <a:pt x="445" y="103"/>
                    <a:pt x="441" y="98"/>
                    <a:pt x="436" y="93"/>
                  </a:cubicBezTo>
                  <a:close/>
                  <a:moveTo>
                    <a:pt x="248" y="1"/>
                  </a:moveTo>
                  <a:cubicBezTo>
                    <a:pt x="206" y="1"/>
                    <a:pt x="162" y="11"/>
                    <a:pt x="128" y="32"/>
                  </a:cubicBezTo>
                  <a:cubicBezTo>
                    <a:pt x="75" y="66"/>
                    <a:pt x="29" y="116"/>
                    <a:pt x="15" y="176"/>
                  </a:cubicBezTo>
                  <a:cubicBezTo>
                    <a:pt x="1" y="236"/>
                    <a:pt x="1" y="312"/>
                    <a:pt x="38" y="364"/>
                  </a:cubicBezTo>
                  <a:cubicBezTo>
                    <a:pt x="150" y="514"/>
                    <a:pt x="286" y="644"/>
                    <a:pt x="456" y="725"/>
                  </a:cubicBezTo>
                  <a:cubicBezTo>
                    <a:pt x="613" y="800"/>
                    <a:pt x="782" y="847"/>
                    <a:pt x="954" y="847"/>
                  </a:cubicBezTo>
                  <a:cubicBezTo>
                    <a:pt x="969" y="847"/>
                    <a:pt x="984" y="847"/>
                    <a:pt x="999" y="846"/>
                  </a:cubicBezTo>
                  <a:cubicBezTo>
                    <a:pt x="1126" y="842"/>
                    <a:pt x="1248" y="741"/>
                    <a:pt x="1243" y="605"/>
                  </a:cubicBezTo>
                  <a:cubicBezTo>
                    <a:pt x="1240" y="482"/>
                    <a:pt x="1143" y="360"/>
                    <a:pt x="1011" y="360"/>
                  </a:cubicBezTo>
                  <a:cubicBezTo>
                    <a:pt x="1008" y="360"/>
                    <a:pt x="1005" y="360"/>
                    <a:pt x="1002" y="360"/>
                  </a:cubicBezTo>
                  <a:cubicBezTo>
                    <a:pt x="991" y="361"/>
                    <a:pt x="980" y="361"/>
                    <a:pt x="969" y="361"/>
                  </a:cubicBezTo>
                  <a:cubicBezTo>
                    <a:pt x="940" y="361"/>
                    <a:pt x="910" y="359"/>
                    <a:pt x="882" y="357"/>
                  </a:cubicBezTo>
                  <a:cubicBezTo>
                    <a:pt x="823" y="346"/>
                    <a:pt x="766" y="330"/>
                    <a:pt x="713" y="309"/>
                  </a:cubicBezTo>
                  <a:cubicBezTo>
                    <a:pt x="658" y="284"/>
                    <a:pt x="607" y="254"/>
                    <a:pt x="559" y="218"/>
                  </a:cubicBezTo>
                  <a:cubicBezTo>
                    <a:pt x="520" y="184"/>
                    <a:pt x="483" y="148"/>
                    <a:pt x="449" y="108"/>
                  </a:cubicBezTo>
                  <a:lnTo>
                    <a:pt x="449" y="108"/>
                  </a:lnTo>
                  <a:cubicBezTo>
                    <a:pt x="451" y="110"/>
                    <a:pt x="453" y="113"/>
                    <a:pt x="454" y="116"/>
                  </a:cubicBezTo>
                  <a:cubicBezTo>
                    <a:pt x="417" y="66"/>
                    <a:pt x="378" y="27"/>
                    <a:pt x="314" y="9"/>
                  </a:cubicBezTo>
                  <a:cubicBezTo>
                    <a:pt x="294" y="4"/>
                    <a:pt x="272"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5"/>
            <p:cNvSpPr/>
            <p:nvPr/>
          </p:nvSpPr>
          <p:spPr>
            <a:xfrm>
              <a:off x="2570029" y="1508965"/>
              <a:ext cx="32428" cy="147738"/>
            </a:xfrm>
            <a:custGeom>
              <a:rect b="b" l="l" r="r" t="t"/>
              <a:pathLst>
                <a:path extrusionOk="0" h="2770" w="608">
                  <a:moveTo>
                    <a:pt x="245" y="1"/>
                  </a:moveTo>
                  <a:cubicBezTo>
                    <a:pt x="228" y="1"/>
                    <a:pt x="212" y="2"/>
                    <a:pt x="197" y="6"/>
                  </a:cubicBezTo>
                  <a:cubicBezTo>
                    <a:pt x="57" y="36"/>
                    <a:pt x="0" y="165"/>
                    <a:pt x="14" y="295"/>
                  </a:cubicBezTo>
                  <a:cubicBezTo>
                    <a:pt x="90" y="1035"/>
                    <a:pt x="122" y="1780"/>
                    <a:pt x="112" y="2522"/>
                  </a:cubicBezTo>
                  <a:cubicBezTo>
                    <a:pt x="109" y="2685"/>
                    <a:pt x="238" y="2769"/>
                    <a:pt x="364" y="2769"/>
                  </a:cubicBezTo>
                  <a:cubicBezTo>
                    <a:pt x="480" y="2769"/>
                    <a:pt x="594" y="2696"/>
                    <a:pt x="595" y="2545"/>
                  </a:cubicBezTo>
                  <a:cubicBezTo>
                    <a:pt x="608" y="1759"/>
                    <a:pt x="569" y="972"/>
                    <a:pt x="487" y="188"/>
                  </a:cubicBezTo>
                  <a:cubicBezTo>
                    <a:pt x="477" y="75"/>
                    <a:pt x="353"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5"/>
            <p:cNvSpPr/>
            <p:nvPr/>
          </p:nvSpPr>
          <p:spPr>
            <a:xfrm>
              <a:off x="2363091" y="1613501"/>
              <a:ext cx="80483" cy="74776"/>
            </a:xfrm>
            <a:custGeom>
              <a:rect b="b" l="l" r="r" t="t"/>
              <a:pathLst>
                <a:path extrusionOk="0" h="1402" w="1509">
                  <a:moveTo>
                    <a:pt x="292" y="0"/>
                  </a:moveTo>
                  <a:cubicBezTo>
                    <a:pt x="267" y="0"/>
                    <a:pt x="243" y="3"/>
                    <a:pt x="219" y="8"/>
                  </a:cubicBezTo>
                  <a:cubicBezTo>
                    <a:pt x="95" y="36"/>
                    <a:pt x="1" y="172"/>
                    <a:pt x="35" y="298"/>
                  </a:cubicBezTo>
                  <a:cubicBezTo>
                    <a:pt x="63" y="399"/>
                    <a:pt x="143" y="472"/>
                    <a:pt x="240" y="484"/>
                  </a:cubicBezTo>
                  <a:cubicBezTo>
                    <a:pt x="245" y="490"/>
                    <a:pt x="249" y="495"/>
                    <a:pt x="254" y="498"/>
                  </a:cubicBezTo>
                  <a:lnTo>
                    <a:pt x="371" y="621"/>
                  </a:lnTo>
                  <a:cubicBezTo>
                    <a:pt x="447" y="699"/>
                    <a:pt x="524" y="777"/>
                    <a:pt x="600" y="855"/>
                  </a:cubicBezTo>
                  <a:cubicBezTo>
                    <a:pt x="752" y="1011"/>
                    <a:pt x="903" y="1168"/>
                    <a:pt x="1055" y="1324"/>
                  </a:cubicBezTo>
                  <a:cubicBezTo>
                    <a:pt x="1104" y="1374"/>
                    <a:pt x="1174" y="1402"/>
                    <a:pt x="1243" y="1402"/>
                  </a:cubicBezTo>
                  <a:cubicBezTo>
                    <a:pt x="1299" y="1402"/>
                    <a:pt x="1356" y="1383"/>
                    <a:pt x="1399" y="1340"/>
                  </a:cubicBezTo>
                  <a:cubicBezTo>
                    <a:pt x="1489" y="1250"/>
                    <a:pt x="1509" y="1094"/>
                    <a:pt x="1415" y="996"/>
                  </a:cubicBezTo>
                  <a:cubicBezTo>
                    <a:pt x="1245" y="821"/>
                    <a:pt x="1075" y="646"/>
                    <a:pt x="905" y="470"/>
                  </a:cubicBezTo>
                  <a:cubicBezTo>
                    <a:pt x="821" y="385"/>
                    <a:pt x="738" y="300"/>
                    <a:pt x="655" y="215"/>
                  </a:cubicBezTo>
                  <a:cubicBezTo>
                    <a:pt x="605" y="164"/>
                    <a:pt x="556" y="109"/>
                    <a:pt x="497" y="66"/>
                  </a:cubicBezTo>
                  <a:cubicBezTo>
                    <a:pt x="437" y="22"/>
                    <a:pt x="365"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5"/>
            <p:cNvSpPr/>
            <p:nvPr/>
          </p:nvSpPr>
          <p:spPr>
            <a:xfrm>
              <a:off x="2758939" y="1619954"/>
              <a:ext cx="62829" cy="68642"/>
            </a:xfrm>
            <a:custGeom>
              <a:rect b="b" l="l" r="r" t="t"/>
              <a:pathLst>
                <a:path extrusionOk="0" h="1287" w="1178">
                  <a:moveTo>
                    <a:pt x="892" y="1"/>
                  </a:moveTo>
                  <a:cubicBezTo>
                    <a:pt x="836" y="1"/>
                    <a:pt x="780" y="20"/>
                    <a:pt x="738" y="64"/>
                  </a:cubicBezTo>
                  <a:cubicBezTo>
                    <a:pt x="484" y="321"/>
                    <a:pt x="257" y="606"/>
                    <a:pt x="68" y="914"/>
                  </a:cubicBezTo>
                  <a:cubicBezTo>
                    <a:pt x="0" y="1023"/>
                    <a:pt x="23" y="1182"/>
                    <a:pt x="139" y="1249"/>
                  </a:cubicBezTo>
                  <a:cubicBezTo>
                    <a:pt x="180" y="1274"/>
                    <a:pt x="227" y="1286"/>
                    <a:pt x="274" y="1286"/>
                  </a:cubicBezTo>
                  <a:cubicBezTo>
                    <a:pt x="353" y="1286"/>
                    <a:pt x="430" y="1251"/>
                    <a:pt x="475" y="1178"/>
                  </a:cubicBezTo>
                  <a:cubicBezTo>
                    <a:pt x="564" y="1035"/>
                    <a:pt x="660" y="898"/>
                    <a:pt x="762" y="766"/>
                  </a:cubicBezTo>
                  <a:cubicBezTo>
                    <a:pt x="787" y="734"/>
                    <a:pt x="812" y="702"/>
                    <a:pt x="839" y="672"/>
                  </a:cubicBezTo>
                  <a:cubicBezTo>
                    <a:pt x="844" y="663"/>
                    <a:pt x="851" y="656"/>
                    <a:pt x="858" y="649"/>
                  </a:cubicBezTo>
                  <a:cubicBezTo>
                    <a:pt x="860" y="645"/>
                    <a:pt x="867" y="638"/>
                    <a:pt x="871" y="633"/>
                  </a:cubicBezTo>
                  <a:cubicBezTo>
                    <a:pt x="878" y="626"/>
                    <a:pt x="883" y="617"/>
                    <a:pt x="890" y="610"/>
                  </a:cubicBezTo>
                  <a:cubicBezTo>
                    <a:pt x="947" y="546"/>
                    <a:pt x="1005" y="484"/>
                    <a:pt x="1064" y="422"/>
                  </a:cubicBezTo>
                  <a:cubicBezTo>
                    <a:pt x="1152" y="331"/>
                    <a:pt x="1177" y="175"/>
                    <a:pt x="1080" y="80"/>
                  </a:cubicBezTo>
                  <a:cubicBezTo>
                    <a:pt x="1032" y="30"/>
                    <a:pt x="961" y="1"/>
                    <a:pt x="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35"/>
          <p:cNvGrpSpPr/>
          <p:nvPr/>
        </p:nvGrpSpPr>
        <p:grpSpPr>
          <a:xfrm>
            <a:off x="490857" y="3000656"/>
            <a:ext cx="1059580" cy="1088238"/>
            <a:chOff x="1742490" y="367839"/>
            <a:chExt cx="629242" cy="646260"/>
          </a:xfrm>
        </p:grpSpPr>
        <p:sp>
          <p:nvSpPr>
            <p:cNvPr id="2130" name="Google Shape;2130;p35"/>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5"/>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5"/>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5"/>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5"/>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5"/>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5"/>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5"/>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5"/>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5"/>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5"/>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4" name="Shape 2144"/>
        <p:cNvGrpSpPr/>
        <p:nvPr/>
      </p:nvGrpSpPr>
      <p:grpSpPr>
        <a:xfrm>
          <a:off x="0" y="0"/>
          <a:ext cx="0" cy="0"/>
          <a:chOff x="0" y="0"/>
          <a:chExt cx="0" cy="0"/>
        </a:xfrm>
      </p:grpSpPr>
      <p:sp>
        <p:nvSpPr>
          <p:cNvPr id="2145" name="Google Shape;2145;p36"/>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6" name="Google Shape;2146;p36"/>
          <p:cNvGrpSpPr/>
          <p:nvPr/>
        </p:nvGrpSpPr>
        <p:grpSpPr>
          <a:xfrm rot="-447293">
            <a:off x="8142889" y="394025"/>
            <a:ext cx="878501" cy="1830261"/>
            <a:chOff x="503795" y="323625"/>
            <a:chExt cx="502785" cy="1047439"/>
          </a:xfrm>
        </p:grpSpPr>
        <p:sp>
          <p:nvSpPr>
            <p:cNvPr id="2147" name="Google Shape;2147;p36"/>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6"/>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6"/>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6"/>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6"/>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6"/>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6"/>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6"/>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6"/>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6"/>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6"/>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6"/>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6"/>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0" name="Google Shape;2160;p36"/>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6"/>
          <p:cNvSpPr txBox="1"/>
          <p:nvPr>
            <p:ph type="title"/>
          </p:nvPr>
        </p:nvSpPr>
        <p:spPr>
          <a:xfrm>
            <a:off x="720000" y="445025"/>
            <a:ext cx="700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a:t>
            </a:r>
            <a:r>
              <a:rPr lang="en">
                <a:highlight>
                  <a:schemeClr val="dk2"/>
                </a:highlight>
              </a:rPr>
              <a:t>this template</a:t>
            </a:r>
            <a:endParaRPr>
              <a:highlight>
                <a:schemeClr val="dk2"/>
              </a:highlight>
            </a:endParaRPr>
          </a:p>
        </p:txBody>
      </p:sp>
      <p:sp>
        <p:nvSpPr>
          <p:cNvPr id="2162" name="Google Shape;2162;p36"/>
          <p:cNvSpPr txBox="1"/>
          <p:nvPr>
            <p:ph idx="1" type="body"/>
          </p:nvPr>
        </p:nvSpPr>
        <p:spPr>
          <a:xfrm>
            <a:off x="720000" y="1215750"/>
            <a:ext cx="7002600" cy="38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2163" name="Google Shape;2163;p36"/>
          <p:cNvGraphicFramePr/>
          <p:nvPr/>
        </p:nvGraphicFramePr>
        <p:xfrm>
          <a:off x="720000" y="1767225"/>
          <a:ext cx="3000000" cy="3000000"/>
        </p:xfrm>
        <a:graphic>
          <a:graphicData uri="http://schemas.openxmlformats.org/drawingml/2006/table">
            <a:tbl>
              <a:tblPr>
                <a:noFill/>
                <a:tableStyleId>{787D3915-8147-47B5-915A-8A6B44E20CAA}</a:tableStyleId>
              </a:tblPr>
              <a:tblGrid>
                <a:gridCol w="2325025"/>
                <a:gridCol w="5378975"/>
              </a:tblGrid>
              <a:tr h="361525">
                <a:tc>
                  <a:txBody>
                    <a:bodyPr/>
                    <a:lstStyle/>
                    <a:p>
                      <a:pPr indent="0" lvl="0" marL="0" rtl="0" algn="l">
                        <a:spcBef>
                          <a:spcPts val="0"/>
                        </a:spcBef>
                        <a:spcAft>
                          <a:spcPts val="0"/>
                        </a:spcAft>
                        <a:buNone/>
                      </a:pPr>
                      <a:r>
                        <a:rPr b="1" lang="en" sz="1100">
                          <a:solidFill>
                            <a:schemeClr val="dk1"/>
                          </a:solidFill>
                          <a:uFill>
                            <a:noFill/>
                          </a:uFill>
                          <a:latin typeface="Varela Round"/>
                          <a:ea typeface="Varela Round"/>
                          <a:cs typeface="Varela Round"/>
                          <a:sym typeface="Varela Round"/>
                          <a:hlinkClick action="ppaction://hlinksldjump" r:id="rId3">
                            <a:extLst>
                              <a:ext uri="{A12FA001-AC4F-418D-AE19-62706E023703}">
                                <ahyp:hlinkClr val="tx"/>
                              </a:ext>
                            </a:extLst>
                          </a:hlinkClick>
                        </a:rPr>
                        <a:t>Fonts</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Varela Round"/>
                          <a:ea typeface="Varela Round"/>
                          <a:cs typeface="Varela Round"/>
                          <a:sym typeface="Varela Round"/>
                        </a:rPr>
                        <a:t>To view this template correctly in PowerPoint, download and install the fonts we used</a:t>
                      </a:r>
                      <a:endParaRPr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100">
                          <a:solidFill>
                            <a:schemeClr val="dk1"/>
                          </a:solidFill>
                          <a:uFill>
                            <a:noFill/>
                          </a:uFill>
                          <a:latin typeface="Varela Round"/>
                          <a:ea typeface="Varela Round"/>
                          <a:cs typeface="Varela Round"/>
                          <a:sym typeface="Varela Round"/>
                          <a:hlinkClick action="ppaction://hlinksldjump" r:id="rId4">
                            <a:extLst>
                              <a:ext uri="{A12FA001-AC4F-418D-AE19-62706E023703}">
                                <ahyp:hlinkClr val="tx"/>
                              </a:ext>
                            </a:extLst>
                          </a:hlinkClick>
                        </a:rPr>
                        <a:t>Used</a:t>
                      </a:r>
                      <a:r>
                        <a:rPr b="1" lang="en" sz="1100">
                          <a:solidFill>
                            <a:schemeClr val="dk1"/>
                          </a:solidFill>
                          <a:latin typeface="Varela Round"/>
                          <a:ea typeface="Varela Round"/>
                          <a:cs typeface="Varela Round"/>
                          <a:sym typeface="Varela Round"/>
                        </a:rPr>
                        <a:t> and </a:t>
                      </a:r>
                      <a:r>
                        <a:rPr b="1" lang="en" sz="1100">
                          <a:solidFill>
                            <a:schemeClr val="dk1"/>
                          </a:solidFill>
                          <a:uFill>
                            <a:noFill/>
                          </a:uFill>
                          <a:latin typeface="Varela Round"/>
                          <a:ea typeface="Varela Round"/>
                          <a:cs typeface="Varela Round"/>
                          <a:sym typeface="Varela Round"/>
                          <a:hlinkClick action="ppaction://hlinksldjump" r:id="rId5">
                            <a:extLst>
                              <a:ext uri="{A12FA001-AC4F-418D-AE19-62706E023703}">
                                <ahyp:hlinkClr val="tx"/>
                              </a:ext>
                            </a:extLst>
                          </a:hlinkClick>
                        </a:rPr>
                        <a:t>alternative</a:t>
                      </a:r>
                      <a:r>
                        <a:rPr b="1" lang="en" sz="1100">
                          <a:solidFill>
                            <a:schemeClr val="dk1"/>
                          </a:solidFill>
                          <a:uFill>
                            <a:noFill/>
                          </a:uFill>
                          <a:latin typeface="Varela Round"/>
                          <a:ea typeface="Varela Round"/>
                          <a:cs typeface="Varela Round"/>
                          <a:sym typeface="Varela Round"/>
                          <a:hlinkClick action="ppaction://hlinksldjump" r:id="rId6">
                            <a:extLst>
                              <a:ext uri="{A12FA001-AC4F-418D-AE19-62706E023703}">
                                <ahyp:hlinkClr val="tx"/>
                              </a:ext>
                            </a:extLst>
                          </a:hlinkClick>
                        </a:rPr>
                        <a:t> resources</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Varela Round"/>
                          <a:ea typeface="Varela Round"/>
                          <a:cs typeface="Varela Round"/>
                          <a:sym typeface="Varela Round"/>
                        </a:rPr>
                        <a:t>An assortment of graphic resources that are suitable for use in this presentation</a:t>
                      </a:r>
                      <a:endParaRPr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100">
                          <a:solidFill>
                            <a:schemeClr val="dk1"/>
                          </a:solidFill>
                          <a:uFill>
                            <a:noFill/>
                          </a:uFill>
                          <a:latin typeface="Varela Round"/>
                          <a:ea typeface="Varela Round"/>
                          <a:cs typeface="Varela Round"/>
                          <a:sym typeface="Varela Round"/>
                          <a:hlinkClick action="ppaction://hlinksldjump" r:id="rId7">
                            <a:extLst>
                              <a:ext uri="{A12FA001-AC4F-418D-AE19-62706E023703}">
                                <ahyp:hlinkClr val="tx"/>
                              </a:ext>
                            </a:extLst>
                          </a:hlinkClick>
                        </a:rPr>
                        <a:t>Thanks slide</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Varela Round"/>
                          <a:ea typeface="Varela Round"/>
                          <a:cs typeface="Varela Round"/>
                          <a:sym typeface="Varela Round"/>
                        </a:rPr>
                        <a:t>You must keep it so that proper credits for our design are given</a:t>
                      </a:r>
                      <a:endParaRPr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100">
                          <a:solidFill>
                            <a:schemeClr val="dk1"/>
                          </a:solidFill>
                          <a:uFill>
                            <a:noFill/>
                          </a:uFill>
                          <a:latin typeface="Varela Round"/>
                          <a:ea typeface="Varela Round"/>
                          <a:cs typeface="Varela Round"/>
                          <a:sym typeface="Varela Round"/>
                          <a:hlinkClick action="ppaction://hlinksldjump" r:id="rId8">
                            <a:extLst>
                              <a:ext uri="{A12FA001-AC4F-418D-AE19-62706E023703}">
                                <ahyp:hlinkClr val="tx"/>
                              </a:ext>
                            </a:extLst>
                          </a:hlinkClick>
                        </a:rPr>
                        <a:t>Colors</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Varela Round"/>
                          <a:ea typeface="Varela Round"/>
                          <a:cs typeface="Varela Round"/>
                          <a:sym typeface="Varela Round"/>
                        </a:rPr>
                        <a:t>All the colors used in this presentation</a:t>
                      </a:r>
                      <a:endParaRPr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100">
                          <a:solidFill>
                            <a:schemeClr val="dk1"/>
                          </a:solidFill>
                          <a:uFill>
                            <a:noFill/>
                          </a:uFill>
                          <a:latin typeface="Varela Round"/>
                          <a:ea typeface="Varela Round"/>
                          <a:cs typeface="Varela Round"/>
                          <a:sym typeface="Varela Round"/>
                          <a:hlinkClick action="ppaction://hlinksldjump" r:id="rId9">
                            <a:extLst>
                              <a:ext uri="{A12FA001-AC4F-418D-AE19-62706E023703}">
                                <ahyp:hlinkClr val="tx"/>
                              </a:ext>
                            </a:extLst>
                          </a:hlinkClick>
                        </a:rPr>
                        <a:t>Icons</a:t>
                      </a:r>
                      <a:r>
                        <a:rPr b="1" lang="en" sz="1100">
                          <a:solidFill>
                            <a:schemeClr val="dk1"/>
                          </a:solidFill>
                          <a:uFill>
                            <a:noFill/>
                          </a:uFill>
                          <a:latin typeface="Varela Round"/>
                          <a:ea typeface="Varela Round"/>
                          <a:cs typeface="Varela Round"/>
                          <a:sym typeface="Varela Round"/>
                          <a:hlinkClick action="ppaction://hlinksldjump" r:id="rId10">
                            <a:extLst>
                              <a:ext uri="{A12FA001-AC4F-418D-AE19-62706E023703}">
                                <ahyp:hlinkClr val="tx"/>
                              </a:ext>
                            </a:extLst>
                          </a:hlinkClick>
                        </a:rPr>
                        <a:t> </a:t>
                      </a:r>
                      <a:r>
                        <a:rPr b="1" lang="en" sz="1100">
                          <a:solidFill>
                            <a:schemeClr val="dk1"/>
                          </a:solidFill>
                          <a:latin typeface="Varela Round"/>
                          <a:ea typeface="Varela Round"/>
                          <a:cs typeface="Varela Round"/>
                          <a:sym typeface="Varela Round"/>
                        </a:rPr>
                        <a:t>and</a:t>
                      </a:r>
                      <a:r>
                        <a:rPr b="1" lang="en" sz="1100">
                          <a:solidFill>
                            <a:schemeClr val="dk1"/>
                          </a:solidFill>
                          <a:uFill>
                            <a:noFill/>
                          </a:uFill>
                          <a:latin typeface="Varela Round"/>
                          <a:ea typeface="Varela Round"/>
                          <a:cs typeface="Varela Round"/>
                          <a:sym typeface="Varela Round"/>
                          <a:hlinkClick action="ppaction://hlinksldjump" r:id="rId11">
                            <a:extLst>
                              <a:ext uri="{A12FA001-AC4F-418D-AE19-62706E023703}">
                                <ahyp:hlinkClr val="tx"/>
                              </a:ext>
                            </a:extLst>
                          </a:hlinkClick>
                        </a:rPr>
                        <a:t> infographic resources</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Varela Round"/>
                          <a:ea typeface="Varela Round"/>
                          <a:cs typeface="Varela Round"/>
                          <a:sym typeface="Varela Round"/>
                        </a:rPr>
                        <a:t>These can be used in the template, and their size and color can be edited</a:t>
                      </a:r>
                      <a:endParaRPr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100">
                          <a:solidFill>
                            <a:schemeClr val="dk1"/>
                          </a:solidFill>
                          <a:latin typeface="Varela Round"/>
                          <a:ea typeface="Varela Round"/>
                          <a:cs typeface="Varela Round"/>
                          <a:sym typeface="Varela Round"/>
                        </a:rPr>
                        <a:t>Editable presentation theme </a:t>
                      </a:r>
                      <a:endParaRPr b="1" sz="11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Varela Round"/>
                          <a:ea typeface="Varela Round"/>
                          <a:cs typeface="Varela Round"/>
                          <a:sym typeface="Varela Round"/>
                        </a:rPr>
                        <a:t>You can edit the master slides easily. For more info, click </a:t>
                      </a:r>
                      <a:r>
                        <a:rPr b="1" lang="en" sz="1100">
                          <a:solidFill>
                            <a:schemeClr val="dk1"/>
                          </a:solidFill>
                          <a:uFill>
                            <a:noFill/>
                          </a:uFill>
                          <a:latin typeface="Varela Round"/>
                          <a:ea typeface="Varela Round"/>
                          <a:cs typeface="Varela Round"/>
                          <a:sym typeface="Varela Round"/>
                          <a:hlinkClick r:id="rId12">
                            <a:extLst>
                              <a:ext uri="{A12FA001-AC4F-418D-AE19-62706E023703}">
                                <ahyp:hlinkClr val="tx"/>
                              </a:ext>
                            </a:extLst>
                          </a:hlinkClick>
                        </a:rPr>
                        <a:t>here</a:t>
                      </a:r>
                      <a:endParaRPr b="1" sz="1000">
                        <a:solidFill>
                          <a:schemeClr val="dk1"/>
                        </a:solidFill>
                        <a:latin typeface="Varela Round"/>
                        <a:ea typeface="Varela Round"/>
                        <a:cs typeface="Varela Round"/>
                        <a:sym typeface="Varela Round"/>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bl>
          </a:graphicData>
        </a:graphic>
      </p:graphicFrame>
      <p:sp>
        <p:nvSpPr>
          <p:cNvPr id="2164" name="Google Shape;2164;p36"/>
          <p:cNvSpPr txBox="1"/>
          <p:nvPr/>
        </p:nvSpPr>
        <p:spPr>
          <a:xfrm>
            <a:off x="718822" y="4057475"/>
            <a:ext cx="23262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chemeClr val="dk1"/>
                </a:solidFill>
                <a:latin typeface="Varela Round"/>
                <a:ea typeface="Varela Round"/>
                <a:cs typeface="Varela Round"/>
                <a:sym typeface="Varela Round"/>
              </a:rPr>
              <a:t>For more info:</a:t>
            </a:r>
            <a:br>
              <a:rPr lang="en" sz="800">
                <a:solidFill>
                  <a:schemeClr val="dk1"/>
                </a:solidFill>
                <a:latin typeface="Varela Round"/>
                <a:ea typeface="Varela Round"/>
                <a:cs typeface="Varela Round"/>
                <a:sym typeface="Varela Round"/>
              </a:rPr>
            </a:br>
            <a:r>
              <a:rPr b="1" lang="en" sz="1200">
                <a:solidFill>
                  <a:schemeClr val="dk1"/>
                </a:solidFill>
                <a:uFill>
                  <a:noFill/>
                </a:uFill>
                <a:latin typeface="Varela Round"/>
                <a:ea typeface="Varela Round"/>
                <a:cs typeface="Varela Round"/>
                <a:sym typeface="Varela Round"/>
                <a:hlinkClick r:id="rId13">
                  <a:extLst>
                    <a:ext uri="{A12FA001-AC4F-418D-AE19-62706E023703}">
                      <ahyp:hlinkClr val="tx"/>
                    </a:ext>
                  </a:extLst>
                </a:hlinkClick>
              </a:rPr>
              <a:t>Slidesgo </a:t>
            </a:r>
            <a:r>
              <a:rPr b="1" lang="en" sz="1200">
                <a:solidFill>
                  <a:schemeClr val="dk1"/>
                </a:solidFill>
                <a:latin typeface="Varela Round"/>
                <a:ea typeface="Varela Round"/>
                <a:cs typeface="Varela Round"/>
                <a:sym typeface="Varela Round"/>
              </a:rPr>
              <a:t>| </a:t>
            </a:r>
            <a:r>
              <a:rPr b="1" lang="en" sz="1200">
                <a:solidFill>
                  <a:schemeClr val="dk1"/>
                </a:solidFill>
                <a:uFill>
                  <a:noFill/>
                </a:uFill>
                <a:latin typeface="Varela Round"/>
                <a:ea typeface="Varela Round"/>
                <a:cs typeface="Varela Round"/>
                <a:sym typeface="Varela Round"/>
                <a:hlinkClick r:id="rId14">
                  <a:extLst>
                    <a:ext uri="{A12FA001-AC4F-418D-AE19-62706E023703}">
                      <ahyp:hlinkClr val="tx"/>
                    </a:ext>
                  </a:extLst>
                </a:hlinkClick>
              </a:rPr>
              <a:t>Blog</a:t>
            </a:r>
            <a:r>
              <a:rPr b="1" lang="en" sz="1200">
                <a:solidFill>
                  <a:schemeClr val="dk1"/>
                </a:solidFill>
                <a:latin typeface="Varela Round"/>
                <a:ea typeface="Varela Round"/>
                <a:cs typeface="Varela Round"/>
                <a:sym typeface="Varela Round"/>
              </a:rPr>
              <a:t> | </a:t>
            </a:r>
            <a:r>
              <a:rPr b="1" lang="en" sz="1200">
                <a:solidFill>
                  <a:schemeClr val="dk1"/>
                </a:solidFill>
                <a:uFill>
                  <a:noFill/>
                </a:uFill>
                <a:latin typeface="Varela Round"/>
                <a:ea typeface="Varela Round"/>
                <a:cs typeface="Varela Round"/>
                <a:sym typeface="Varela Round"/>
                <a:hlinkClick r:id="rId15">
                  <a:extLst>
                    <a:ext uri="{A12FA001-AC4F-418D-AE19-62706E023703}">
                      <ahyp:hlinkClr val="tx"/>
                    </a:ext>
                  </a:extLst>
                </a:hlinkClick>
              </a:rPr>
              <a:t>FAQ</a:t>
            </a:r>
            <a:r>
              <a:rPr b="1" lang="en" sz="1200">
                <a:solidFill>
                  <a:schemeClr val="dk1"/>
                </a:solidFill>
                <a:latin typeface="Varela Round"/>
                <a:ea typeface="Varela Round"/>
                <a:cs typeface="Varela Round"/>
                <a:sym typeface="Varela Round"/>
              </a:rPr>
              <a:t>s</a:t>
            </a:r>
            <a:endParaRPr b="1" sz="1200">
              <a:solidFill>
                <a:schemeClr val="dk1"/>
              </a:solidFill>
              <a:latin typeface="Varela Round"/>
              <a:ea typeface="Varela Round"/>
              <a:cs typeface="Varela Round"/>
              <a:sym typeface="Varela Round"/>
            </a:endParaRPr>
          </a:p>
        </p:txBody>
      </p:sp>
      <p:sp>
        <p:nvSpPr>
          <p:cNvPr id="2165" name="Google Shape;2165;p36"/>
          <p:cNvSpPr txBox="1"/>
          <p:nvPr/>
        </p:nvSpPr>
        <p:spPr>
          <a:xfrm>
            <a:off x="4815603" y="4057475"/>
            <a:ext cx="36084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800">
                <a:solidFill>
                  <a:schemeClr val="dk1"/>
                </a:solidFill>
                <a:latin typeface="Varela Round"/>
                <a:ea typeface="Varela Round"/>
                <a:cs typeface="Varela Round"/>
                <a:sym typeface="Varela Round"/>
              </a:rPr>
              <a:t>You can visit our sister </a:t>
            </a:r>
            <a:r>
              <a:rPr lang="en" sz="800">
                <a:solidFill>
                  <a:schemeClr val="dk1"/>
                </a:solidFill>
                <a:latin typeface="Varela Round"/>
                <a:ea typeface="Varela Round"/>
                <a:cs typeface="Varela Round"/>
                <a:sym typeface="Varela Round"/>
              </a:rPr>
              <a:t>projects</a:t>
            </a:r>
            <a:r>
              <a:rPr lang="en" sz="800">
                <a:solidFill>
                  <a:schemeClr val="dk1"/>
                </a:solidFill>
                <a:latin typeface="Varela Round"/>
                <a:ea typeface="Varela Round"/>
                <a:cs typeface="Varela Round"/>
                <a:sym typeface="Varela Round"/>
              </a:rPr>
              <a:t>:</a:t>
            </a:r>
            <a:br>
              <a:rPr lang="en" sz="800">
                <a:solidFill>
                  <a:schemeClr val="dk1"/>
                </a:solidFill>
                <a:latin typeface="Varela Round"/>
                <a:ea typeface="Varela Round"/>
                <a:cs typeface="Varela Round"/>
                <a:sym typeface="Varela Round"/>
              </a:rPr>
            </a:br>
            <a:r>
              <a:rPr b="1" lang="en" sz="1200">
                <a:solidFill>
                  <a:schemeClr val="dk1"/>
                </a:solidFill>
                <a:uFill>
                  <a:noFill/>
                </a:uFill>
                <a:latin typeface="Varela Round"/>
                <a:ea typeface="Varela Round"/>
                <a:cs typeface="Varela Round"/>
                <a:sym typeface="Varela Round"/>
                <a:hlinkClick r:id="rId16">
                  <a:extLst>
                    <a:ext uri="{A12FA001-AC4F-418D-AE19-62706E023703}">
                      <ahyp:hlinkClr val="tx"/>
                    </a:ext>
                  </a:extLst>
                </a:hlinkClick>
              </a:rPr>
              <a:t>Freepik</a:t>
            </a:r>
            <a:r>
              <a:rPr b="1" lang="en" sz="1200">
                <a:solidFill>
                  <a:schemeClr val="dk1"/>
                </a:solidFill>
                <a:latin typeface="Varela Round"/>
                <a:ea typeface="Varela Round"/>
                <a:cs typeface="Varela Round"/>
                <a:sym typeface="Varela Round"/>
              </a:rPr>
              <a:t> | </a:t>
            </a:r>
            <a:r>
              <a:rPr b="1" lang="en" sz="1200">
                <a:solidFill>
                  <a:schemeClr val="dk1"/>
                </a:solidFill>
                <a:uFill>
                  <a:noFill/>
                </a:uFill>
                <a:latin typeface="Varela Round"/>
                <a:ea typeface="Varela Round"/>
                <a:cs typeface="Varela Round"/>
                <a:sym typeface="Varela Round"/>
                <a:hlinkClick r:id="rId17">
                  <a:extLst>
                    <a:ext uri="{A12FA001-AC4F-418D-AE19-62706E023703}">
                      <ahyp:hlinkClr val="tx"/>
                    </a:ext>
                  </a:extLst>
                </a:hlinkClick>
              </a:rPr>
              <a:t>Flaticon</a:t>
            </a:r>
            <a:r>
              <a:rPr b="1" lang="en" sz="1200">
                <a:solidFill>
                  <a:schemeClr val="dk1"/>
                </a:solidFill>
                <a:latin typeface="Varela Round"/>
                <a:ea typeface="Varela Round"/>
                <a:cs typeface="Varela Round"/>
                <a:sym typeface="Varela Round"/>
              </a:rPr>
              <a:t> | </a:t>
            </a:r>
            <a:r>
              <a:rPr b="1" lang="en" sz="1200">
                <a:solidFill>
                  <a:schemeClr val="dk1"/>
                </a:solidFill>
                <a:uFill>
                  <a:noFill/>
                </a:uFill>
                <a:latin typeface="Varela Round"/>
                <a:ea typeface="Varela Round"/>
                <a:cs typeface="Varela Round"/>
                <a:sym typeface="Varela Round"/>
                <a:hlinkClick r:id="rId18">
                  <a:extLst>
                    <a:ext uri="{A12FA001-AC4F-418D-AE19-62706E023703}">
                      <ahyp:hlinkClr val="tx"/>
                    </a:ext>
                  </a:extLst>
                </a:hlinkClick>
              </a:rPr>
              <a:t>Storyset</a:t>
            </a:r>
            <a:r>
              <a:rPr b="1" lang="en" sz="1200">
                <a:solidFill>
                  <a:schemeClr val="dk1"/>
                </a:solidFill>
                <a:latin typeface="Varela Round"/>
                <a:ea typeface="Varela Round"/>
                <a:cs typeface="Varela Round"/>
                <a:sym typeface="Varela Round"/>
              </a:rPr>
              <a:t> | </a:t>
            </a:r>
            <a:r>
              <a:rPr b="1" lang="en" sz="1200">
                <a:solidFill>
                  <a:schemeClr val="dk1"/>
                </a:solidFill>
                <a:uFill>
                  <a:noFill/>
                </a:uFill>
                <a:latin typeface="Varela Round"/>
                <a:ea typeface="Varela Round"/>
                <a:cs typeface="Varela Round"/>
                <a:sym typeface="Varela Round"/>
                <a:hlinkClick r:id="rId19">
                  <a:extLst>
                    <a:ext uri="{A12FA001-AC4F-418D-AE19-62706E023703}">
                      <ahyp:hlinkClr val="tx"/>
                    </a:ext>
                  </a:extLst>
                </a:hlinkClick>
              </a:rPr>
              <a:t>Wepik </a:t>
            </a:r>
            <a:r>
              <a:rPr b="1" lang="en" sz="1200">
                <a:solidFill>
                  <a:schemeClr val="dk1"/>
                </a:solidFill>
                <a:latin typeface="Varela Round"/>
                <a:ea typeface="Varela Round"/>
                <a:cs typeface="Varela Round"/>
                <a:sym typeface="Varela Round"/>
              </a:rPr>
              <a:t>| </a:t>
            </a:r>
            <a:r>
              <a:rPr b="1" lang="en" sz="1200">
                <a:solidFill>
                  <a:schemeClr val="dk1"/>
                </a:solidFill>
                <a:uFill>
                  <a:noFill/>
                </a:uFill>
                <a:latin typeface="Varela Round"/>
                <a:ea typeface="Varela Round"/>
                <a:cs typeface="Varela Round"/>
                <a:sym typeface="Varela Round"/>
                <a:hlinkClick r:id="rId20">
                  <a:extLst>
                    <a:ext uri="{A12FA001-AC4F-418D-AE19-62706E023703}">
                      <ahyp:hlinkClr val="tx"/>
                    </a:ext>
                  </a:extLst>
                </a:hlinkClick>
              </a:rPr>
              <a:t>Videvo</a:t>
            </a:r>
            <a:endParaRPr b="1" sz="1200">
              <a:solidFill>
                <a:schemeClr val="dk1"/>
              </a:solidFill>
              <a:latin typeface="Varela Round"/>
              <a:ea typeface="Varela Round"/>
              <a:cs typeface="Varela Round"/>
              <a:sym typeface="Varela Round"/>
            </a:endParaRPr>
          </a:p>
        </p:txBody>
      </p:sp>
      <p:sp>
        <p:nvSpPr>
          <p:cNvPr id="2166" name="Google Shape;2166;p36"/>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0" name="Shape 2170"/>
        <p:cNvGrpSpPr/>
        <p:nvPr/>
      </p:nvGrpSpPr>
      <p:grpSpPr>
        <a:xfrm>
          <a:off x="0" y="0"/>
          <a:ext cx="0" cy="0"/>
          <a:chOff x="0" y="0"/>
          <a:chExt cx="0" cy="0"/>
        </a:xfrm>
      </p:grpSpPr>
      <p:sp>
        <p:nvSpPr>
          <p:cNvPr id="2171" name="Google Shape;2171;p37"/>
          <p:cNvSpPr/>
          <p:nvPr/>
        </p:nvSpPr>
        <p:spPr>
          <a:xfrm>
            <a:off x="1481999" y="2478982"/>
            <a:ext cx="630605" cy="581343"/>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7"/>
          <p:cNvSpPr/>
          <p:nvPr/>
        </p:nvSpPr>
        <p:spPr>
          <a:xfrm>
            <a:off x="1481999" y="3597006"/>
            <a:ext cx="630605" cy="581343"/>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7"/>
          <p:cNvSpPr txBox="1"/>
          <p:nvPr>
            <p:ph type="title"/>
          </p:nvPr>
        </p:nvSpPr>
        <p:spPr>
          <a:xfrm>
            <a:off x="1329600" y="448056"/>
            <a:ext cx="701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a:t>
            </a:r>
            <a:r>
              <a:rPr lang="en">
                <a:highlight>
                  <a:schemeClr val="dk2"/>
                </a:highlight>
              </a:rPr>
              <a:t>contents</a:t>
            </a:r>
            <a:endParaRPr>
              <a:highlight>
                <a:schemeClr val="dk2"/>
              </a:highlight>
            </a:endParaRPr>
          </a:p>
        </p:txBody>
      </p:sp>
      <p:sp>
        <p:nvSpPr>
          <p:cNvPr id="2174" name="Google Shape;2174;p37"/>
          <p:cNvSpPr txBox="1"/>
          <p:nvPr>
            <p:ph idx="4" type="subTitle"/>
          </p:nvPr>
        </p:nvSpPr>
        <p:spPr>
          <a:xfrm>
            <a:off x="1482025" y="4179981"/>
            <a:ext cx="42342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2175" name="Google Shape;2175;p37"/>
          <p:cNvSpPr txBox="1"/>
          <p:nvPr>
            <p:ph idx="2" type="subTitle"/>
          </p:nvPr>
        </p:nvSpPr>
        <p:spPr>
          <a:xfrm>
            <a:off x="1482025" y="1946045"/>
            <a:ext cx="42342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176" name="Google Shape;2176;p37"/>
          <p:cNvSpPr txBox="1"/>
          <p:nvPr>
            <p:ph idx="3" type="subTitle"/>
          </p:nvPr>
        </p:nvSpPr>
        <p:spPr>
          <a:xfrm>
            <a:off x="1482025" y="3063013"/>
            <a:ext cx="42342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177" name="Google Shape;2177;p37"/>
          <p:cNvSpPr txBox="1"/>
          <p:nvPr>
            <p:ph idx="8" type="subTitle"/>
          </p:nvPr>
        </p:nvSpPr>
        <p:spPr>
          <a:xfrm>
            <a:off x="2150125" y="1454125"/>
            <a:ext cx="356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Class notes</a:t>
            </a:r>
            <a:endParaRPr/>
          </a:p>
        </p:txBody>
      </p:sp>
      <p:sp>
        <p:nvSpPr>
          <p:cNvPr id="2178" name="Google Shape;2178;p37"/>
          <p:cNvSpPr txBox="1"/>
          <p:nvPr>
            <p:ph idx="9" type="subTitle"/>
          </p:nvPr>
        </p:nvSpPr>
        <p:spPr>
          <a:xfrm>
            <a:off x="2150125" y="2572650"/>
            <a:ext cx="356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points</a:t>
            </a:r>
            <a:endParaRPr/>
          </a:p>
        </p:txBody>
      </p:sp>
      <p:sp>
        <p:nvSpPr>
          <p:cNvPr id="2179" name="Google Shape;2179;p37"/>
          <p:cNvSpPr txBox="1"/>
          <p:nvPr>
            <p:ph idx="1" type="subTitle"/>
          </p:nvPr>
        </p:nvSpPr>
        <p:spPr>
          <a:xfrm>
            <a:off x="2151325" y="3691175"/>
            <a:ext cx="3564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a:t>
            </a:r>
            <a:endParaRPr/>
          </a:p>
        </p:txBody>
      </p:sp>
      <p:grpSp>
        <p:nvGrpSpPr>
          <p:cNvPr id="2180" name="Google Shape;2180;p37"/>
          <p:cNvGrpSpPr/>
          <p:nvPr/>
        </p:nvGrpSpPr>
        <p:grpSpPr>
          <a:xfrm>
            <a:off x="6545078" y="1483838"/>
            <a:ext cx="1927424" cy="2612329"/>
            <a:chOff x="2522614" y="409334"/>
            <a:chExt cx="595325" cy="806847"/>
          </a:xfrm>
        </p:grpSpPr>
        <p:sp>
          <p:nvSpPr>
            <p:cNvPr id="2181" name="Google Shape;2181;p37"/>
            <p:cNvSpPr/>
            <p:nvPr/>
          </p:nvSpPr>
          <p:spPr>
            <a:xfrm>
              <a:off x="2522614" y="1034575"/>
              <a:ext cx="273609" cy="181606"/>
            </a:xfrm>
            <a:custGeom>
              <a:rect b="b" l="l" r="r" t="t"/>
              <a:pathLst>
                <a:path extrusionOk="0" h="3405" w="5130">
                  <a:moveTo>
                    <a:pt x="701" y="1"/>
                  </a:moveTo>
                  <a:cubicBezTo>
                    <a:pt x="579" y="1"/>
                    <a:pt x="456" y="57"/>
                    <a:pt x="375" y="193"/>
                  </a:cubicBezTo>
                  <a:cubicBezTo>
                    <a:pt x="79" y="682"/>
                    <a:pt x="1" y="1192"/>
                    <a:pt x="410" y="1644"/>
                  </a:cubicBezTo>
                  <a:cubicBezTo>
                    <a:pt x="800" y="2077"/>
                    <a:pt x="1378" y="2429"/>
                    <a:pt x="1879" y="2716"/>
                  </a:cubicBezTo>
                  <a:cubicBezTo>
                    <a:pt x="2405" y="3019"/>
                    <a:pt x="2985" y="3260"/>
                    <a:pt x="3587" y="3356"/>
                  </a:cubicBezTo>
                  <a:cubicBezTo>
                    <a:pt x="3744" y="3380"/>
                    <a:pt x="3913" y="3404"/>
                    <a:pt x="4080" y="3404"/>
                  </a:cubicBezTo>
                  <a:cubicBezTo>
                    <a:pt x="4223" y="3404"/>
                    <a:pt x="4364" y="3386"/>
                    <a:pt x="4493" y="3335"/>
                  </a:cubicBezTo>
                  <a:cubicBezTo>
                    <a:pt x="4798" y="3213"/>
                    <a:pt x="4883" y="2901"/>
                    <a:pt x="4998" y="2623"/>
                  </a:cubicBezTo>
                  <a:cubicBezTo>
                    <a:pt x="5130" y="2303"/>
                    <a:pt x="4850" y="2015"/>
                    <a:pt x="4598" y="2015"/>
                  </a:cubicBezTo>
                  <a:cubicBezTo>
                    <a:pt x="4480" y="2015"/>
                    <a:pt x="4369" y="2077"/>
                    <a:pt x="4307" y="2227"/>
                  </a:cubicBezTo>
                  <a:cubicBezTo>
                    <a:pt x="4233" y="2405"/>
                    <a:pt x="4233" y="2594"/>
                    <a:pt x="4031" y="2605"/>
                  </a:cubicBezTo>
                  <a:cubicBezTo>
                    <a:pt x="4013" y="2606"/>
                    <a:pt x="3995" y="2606"/>
                    <a:pt x="3976" y="2606"/>
                  </a:cubicBezTo>
                  <a:cubicBezTo>
                    <a:pt x="3782" y="2606"/>
                    <a:pt x="3574" y="2549"/>
                    <a:pt x="3391" y="2500"/>
                  </a:cubicBezTo>
                  <a:cubicBezTo>
                    <a:pt x="2996" y="2396"/>
                    <a:pt x="2627" y="2227"/>
                    <a:pt x="2273" y="2025"/>
                  </a:cubicBezTo>
                  <a:cubicBezTo>
                    <a:pt x="1932" y="1830"/>
                    <a:pt x="1608" y="1607"/>
                    <a:pt x="1300" y="1366"/>
                  </a:cubicBezTo>
                  <a:cubicBezTo>
                    <a:pt x="1186" y="1278"/>
                    <a:pt x="998" y="1164"/>
                    <a:pt x="935" y="1029"/>
                  </a:cubicBezTo>
                  <a:cubicBezTo>
                    <a:pt x="862" y="875"/>
                    <a:pt x="986" y="719"/>
                    <a:pt x="1066" y="586"/>
                  </a:cubicBezTo>
                  <a:cubicBezTo>
                    <a:pt x="1250" y="283"/>
                    <a:pt x="975" y="1"/>
                    <a:pt x="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7"/>
            <p:cNvSpPr/>
            <p:nvPr/>
          </p:nvSpPr>
          <p:spPr>
            <a:xfrm>
              <a:off x="2536907" y="1026362"/>
              <a:ext cx="257075" cy="157605"/>
            </a:xfrm>
            <a:custGeom>
              <a:rect b="b" l="l" r="r" t="t"/>
              <a:pathLst>
                <a:path extrusionOk="0" h="2955" w="4820">
                  <a:moveTo>
                    <a:pt x="1021" y="1"/>
                  </a:moveTo>
                  <a:cubicBezTo>
                    <a:pt x="987" y="1"/>
                    <a:pt x="955" y="6"/>
                    <a:pt x="927" y="14"/>
                  </a:cubicBezTo>
                  <a:cubicBezTo>
                    <a:pt x="888" y="11"/>
                    <a:pt x="849" y="9"/>
                    <a:pt x="810" y="9"/>
                  </a:cubicBezTo>
                  <a:cubicBezTo>
                    <a:pt x="684" y="9"/>
                    <a:pt x="564" y="28"/>
                    <a:pt x="456" y="72"/>
                  </a:cubicBezTo>
                  <a:cubicBezTo>
                    <a:pt x="39" y="242"/>
                    <a:pt x="0" y="696"/>
                    <a:pt x="277" y="1066"/>
                  </a:cubicBezTo>
                  <a:cubicBezTo>
                    <a:pt x="541" y="1419"/>
                    <a:pt x="948" y="1703"/>
                    <a:pt x="1326" y="1940"/>
                  </a:cubicBezTo>
                  <a:cubicBezTo>
                    <a:pt x="1721" y="2188"/>
                    <a:pt x="2146" y="2383"/>
                    <a:pt x="2581" y="2548"/>
                  </a:cubicBezTo>
                  <a:cubicBezTo>
                    <a:pt x="3032" y="2720"/>
                    <a:pt x="3511" y="2904"/>
                    <a:pt x="3984" y="2948"/>
                  </a:cubicBezTo>
                  <a:cubicBezTo>
                    <a:pt x="4027" y="2952"/>
                    <a:pt x="4070" y="2954"/>
                    <a:pt x="4112" y="2954"/>
                  </a:cubicBezTo>
                  <a:cubicBezTo>
                    <a:pt x="4485" y="2954"/>
                    <a:pt x="4819" y="2796"/>
                    <a:pt x="4778" y="2388"/>
                  </a:cubicBezTo>
                  <a:cubicBezTo>
                    <a:pt x="4737" y="1993"/>
                    <a:pt x="4301" y="1637"/>
                    <a:pt x="3984" y="1382"/>
                  </a:cubicBezTo>
                  <a:cubicBezTo>
                    <a:pt x="3156" y="717"/>
                    <a:pt x="2148" y="315"/>
                    <a:pt x="1147" y="21"/>
                  </a:cubicBezTo>
                  <a:cubicBezTo>
                    <a:pt x="1102" y="7"/>
                    <a:pt x="1060" y="1"/>
                    <a:pt x="1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7"/>
            <p:cNvSpPr/>
            <p:nvPr/>
          </p:nvSpPr>
          <p:spPr>
            <a:xfrm>
              <a:off x="2645497" y="409334"/>
              <a:ext cx="365025" cy="710316"/>
            </a:xfrm>
            <a:custGeom>
              <a:rect b="b" l="l" r="r" t="t"/>
              <a:pathLst>
                <a:path extrusionOk="0" h="13318" w="6844">
                  <a:moveTo>
                    <a:pt x="6323" y="1"/>
                  </a:moveTo>
                  <a:cubicBezTo>
                    <a:pt x="6185" y="1"/>
                    <a:pt x="6048" y="69"/>
                    <a:pt x="5976" y="233"/>
                  </a:cubicBezTo>
                  <a:cubicBezTo>
                    <a:pt x="4000" y="4689"/>
                    <a:pt x="2414" y="8460"/>
                    <a:pt x="156" y="12784"/>
                  </a:cubicBezTo>
                  <a:cubicBezTo>
                    <a:pt x="1" y="13082"/>
                    <a:pt x="263" y="13318"/>
                    <a:pt x="528" y="13318"/>
                  </a:cubicBezTo>
                  <a:cubicBezTo>
                    <a:pt x="668" y="13318"/>
                    <a:pt x="809" y="13252"/>
                    <a:pt x="890" y="13096"/>
                  </a:cubicBezTo>
                  <a:cubicBezTo>
                    <a:pt x="3146" y="8772"/>
                    <a:pt x="4732" y="5001"/>
                    <a:pt x="6708" y="546"/>
                  </a:cubicBezTo>
                  <a:cubicBezTo>
                    <a:pt x="6844" y="239"/>
                    <a:pt x="6581" y="1"/>
                    <a:pt x="63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7"/>
            <p:cNvSpPr/>
            <p:nvPr/>
          </p:nvSpPr>
          <p:spPr>
            <a:xfrm>
              <a:off x="2536801" y="450508"/>
              <a:ext cx="516496" cy="512283"/>
            </a:xfrm>
            <a:custGeom>
              <a:rect b="b" l="l" r="r" t="t"/>
              <a:pathLst>
                <a:path extrusionOk="0" h="9605" w="9684">
                  <a:moveTo>
                    <a:pt x="4815" y="0"/>
                  </a:moveTo>
                  <a:cubicBezTo>
                    <a:pt x="4769" y="0"/>
                    <a:pt x="4725" y="1"/>
                    <a:pt x="4681" y="3"/>
                  </a:cubicBezTo>
                  <a:cubicBezTo>
                    <a:pt x="4133" y="24"/>
                    <a:pt x="3674" y="161"/>
                    <a:pt x="3026" y="363"/>
                  </a:cubicBezTo>
                  <a:cubicBezTo>
                    <a:pt x="2620" y="488"/>
                    <a:pt x="2258" y="749"/>
                    <a:pt x="1914" y="990"/>
                  </a:cubicBezTo>
                  <a:cubicBezTo>
                    <a:pt x="1746" y="1107"/>
                    <a:pt x="1537" y="1355"/>
                    <a:pt x="1455" y="1436"/>
                  </a:cubicBezTo>
                  <a:cubicBezTo>
                    <a:pt x="1301" y="1591"/>
                    <a:pt x="1133" y="1720"/>
                    <a:pt x="1007" y="1894"/>
                  </a:cubicBezTo>
                  <a:cubicBezTo>
                    <a:pt x="702" y="2319"/>
                    <a:pt x="468" y="2727"/>
                    <a:pt x="305" y="3175"/>
                  </a:cubicBezTo>
                  <a:cubicBezTo>
                    <a:pt x="201" y="3462"/>
                    <a:pt x="125" y="3765"/>
                    <a:pt x="75" y="4100"/>
                  </a:cubicBezTo>
                  <a:cubicBezTo>
                    <a:pt x="66" y="4169"/>
                    <a:pt x="57" y="4238"/>
                    <a:pt x="52" y="4307"/>
                  </a:cubicBezTo>
                  <a:cubicBezTo>
                    <a:pt x="1" y="4819"/>
                    <a:pt x="36" y="5346"/>
                    <a:pt x="153" y="5851"/>
                  </a:cubicBezTo>
                  <a:cubicBezTo>
                    <a:pt x="211" y="6109"/>
                    <a:pt x="293" y="6361"/>
                    <a:pt x="394" y="6604"/>
                  </a:cubicBezTo>
                  <a:cubicBezTo>
                    <a:pt x="713" y="7369"/>
                    <a:pt x="1209" y="7995"/>
                    <a:pt x="1861" y="8504"/>
                  </a:cubicBezTo>
                  <a:cubicBezTo>
                    <a:pt x="2085" y="8693"/>
                    <a:pt x="2324" y="8849"/>
                    <a:pt x="2579" y="8971"/>
                  </a:cubicBezTo>
                  <a:cubicBezTo>
                    <a:pt x="2749" y="9072"/>
                    <a:pt x="2926" y="9163"/>
                    <a:pt x="3111" y="9244"/>
                  </a:cubicBezTo>
                  <a:cubicBezTo>
                    <a:pt x="3454" y="9340"/>
                    <a:pt x="3800" y="9437"/>
                    <a:pt x="4142" y="9533"/>
                  </a:cubicBezTo>
                  <a:cubicBezTo>
                    <a:pt x="4174" y="9542"/>
                    <a:pt x="4206" y="9551"/>
                    <a:pt x="4238" y="9560"/>
                  </a:cubicBezTo>
                  <a:cubicBezTo>
                    <a:pt x="4455" y="9590"/>
                    <a:pt x="4670" y="9605"/>
                    <a:pt x="4884" y="9605"/>
                  </a:cubicBezTo>
                  <a:cubicBezTo>
                    <a:pt x="5477" y="9605"/>
                    <a:pt x="6055" y="9489"/>
                    <a:pt x="6619" y="9258"/>
                  </a:cubicBezTo>
                  <a:cubicBezTo>
                    <a:pt x="6756" y="9219"/>
                    <a:pt x="6972" y="9085"/>
                    <a:pt x="7096" y="9003"/>
                  </a:cubicBezTo>
                  <a:cubicBezTo>
                    <a:pt x="7146" y="8970"/>
                    <a:pt x="7181" y="8945"/>
                    <a:pt x="7190" y="8939"/>
                  </a:cubicBezTo>
                  <a:cubicBezTo>
                    <a:pt x="7364" y="8840"/>
                    <a:pt x="7583" y="8743"/>
                    <a:pt x="7752" y="8606"/>
                  </a:cubicBezTo>
                  <a:lnTo>
                    <a:pt x="8569" y="7791"/>
                  </a:lnTo>
                  <a:cubicBezTo>
                    <a:pt x="8579" y="7781"/>
                    <a:pt x="8590" y="7770"/>
                    <a:pt x="8601" y="7758"/>
                  </a:cubicBezTo>
                  <a:cubicBezTo>
                    <a:pt x="8608" y="7749"/>
                    <a:pt x="8615" y="7738"/>
                    <a:pt x="8620" y="7729"/>
                  </a:cubicBezTo>
                  <a:cubicBezTo>
                    <a:pt x="8755" y="7506"/>
                    <a:pt x="8889" y="7283"/>
                    <a:pt x="9021" y="7058"/>
                  </a:cubicBezTo>
                  <a:cubicBezTo>
                    <a:pt x="9084" y="6946"/>
                    <a:pt x="9148" y="6836"/>
                    <a:pt x="9212" y="6724"/>
                  </a:cubicBezTo>
                  <a:cubicBezTo>
                    <a:pt x="9518" y="6076"/>
                    <a:pt x="9683" y="5135"/>
                    <a:pt x="9607" y="4382"/>
                  </a:cubicBezTo>
                  <a:cubicBezTo>
                    <a:pt x="9598" y="4298"/>
                    <a:pt x="9586" y="4217"/>
                    <a:pt x="9572" y="4139"/>
                  </a:cubicBezTo>
                  <a:cubicBezTo>
                    <a:pt x="9403" y="3232"/>
                    <a:pt x="9198" y="2602"/>
                    <a:pt x="8629" y="1864"/>
                  </a:cubicBezTo>
                  <a:cubicBezTo>
                    <a:pt x="8124" y="1210"/>
                    <a:pt x="7495" y="735"/>
                    <a:pt x="6743" y="400"/>
                  </a:cubicBezTo>
                  <a:cubicBezTo>
                    <a:pt x="6354" y="224"/>
                    <a:pt x="5928" y="113"/>
                    <a:pt x="5505" y="52"/>
                  </a:cubicBezTo>
                  <a:cubicBezTo>
                    <a:pt x="5250" y="17"/>
                    <a:pt x="5025" y="0"/>
                    <a:pt x="4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7"/>
            <p:cNvSpPr/>
            <p:nvPr/>
          </p:nvSpPr>
          <p:spPr>
            <a:xfrm>
              <a:off x="2863741" y="683314"/>
              <a:ext cx="189553" cy="143631"/>
            </a:xfrm>
            <a:custGeom>
              <a:rect b="b" l="l" r="r" t="t"/>
              <a:pathLst>
                <a:path extrusionOk="0" h="2693" w="3554">
                  <a:moveTo>
                    <a:pt x="3255" y="1"/>
                  </a:moveTo>
                  <a:cubicBezTo>
                    <a:pt x="3083" y="1"/>
                    <a:pt x="2910" y="31"/>
                    <a:pt x="2742" y="96"/>
                  </a:cubicBezTo>
                  <a:cubicBezTo>
                    <a:pt x="2380" y="236"/>
                    <a:pt x="2146" y="515"/>
                    <a:pt x="1746" y="564"/>
                  </a:cubicBezTo>
                  <a:cubicBezTo>
                    <a:pt x="1241" y="626"/>
                    <a:pt x="0" y="617"/>
                    <a:pt x="241" y="1470"/>
                  </a:cubicBezTo>
                  <a:cubicBezTo>
                    <a:pt x="445" y="2191"/>
                    <a:pt x="1499" y="1893"/>
                    <a:pt x="1990" y="2189"/>
                  </a:cubicBezTo>
                  <a:cubicBezTo>
                    <a:pt x="2295" y="2372"/>
                    <a:pt x="2527" y="2623"/>
                    <a:pt x="2891" y="2693"/>
                  </a:cubicBezTo>
                  <a:cubicBezTo>
                    <a:pt x="2954" y="2581"/>
                    <a:pt x="3018" y="2471"/>
                    <a:pt x="3082" y="2359"/>
                  </a:cubicBezTo>
                  <a:cubicBezTo>
                    <a:pt x="3388" y="1711"/>
                    <a:pt x="3553" y="770"/>
                    <a:pt x="3477" y="17"/>
                  </a:cubicBezTo>
                  <a:cubicBezTo>
                    <a:pt x="3403" y="6"/>
                    <a:pt x="3329" y="1"/>
                    <a:pt x="3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7"/>
            <p:cNvSpPr/>
            <p:nvPr/>
          </p:nvSpPr>
          <p:spPr>
            <a:xfrm>
              <a:off x="2553068" y="450615"/>
              <a:ext cx="265342" cy="229767"/>
            </a:xfrm>
            <a:custGeom>
              <a:rect b="b" l="l" r="r" t="t"/>
              <a:pathLst>
                <a:path extrusionOk="0" h="4308" w="4975">
                  <a:moveTo>
                    <a:pt x="4376" y="1"/>
                  </a:moveTo>
                  <a:cubicBezTo>
                    <a:pt x="3828" y="22"/>
                    <a:pt x="3369" y="159"/>
                    <a:pt x="2721" y="361"/>
                  </a:cubicBezTo>
                  <a:cubicBezTo>
                    <a:pt x="2315" y="486"/>
                    <a:pt x="1953" y="747"/>
                    <a:pt x="1609" y="988"/>
                  </a:cubicBezTo>
                  <a:cubicBezTo>
                    <a:pt x="1441" y="1105"/>
                    <a:pt x="1232" y="1353"/>
                    <a:pt x="1150" y="1434"/>
                  </a:cubicBezTo>
                  <a:cubicBezTo>
                    <a:pt x="996" y="1589"/>
                    <a:pt x="828" y="1718"/>
                    <a:pt x="702" y="1892"/>
                  </a:cubicBezTo>
                  <a:cubicBezTo>
                    <a:pt x="397" y="2317"/>
                    <a:pt x="163" y="2725"/>
                    <a:pt x="0" y="3173"/>
                  </a:cubicBezTo>
                  <a:cubicBezTo>
                    <a:pt x="78" y="3504"/>
                    <a:pt x="240" y="3804"/>
                    <a:pt x="505" y="4023"/>
                  </a:cubicBezTo>
                  <a:cubicBezTo>
                    <a:pt x="727" y="4206"/>
                    <a:pt x="997" y="4307"/>
                    <a:pt x="1270" y="4307"/>
                  </a:cubicBezTo>
                  <a:cubicBezTo>
                    <a:pt x="1446" y="4307"/>
                    <a:pt x="1623" y="4265"/>
                    <a:pt x="1788" y="4176"/>
                  </a:cubicBezTo>
                  <a:cubicBezTo>
                    <a:pt x="2236" y="3935"/>
                    <a:pt x="2454" y="3436"/>
                    <a:pt x="2996" y="3436"/>
                  </a:cubicBezTo>
                  <a:cubicBezTo>
                    <a:pt x="3020" y="3436"/>
                    <a:pt x="3044" y="3437"/>
                    <a:pt x="3070" y="3439"/>
                  </a:cubicBezTo>
                  <a:cubicBezTo>
                    <a:pt x="3314" y="3458"/>
                    <a:pt x="3559" y="3499"/>
                    <a:pt x="3800" y="3499"/>
                  </a:cubicBezTo>
                  <a:cubicBezTo>
                    <a:pt x="4025" y="3499"/>
                    <a:pt x="4246" y="3463"/>
                    <a:pt x="4457" y="3338"/>
                  </a:cubicBezTo>
                  <a:cubicBezTo>
                    <a:pt x="4886" y="3086"/>
                    <a:pt x="4975" y="2599"/>
                    <a:pt x="4877" y="2142"/>
                  </a:cubicBezTo>
                  <a:cubicBezTo>
                    <a:pt x="4805" y="1812"/>
                    <a:pt x="4626" y="1559"/>
                    <a:pt x="4503" y="1252"/>
                  </a:cubicBezTo>
                  <a:cubicBezTo>
                    <a:pt x="4393" y="975"/>
                    <a:pt x="4624" y="752"/>
                    <a:pt x="4565" y="460"/>
                  </a:cubicBezTo>
                  <a:cubicBezTo>
                    <a:pt x="4533" y="300"/>
                    <a:pt x="4466" y="143"/>
                    <a:pt x="4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7"/>
            <p:cNvSpPr/>
            <p:nvPr/>
          </p:nvSpPr>
          <p:spPr>
            <a:xfrm>
              <a:off x="2682351" y="774142"/>
              <a:ext cx="232967" cy="188646"/>
            </a:xfrm>
            <a:custGeom>
              <a:rect b="b" l="l" r="r" t="t"/>
              <a:pathLst>
                <a:path extrusionOk="0" h="3537" w="4368">
                  <a:moveTo>
                    <a:pt x="951" y="1"/>
                  </a:moveTo>
                  <a:cubicBezTo>
                    <a:pt x="716" y="1"/>
                    <a:pt x="489" y="81"/>
                    <a:pt x="328" y="291"/>
                  </a:cubicBezTo>
                  <a:cubicBezTo>
                    <a:pt x="1" y="718"/>
                    <a:pt x="270" y="1227"/>
                    <a:pt x="562" y="1580"/>
                  </a:cubicBezTo>
                  <a:cubicBezTo>
                    <a:pt x="747" y="1801"/>
                    <a:pt x="871" y="2005"/>
                    <a:pt x="950" y="2283"/>
                  </a:cubicBezTo>
                  <a:cubicBezTo>
                    <a:pt x="1032" y="2563"/>
                    <a:pt x="1080" y="2856"/>
                    <a:pt x="1202" y="3123"/>
                  </a:cubicBezTo>
                  <a:cubicBezTo>
                    <a:pt x="1261" y="3247"/>
                    <a:pt x="1330" y="3362"/>
                    <a:pt x="1413" y="3465"/>
                  </a:cubicBezTo>
                  <a:cubicBezTo>
                    <a:pt x="1445" y="3474"/>
                    <a:pt x="1477" y="3483"/>
                    <a:pt x="1509" y="3492"/>
                  </a:cubicBezTo>
                  <a:cubicBezTo>
                    <a:pt x="1726" y="3522"/>
                    <a:pt x="1941" y="3537"/>
                    <a:pt x="2155" y="3537"/>
                  </a:cubicBezTo>
                  <a:cubicBezTo>
                    <a:pt x="2748" y="3537"/>
                    <a:pt x="3326" y="3421"/>
                    <a:pt x="3890" y="3190"/>
                  </a:cubicBezTo>
                  <a:cubicBezTo>
                    <a:pt x="4027" y="3151"/>
                    <a:pt x="4243" y="3017"/>
                    <a:pt x="4367" y="2935"/>
                  </a:cubicBezTo>
                  <a:cubicBezTo>
                    <a:pt x="4277" y="2558"/>
                    <a:pt x="4239" y="2163"/>
                    <a:pt x="4016" y="1830"/>
                  </a:cubicBezTo>
                  <a:cubicBezTo>
                    <a:pt x="3873" y="1615"/>
                    <a:pt x="3676" y="1461"/>
                    <a:pt x="3433" y="1372"/>
                  </a:cubicBezTo>
                  <a:cubicBezTo>
                    <a:pt x="3196" y="1284"/>
                    <a:pt x="2946" y="1273"/>
                    <a:pt x="2742" y="1112"/>
                  </a:cubicBezTo>
                  <a:cubicBezTo>
                    <a:pt x="2528" y="943"/>
                    <a:pt x="2375" y="706"/>
                    <a:pt x="2161" y="536"/>
                  </a:cubicBezTo>
                  <a:cubicBezTo>
                    <a:pt x="1975" y="387"/>
                    <a:pt x="1764" y="259"/>
                    <a:pt x="1551" y="153"/>
                  </a:cubicBezTo>
                  <a:cubicBezTo>
                    <a:pt x="1369" y="62"/>
                    <a:pt x="1157"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7"/>
            <p:cNvSpPr/>
            <p:nvPr/>
          </p:nvSpPr>
          <p:spPr>
            <a:xfrm>
              <a:off x="2840754" y="540163"/>
              <a:ext cx="123844" cy="114457"/>
            </a:xfrm>
            <a:custGeom>
              <a:rect b="b" l="l" r="r" t="t"/>
              <a:pathLst>
                <a:path extrusionOk="0" h="2146" w="2322">
                  <a:moveTo>
                    <a:pt x="388" y="0"/>
                  </a:moveTo>
                  <a:cubicBezTo>
                    <a:pt x="328" y="0"/>
                    <a:pt x="266" y="13"/>
                    <a:pt x="203" y="46"/>
                  </a:cubicBezTo>
                  <a:cubicBezTo>
                    <a:pt x="57" y="122"/>
                    <a:pt x="1" y="236"/>
                    <a:pt x="1" y="395"/>
                  </a:cubicBezTo>
                  <a:cubicBezTo>
                    <a:pt x="1" y="576"/>
                    <a:pt x="158" y="757"/>
                    <a:pt x="249" y="900"/>
                  </a:cubicBezTo>
                  <a:cubicBezTo>
                    <a:pt x="385" y="1120"/>
                    <a:pt x="522" y="1343"/>
                    <a:pt x="669" y="1559"/>
                  </a:cubicBezTo>
                  <a:cubicBezTo>
                    <a:pt x="893" y="1888"/>
                    <a:pt x="1184" y="2131"/>
                    <a:pt x="1583" y="2131"/>
                  </a:cubicBezTo>
                  <a:cubicBezTo>
                    <a:pt x="1618" y="2131"/>
                    <a:pt x="1654" y="2129"/>
                    <a:pt x="1691" y="2125"/>
                  </a:cubicBezTo>
                  <a:cubicBezTo>
                    <a:pt x="1709" y="2123"/>
                    <a:pt x="1725" y="2121"/>
                    <a:pt x="1741" y="2116"/>
                  </a:cubicBezTo>
                  <a:cubicBezTo>
                    <a:pt x="1786" y="2136"/>
                    <a:pt x="1835" y="2145"/>
                    <a:pt x="1884" y="2145"/>
                  </a:cubicBezTo>
                  <a:cubicBezTo>
                    <a:pt x="2105" y="2145"/>
                    <a:pt x="2322" y="1953"/>
                    <a:pt x="2193" y="1705"/>
                  </a:cubicBezTo>
                  <a:cubicBezTo>
                    <a:pt x="1962" y="1264"/>
                    <a:pt x="2039" y="599"/>
                    <a:pt x="1571" y="314"/>
                  </a:cubicBezTo>
                  <a:cubicBezTo>
                    <a:pt x="1363" y="188"/>
                    <a:pt x="1137" y="188"/>
                    <a:pt x="908" y="142"/>
                  </a:cubicBezTo>
                  <a:cubicBezTo>
                    <a:pt x="727" y="105"/>
                    <a:pt x="561" y="0"/>
                    <a:pt x="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7"/>
            <p:cNvSpPr/>
            <p:nvPr/>
          </p:nvSpPr>
          <p:spPr>
            <a:xfrm>
              <a:off x="2536801" y="680220"/>
              <a:ext cx="87683" cy="94616"/>
            </a:xfrm>
            <a:custGeom>
              <a:rect b="b" l="l" r="r" t="t"/>
              <a:pathLst>
                <a:path extrusionOk="0" h="1774" w="1644">
                  <a:moveTo>
                    <a:pt x="52" y="0"/>
                  </a:moveTo>
                  <a:lnTo>
                    <a:pt x="52" y="0"/>
                  </a:lnTo>
                  <a:cubicBezTo>
                    <a:pt x="1" y="512"/>
                    <a:pt x="36" y="1039"/>
                    <a:pt x="153" y="1544"/>
                  </a:cubicBezTo>
                  <a:cubicBezTo>
                    <a:pt x="250" y="1574"/>
                    <a:pt x="350" y="1597"/>
                    <a:pt x="451" y="1620"/>
                  </a:cubicBezTo>
                  <a:cubicBezTo>
                    <a:pt x="656" y="1666"/>
                    <a:pt x="873" y="1774"/>
                    <a:pt x="1086" y="1774"/>
                  </a:cubicBezTo>
                  <a:cubicBezTo>
                    <a:pt x="1144" y="1774"/>
                    <a:pt x="1201" y="1766"/>
                    <a:pt x="1257" y="1748"/>
                  </a:cubicBezTo>
                  <a:cubicBezTo>
                    <a:pt x="1475" y="1678"/>
                    <a:pt x="1643" y="1468"/>
                    <a:pt x="1611" y="1232"/>
                  </a:cubicBezTo>
                  <a:cubicBezTo>
                    <a:pt x="1580" y="977"/>
                    <a:pt x="1337" y="819"/>
                    <a:pt x="1121" y="729"/>
                  </a:cubicBezTo>
                  <a:cubicBezTo>
                    <a:pt x="853" y="619"/>
                    <a:pt x="600" y="555"/>
                    <a:pt x="373" y="360"/>
                  </a:cubicBezTo>
                  <a:cubicBezTo>
                    <a:pt x="250" y="254"/>
                    <a:pt x="144" y="131"/>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7"/>
            <p:cNvSpPr/>
            <p:nvPr/>
          </p:nvSpPr>
          <p:spPr>
            <a:xfrm>
              <a:off x="2556215" y="410134"/>
              <a:ext cx="561724" cy="612659"/>
            </a:xfrm>
            <a:custGeom>
              <a:rect b="b" l="l" r="r" t="t"/>
              <a:pathLst>
                <a:path extrusionOk="0" h="11487" w="10532">
                  <a:moveTo>
                    <a:pt x="6776" y="1"/>
                  </a:moveTo>
                  <a:cubicBezTo>
                    <a:pt x="6462" y="1"/>
                    <a:pt x="6215" y="427"/>
                    <a:pt x="6535" y="643"/>
                  </a:cubicBezTo>
                  <a:cubicBezTo>
                    <a:pt x="7590" y="1353"/>
                    <a:pt x="8559" y="2071"/>
                    <a:pt x="9075" y="3271"/>
                  </a:cubicBezTo>
                  <a:cubicBezTo>
                    <a:pt x="9601" y="4492"/>
                    <a:pt x="9876" y="6011"/>
                    <a:pt x="9426" y="7297"/>
                  </a:cubicBezTo>
                  <a:cubicBezTo>
                    <a:pt x="9103" y="8211"/>
                    <a:pt x="8646" y="8993"/>
                    <a:pt x="7863" y="9574"/>
                  </a:cubicBezTo>
                  <a:cubicBezTo>
                    <a:pt x="7386" y="9927"/>
                    <a:pt x="6860" y="10207"/>
                    <a:pt x="6321" y="10450"/>
                  </a:cubicBezTo>
                  <a:cubicBezTo>
                    <a:pt x="5825" y="10674"/>
                    <a:pt x="5300" y="10758"/>
                    <a:pt x="4763" y="10758"/>
                  </a:cubicBezTo>
                  <a:cubicBezTo>
                    <a:pt x="4671" y="10758"/>
                    <a:pt x="4579" y="10756"/>
                    <a:pt x="4487" y="10751"/>
                  </a:cubicBezTo>
                  <a:cubicBezTo>
                    <a:pt x="3810" y="10715"/>
                    <a:pt x="3099" y="10622"/>
                    <a:pt x="2477" y="10336"/>
                  </a:cubicBezTo>
                  <a:cubicBezTo>
                    <a:pt x="1813" y="10030"/>
                    <a:pt x="1247" y="9549"/>
                    <a:pt x="718" y="9051"/>
                  </a:cubicBezTo>
                  <a:cubicBezTo>
                    <a:pt x="647" y="8985"/>
                    <a:pt x="572" y="8957"/>
                    <a:pt x="501" y="8957"/>
                  </a:cubicBezTo>
                  <a:cubicBezTo>
                    <a:pt x="226" y="8957"/>
                    <a:pt x="1" y="9375"/>
                    <a:pt x="271" y="9629"/>
                  </a:cubicBezTo>
                  <a:cubicBezTo>
                    <a:pt x="796" y="10122"/>
                    <a:pt x="1356" y="10581"/>
                    <a:pt x="1999" y="10912"/>
                  </a:cubicBezTo>
                  <a:cubicBezTo>
                    <a:pt x="2603" y="11226"/>
                    <a:pt x="3266" y="11362"/>
                    <a:pt x="3939" y="11437"/>
                  </a:cubicBezTo>
                  <a:cubicBezTo>
                    <a:pt x="4215" y="11467"/>
                    <a:pt x="4496" y="11486"/>
                    <a:pt x="4776" y="11486"/>
                  </a:cubicBezTo>
                  <a:cubicBezTo>
                    <a:pt x="5223" y="11486"/>
                    <a:pt x="5669" y="11438"/>
                    <a:pt x="6098" y="11314"/>
                  </a:cubicBezTo>
                  <a:cubicBezTo>
                    <a:pt x="6750" y="11127"/>
                    <a:pt x="7388" y="10762"/>
                    <a:pt x="7957" y="10395"/>
                  </a:cubicBezTo>
                  <a:cubicBezTo>
                    <a:pt x="8894" y="9790"/>
                    <a:pt x="9516" y="9000"/>
                    <a:pt x="9945" y="7974"/>
                  </a:cubicBezTo>
                  <a:cubicBezTo>
                    <a:pt x="10531" y="6571"/>
                    <a:pt x="10455" y="5036"/>
                    <a:pt x="9984" y="3608"/>
                  </a:cubicBezTo>
                  <a:cubicBezTo>
                    <a:pt x="9736" y="2854"/>
                    <a:pt x="9381" y="2126"/>
                    <a:pt x="8836" y="1545"/>
                  </a:cubicBezTo>
                  <a:cubicBezTo>
                    <a:pt x="8291" y="964"/>
                    <a:pt x="7641" y="508"/>
                    <a:pt x="6984" y="67"/>
                  </a:cubicBezTo>
                  <a:cubicBezTo>
                    <a:pt x="6915" y="21"/>
                    <a:pt x="6844"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7"/>
            <p:cNvSpPr/>
            <p:nvPr/>
          </p:nvSpPr>
          <p:spPr>
            <a:xfrm>
              <a:off x="2718672" y="864598"/>
              <a:ext cx="276862" cy="100216"/>
            </a:xfrm>
            <a:custGeom>
              <a:rect b="b" l="l" r="r" t="t"/>
              <a:pathLst>
                <a:path extrusionOk="0" h="1879" w="5191">
                  <a:moveTo>
                    <a:pt x="5037" y="1"/>
                  </a:moveTo>
                  <a:cubicBezTo>
                    <a:pt x="4991" y="1"/>
                    <a:pt x="4949" y="27"/>
                    <a:pt x="4919" y="66"/>
                  </a:cubicBezTo>
                  <a:cubicBezTo>
                    <a:pt x="4111" y="1154"/>
                    <a:pt x="2718" y="1576"/>
                    <a:pt x="1418" y="1613"/>
                  </a:cubicBezTo>
                  <a:cubicBezTo>
                    <a:pt x="1348" y="1615"/>
                    <a:pt x="1278" y="1616"/>
                    <a:pt x="1208" y="1616"/>
                  </a:cubicBezTo>
                  <a:cubicBezTo>
                    <a:pt x="849" y="1616"/>
                    <a:pt x="491" y="1594"/>
                    <a:pt x="133" y="1556"/>
                  </a:cubicBezTo>
                  <a:cubicBezTo>
                    <a:pt x="130" y="1556"/>
                    <a:pt x="127" y="1556"/>
                    <a:pt x="123" y="1556"/>
                  </a:cubicBezTo>
                  <a:cubicBezTo>
                    <a:pt x="57" y="1556"/>
                    <a:pt x="0" y="1625"/>
                    <a:pt x="0" y="1689"/>
                  </a:cubicBezTo>
                  <a:cubicBezTo>
                    <a:pt x="0" y="1767"/>
                    <a:pt x="62" y="1815"/>
                    <a:pt x="133" y="1822"/>
                  </a:cubicBezTo>
                  <a:cubicBezTo>
                    <a:pt x="475" y="1858"/>
                    <a:pt x="824" y="1879"/>
                    <a:pt x="1173" y="1879"/>
                  </a:cubicBezTo>
                  <a:cubicBezTo>
                    <a:pt x="2298" y="1879"/>
                    <a:pt x="3427" y="1659"/>
                    <a:pt x="4352" y="986"/>
                  </a:cubicBezTo>
                  <a:cubicBezTo>
                    <a:pt x="4657" y="763"/>
                    <a:pt x="4923" y="502"/>
                    <a:pt x="5148" y="201"/>
                  </a:cubicBezTo>
                  <a:cubicBezTo>
                    <a:pt x="5191" y="142"/>
                    <a:pt x="5157" y="52"/>
                    <a:pt x="5100" y="18"/>
                  </a:cubicBezTo>
                  <a:cubicBezTo>
                    <a:pt x="5079" y="6"/>
                    <a:pt x="5058" y="1"/>
                    <a:pt x="5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7"/>
            <p:cNvSpPr/>
            <p:nvPr/>
          </p:nvSpPr>
          <p:spPr>
            <a:xfrm>
              <a:off x="3005825" y="743048"/>
              <a:ext cx="46615" cy="97070"/>
            </a:xfrm>
            <a:custGeom>
              <a:rect b="b" l="l" r="r" t="t"/>
              <a:pathLst>
                <a:path extrusionOk="0" h="1820" w="874">
                  <a:moveTo>
                    <a:pt x="732" y="1"/>
                  </a:moveTo>
                  <a:cubicBezTo>
                    <a:pt x="652" y="1"/>
                    <a:pt x="608" y="63"/>
                    <a:pt x="599" y="134"/>
                  </a:cubicBezTo>
                  <a:cubicBezTo>
                    <a:pt x="535" y="662"/>
                    <a:pt x="289" y="1149"/>
                    <a:pt x="53" y="1619"/>
                  </a:cubicBezTo>
                  <a:cubicBezTo>
                    <a:pt x="1" y="1723"/>
                    <a:pt x="92" y="1820"/>
                    <a:pt x="179" y="1820"/>
                  </a:cubicBezTo>
                  <a:cubicBezTo>
                    <a:pt x="219" y="1820"/>
                    <a:pt x="258" y="1800"/>
                    <a:pt x="281" y="1752"/>
                  </a:cubicBezTo>
                  <a:cubicBezTo>
                    <a:pt x="540" y="1236"/>
                    <a:pt x="794" y="713"/>
                    <a:pt x="864" y="134"/>
                  </a:cubicBezTo>
                  <a:cubicBezTo>
                    <a:pt x="873" y="63"/>
                    <a:pt x="797" y="1"/>
                    <a:pt x="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7"/>
            <p:cNvSpPr/>
            <p:nvPr/>
          </p:nvSpPr>
          <p:spPr>
            <a:xfrm>
              <a:off x="2535841" y="491256"/>
              <a:ext cx="122937" cy="175792"/>
            </a:xfrm>
            <a:custGeom>
              <a:rect b="b" l="l" r="r" t="t"/>
              <a:pathLst>
                <a:path extrusionOk="0" h="3296" w="2305">
                  <a:moveTo>
                    <a:pt x="2113" y="0"/>
                  </a:moveTo>
                  <a:cubicBezTo>
                    <a:pt x="2092" y="0"/>
                    <a:pt x="2069" y="6"/>
                    <a:pt x="2046" y="20"/>
                  </a:cubicBezTo>
                  <a:cubicBezTo>
                    <a:pt x="1181" y="538"/>
                    <a:pt x="524" y="1369"/>
                    <a:pt x="199" y="2321"/>
                  </a:cubicBezTo>
                  <a:cubicBezTo>
                    <a:pt x="107" y="2595"/>
                    <a:pt x="45" y="2875"/>
                    <a:pt x="10" y="3162"/>
                  </a:cubicBezTo>
                  <a:cubicBezTo>
                    <a:pt x="1" y="3233"/>
                    <a:pt x="77" y="3295"/>
                    <a:pt x="143" y="3295"/>
                  </a:cubicBezTo>
                  <a:cubicBezTo>
                    <a:pt x="222" y="3295"/>
                    <a:pt x="267" y="3233"/>
                    <a:pt x="276" y="3162"/>
                  </a:cubicBezTo>
                  <a:cubicBezTo>
                    <a:pt x="391" y="2232"/>
                    <a:pt x="859" y="1356"/>
                    <a:pt x="1546" y="724"/>
                  </a:cubicBezTo>
                  <a:cubicBezTo>
                    <a:pt x="1741" y="543"/>
                    <a:pt x="1954" y="385"/>
                    <a:pt x="2181" y="249"/>
                  </a:cubicBezTo>
                  <a:cubicBezTo>
                    <a:pt x="2305" y="176"/>
                    <a:pt x="2228"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7"/>
            <p:cNvSpPr/>
            <p:nvPr/>
          </p:nvSpPr>
          <p:spPr>
            <a:xfrm>
              <a:off x="2976864" y="444748"/>
              <a:ext cx="109390" cy="135471"/>
            </a:xfrm>
            <a:custGeom>
              <a:rect b="b" l="l" r="r" t="t"/>
              <a:pathLst>
                <a:path extrusionOk="0" h="2540" w="2051">
                  <a:moveTo>
                    <a:pt x="189" y="0"/>
                  </a:moveTo>
                  <a:cubicBezTo>
                    <a:pt x="91" y="0"/>
                    <a:pt x="1" y="133"/>
                    <a:pt x="89" y="230"/>
                  </a:cubicBezTo>
                  <a:cubicBezTo>
                    <a:pt x="720" y="921"/>
                    <a:pt x="1356" y="1624"/>
                    <a:pt x="1771" y="2471"/>
                  </a:cubicBezTo>
                  <a:cubicBezTo>
                    <a:pt x="1794" y="2519"/>
                    <a:pt x="1832" y="2539"/>
                    <a:pt x="1872" y="2539"/>
                  </a:cubicBezTo>
                  <a:cubicBezTo>
                    <a:pt x="1959" y="2539"/>
                    <a:pt x="2051" y="2443"/>
                    <a:pt x="1999" y="2338"/>
                  </a:cubicBezTo>
                  <a:cubicBezTo>
                    <a:pt x="1576" y="1470"/>
                    <a:pt x="922" y="749"/>
                    <a:pt x="277" y="42"/>
                  </a:cubicBezTo>
                  <a:cubicBezTo>
                    <a:pt x="250" y="12"/>
                    <a:pt x="219"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7"/>
            <p:cNvSpPr/>
            <p:nvPr/>
          </p:nvSpPr>
          <p:spPr>
            <a:xfrm>
              <a:off x="3081026" y="599472"/>
              <a:ext cx="21761" cy="37655"/>
            </a:xfrm>
            <a:custGeom>
              <a:rect b="b" l="l" r="r" t="t"/>
              <a:pathLst>
                <a:path extrusionOk="0" h="706" w="408">
                  <a:moveTo>
                    <a:pt x="151" y="1"/>
                  </a:moveTo>
                  <a:cubicBezTo>
                    <a:pt x="139" y="1"/>
                    <a:pt x="128" y="2"/>
                    <a:pt x="115" y="6"/>
                  </a:cubicBezTo>
                  <a:cubicBezTo>
                    <a:pt x="52" y="27"/>
                    <a:pt x="0" y="100"/>
                    <a:pt x="23" y="171"/>
                  </a:cubicBezTo>
                  <a:cubicBezTo>
                    <a:pt x="73" y="313"/>
                    <a:pt x="110" y="460"/>
                    <a:pt x="139" y="607"/>
                  </a:cubicBezTo>
                  <a:cubicBezTo>
                    <a:pt x="144" y="639"/>
                    <a:pt x="172" y="671"/>
                    <a:pt x="199" y="687"/>
                  </a:cubicBezTo>
                  <a:cubicBezTo>
                    <a:pt x="218" y="699"/>
                    <a:pt x="244" y="706"/>
                    <a:pt x="268" y="706"/>
                  </a:cubicBezTo>
                  <a:cubicBezTo>
                    <a:pt x="280" y="706"/>
                    <a:pt x="291" y="704"/>
                    <a:pt x="302" y="701"/>
                  </a:cubicBezTo>
                  <a:cubicBezTo>
                    <a:pt x="374" y="676"/>
                    <a:pt x="408" y="610"/>
                    <a:pt x="394" y="538"/>
                  </a:cubicBezTo>
                  <a:cubicBezTo>
                    <a:pt x="367" y="389"/>
                    <a:pt x="328" y="242"/>
                    <a:pt x="280" y="100"/>
                  </a:cubicBezTo>
                  <a:cubicBezTo>
                    <a:pt x="261" y="45"/>
                    <a:pt x="210"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7"/>
            <p:cNvSpPr/>
            <p:nvPr/>
          </p:nvSpPr>
          <p:spPr>
            <a:xfrm>
              <a:off x="2613229" y="960173"/>
              <a:ext cx="113817" cy="54562"/>
            </a:xfrm>
            <a:custGeom>
              <a:rect b="b" l="l" r="r" t="t"/>
              <a:pathLst>
                <a:path extrusionOk="0" h="1023" w="2134">
                  <a:moveTo>
                    <a:pt x="193" y="0"/>
                  </a:moveTo>
                  <a:cubicBezTo>
                    <a:pt x="78" y="0"/>
                    <a:pt x="1" y="175"/>
                    <a:pt x="125" y="248"/>
                  </a:cubicBezTo>
                  <a:cubicBezTo>
                    <a:pt x="685" y="581"/>
                    <a:pt x="1288" y="838"/>
                    <a:pt x="1913" y="1017"/>
                  </a:cubicBezTo>
                  <a:cubicBezTo>
                    <a:pt x="1927" y="1021"/>
                    <a:pt x="1940" y="1023"/>
                    <a:pt x="1952" y="1023"/>
                  </a:cubicBezTo>
                  <a:cubicBezTo>
                    <a:pt x="2088" y="1023"/>
                    <a:pt x="2134" y="804"/>
                    <a:pt x="1984" y="760"/>
                  </a:cubicBezTo>
                  <a:cubicBezTo>
                    <a:pt x="1378" y="589"/>
                    <a:pt x="800" y="340"/>
                    <a:pt x="260" y="20"/>
                  </a:cubicBezTo>
                  <a:cubicBezTo>
                    <a:pt x="237" y="6"/>
                    <a:pt x="215"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7"/>
            <p:cNvSpPr/>
            <p:nvPr/>
          </p:nvSpPr>
          <p:spPr>
            <a:xfrm>
              <a:off x="2625709" y="1135324"/>
              <a:ext cx="174832" cy="52855"/>
            </a:xfrm>
            <a:custGeom>
              <a:rect b="b" l="l" r="r" t="t"/>
              <a:pathLst>
                <a:path extrusionOk="0" h="991" w="3278">
                  <a:moveTo>
                    <a:pt x="3109" y="1"/>
                  </a:moveTo>
                  <a:cubicBezTo>
                    <a:pt x="3030" y="1"/>
                    <a:pt x="2946" y="66"/>
                    <a:pt x="2968" y="166"/>
                  </a:cubicBezTo>
                  <a:cubicBezTo>
                    <a:pt x="3014" y="379"/>
                    <a:pt x="2842" y="581"/>
                    <a:pt x="2657" y="661"/>
                  </a:cubicBezTo>
                  <a:cubicBezTo>
                    <a:pt x="2544" y="710"/>
                    <a:pt x="2422" y="728"/>
                    <a:pt x="2298" y="728"/>
                  </a:cubicBezTo>
                  <a:cubicBezTo>
                    <a:pt x="2150" y="728"/>
                    <a:pt x="1999" y="702"/>
                    <a:pt x="1860" y="675"/>
                  </a:cubicBezTo>
                  <a:cubicBezTo>
                    <a:pt x="1298" y="565"/>
                    <a:pt x="760" y="368"/>
                    <a:pt x="262" y="90"/>
                  </a:cubicBezTo>
                  <a:cubicBezTo>
                    <a:pt x="239" y="78"/>
                    <a:pt x="217" y="72"/>
                    <a:pt x="196" y="72"/>
                  </a:cubicBezTo>
                  <a:cubicBezTo>
                    <a:pt x="78" y="72"/>
                    <a:pt x="0" y="250"/>
                    <a:pt x="127" y="321"/>
                  </a:cubicBezTo>
                  <a:cubicBezTo>
                    <a:pt x="579" y="572"/>
                    <a:pt x="1064" y="764"/>
                    <a:pt x="1568" y="882"/>
                  </a:cubicBezTo>
                  <a:cubicBezTo>
                    <a:pt x="1794" y="936"/>
                    <a:pt x="2048" y="991"/>
                    <a:pt x="2293" y="991"/>
                  </a:cubicBezTo>
                  <a:cubicBezTo>
                    <a:pt x="2546" y="991"/>
                    <a:pt x="2791" y="933"/>
                    <a:pt x="2989" y="758"/>
                  </a:cubicBezTo>
                  <a:cubicBezTo>
                    <a:pt x="3177" y="592"/>
                    <a:pt x="3278" y="344"/>
                    <a:pt x="3225" y="96"/>
                  </a:cubicBezTo>
                  <a:cubicBezTo>
                    <a:pt x="3210" y="29"/>
                    <a:pt x="3160" y="1"/>
                    <a:pt x="3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7"/>
            <p:cNvSpPr/>
            <p:nvPr/>
          </p:nvSpPr>
          <p:spPr>
            <a:xfrm>
              <a:off x="2541548" y="1054202"/>
              <a:ext cx="32748" cy="49175"/>
            </a:xfrm>
            <a:custGeom>
              <a:rect b="b" l="l" r="r" t="t"/>
              <a:pathLst>
                <a:path extrusionOk="0" h="922" w="614">
                  <a:moveTo>
                    <a:pt x="317" y="188"/>
                  </a:moveTo>
                  <a:cubicBezTo>
                    <a:pt x="318" y="188"/>
                    <a:pt x="318" y="189"/>
                    <a:pt x="318" y="190"/>
                  </a:cubicBezTo>
                  <a:lnTo>
                    <a:pt x="318" y="190"/>
                  </a:lnTo>
                  <a:cubicBezTo>
                    <a:pt x="318" y="189"/>
                    <a:pt x="318" y="189"/>
                    <a:pt x="317" y="188"/>
                  </a:cubicBezTo>
                  <a:close/>
                  <a:moveTo>
                    <a:pt x="198" y="0"/>
                  </a:moveTo>
                  <a:cubicBezTo>
                    <a:pt x="139" y="0"/>
                    <a:pt x="79" y="35"/>
                    <a:pt x="68" y="96"/>
                  </a:cubicBezTo>
                  <a:cubicBezTo>
                    <a:pt x="0" y="404"/>
                    <a:pt x="133" y="729"/>
                    <a:pt x="395" y="902"/>
                  </a:cubicBezTo>
                  <a:cubicBezTo>
                    <a:pt x="415" y="915"/>
                    <a:pt x="437" y="921"/>
                    <a:pt x="460" y="921"/>
                  </a:cubicBezTo>
                  <a:cubicBezTo>
                    <a:pt x="508" y="921"/>
                    <a:pt x="556" y="896"/>
                    <a:pt x="578" y="855"/>
                  </a:cubicBezTo>
                  <a:cubicBezTo>
                    <a:pt x="613" y="789"/>
                    <a:pt x="592" y="715"/>
                    <a:pt x="530" y="674"/>
                  </a:cubicBezTo>
                  <a:cubicBezTo>
                    <a:pt x="523" y="668"/>
                    <a:pt x="518" y="665"/>
                    <a:pt x="511" y="660"/>
                  </a:cubicBezTo>
                  <a:cubicBezTo>
                    <a:pt x="505" y="653"/>
                    <a:pt x="486" y="638"/>
                    <a:pt x="479" y="633"/>
                  </a:cubicBezTo>
                  <a:cubicBezTo>
                    <a:pt x="459" y="614"/>
                    <a:pt x="440" y="592"/>
                    <a:pt x="422" y="573"/>
                  </a:cubicBezTo>
                  <a:cubicBezTo>
                    <a:pt x="417" y="566"/>
                    <a:pt x="413" y="560"/>
                    <a:pt x="408" y="553"/>
                  </a:cubicBezTo>
                  <a:cubicBezTo>
                    <a:pt x="401" y="543"/>
                    <a:pt x="394" y="530"/>
                    <a:pt x="387" y="518"/>
                  </a:cubicBezTo>
                  <a:cubicBezTo>
                    <a:pt x="379" y="505"/>
                    <a:pt x="372" y="493"/>
                    <a:pt x="365" y="481"/>
                  </a:cubicBezTo>
                  <a:cubicBezTo>
                    <a:pt x="362" y="474"/>
                    <a:pt x="358" y="466"/>
                    <a:pt x="355" y="459"/>
                  </a:cubicBezTo>
                  <a:cubicBezTo>
                    <a:pt x="346" y="433"/>
                    <a:pt x="337" y="408"/>
                    <a:pt x="330" y="381"/>
                  </a:cubicBezTo>
                  <a:cubicBezTo>
                    <a:pt x="326" y="367"/>
                    <a:pt x="323" y="353"/>
                    <a:pt x="321" y="339"/>
                  </a:cubicBezTo>
                  <a:cubicBezTo>
                    <a:pt x="319" y="334"/>
                    <a:pt x="317" y="326"/>
                    <a:pt x="317" y="321"/>
                  </a:cubicBezTo>
                  <a:cubicBezTo>
                    <a:pt x="317" y="319"/>
                    <a:pt x="317" y="319"/>
                    <a:pt x="317" y="319"/>
                  </a:cubicBezTo>
                  <a:cubicBezTo>
                    <a:pt x="316" y="291"/>
                    <a:pt x="314" y="263"/>
                    <a:pt x="314" y="234"/>
                  </a:cubicBezTo>
                  <a:cubicBezTo>
                    <a:pt x="316" y="222"/>
                    <a:pt x="317" y="208"/>
                    <a:pt x="317" y="195"/>
                  </a:cubicBezTo>
                  <a:lnTo>
                    <a:pt x="317" y="195"/>
                  </a:lnTo>
                  <a:cubicBezTo>
                    <a:pt x="317" y="199"/>
                    <a:pt x="317" y="203"/>
                    <a:pt x="317" y="203"/>
                  </a:cubicBezTo>
                  <a:cubicBezTo>
                    <a:pt x="317" y="203"/>
                    <a:pt x="317" y="201"/>
                    <a:pt x="317" y="195"/>
                  </a:cubicBezTo>
                  <a:lnTo>
                    <a:pt x="317" y="195"/>
                  </a:lnTo>
                  <a:cubicBezTo>
                    <a:pt x="317" y="195"/>
                    <a:pt x="317" y="195"/>
                    <a:pt x="317" y="195"/>
                  </a:cubicBezTo>
                  <a:cubicBezTo>
                    <a:pt x="317" y="194"/>
                    <a:pt x="317" y="194"/>
                    <a:pt x="317" y="194"/>
                  </a:cubicBezTo>
                  <a:cubicBezTo>
                    <a:pt x="317" y="193"/>
                    <a:pt x="318" y="193"/>
                    <a:pt x="318" y="192"/>
                  </a:cubicBezTo>
                  <a:lnTo>
                    <a:pt x="318" y="192"/>
                  </a:lnTo>
                  <a:cubicBezTo>
                    <a:pt x="318" y="191"/>
                    <a:pt x="318" y="191"/>
                    <a:pt x="318" y="190"/>
                  </a:cubicBezTo>
                  <a:lnTo>
                    <a:pt x="318" y="190"/>
                  </a:lnTo>
                  <a:cubicBezTo>
                    <a:pt x="320" y="182"/>
                    <a:pt x="321" y="175"/>
                    <a:pt x="323" y="167"/>
                  </a:cubicBezTo>
                  <a:cubicBezTo>
                    <a:pt x="337" y="100"/>
                    <a:pt x="303" y="20"/>
                    <a:pt x="231" y="4"/>
                  </a:cubicBezTo>
                  <a:cubicBezTo>
                    <a:pt x="220" y="1"/>
                    <a:pt x="209"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7"/>
            <p:cNvSpPr/>
            <p:nvPr/>
          </p:nvSpPr>
          <p:spPr>
            <a:xfrm>
              <a:off x="2558455" y="1064496"/>
              <a:ext cx="53" cy="160"/>
            </a:xfrm>
            <a:custGeom>
              <a:rect b="b" l="l" r="r" t="t"/>
              <a:pathLst>
                <a:path extrusionOk="0" h="3" w="1">
                  <a:moveTo>
                    <a:pt x="0" y="2"/>
                  </a:moveTo>
                  <a:cubicBezTo>
                    <a:pt x="0" y="1"/>
                    <a:pt x="0" y="1"/>
                    <a:pt x="0" y="1"/>
                  </a:cubicBezTo>
                  <a:cubicBezTo>
                    <a:pt x="0" y="1"/>
                    <a:pt x="0" y="1"/>
                    <a:pt x="0" y="1"/>
                  </a:cubicBezTo>
                  <a:cubicBezTo>
                    <a:pt x="0" y="1"/>
                    <a:pt x="0" y="1"/>
                    <a:pt x="0" y="2"/>
                  </a:cubicBezTo>
                  <a:close/>
                </a:path>
              </a:pathLst>
            </a:custGeom>
            <a:solidFill>
              <a:srgbClr val="4804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7"/>
            <p:cNvSpPr/>
            <p:nvPr/>
          </p:nvSpPr>
          <p:spPr>
            <a:xfrm>
              <a:off x="2890089" y="430828"/>
              <a:ext cx="37228" cy="30508"/>
            </a:xfrm>
            <a:custGeom>
              <a:rect b="b" l="l" r="r" t="t"/>
              <a:pathLst>
                <a:path extrusionOk="0" h="572" w="698">
                  <a:moveTo>
                    <a:pt x="139" y="0"/>
                  </a:moveTo>
                  <a:cubicBezTo>
                    <a:pt x="127" y="0"/>
                    <a:pt x="115" y="2"/>
                    <a:pt x="105" y="5"/>
                  </a:cubicBezTo>
                  <a:cubicBezTo>
                    <a:pt x="73" y="14"/>
                    <a:pt x="40" y="37"/>
                    <a:pt x="25" y="67"/>
                  </a:cubicBezTo>
                  <a:cubicBezTo>
                    <a:pt x="10" y="97"/>
                    <a:pt x="1" y="134"/>
                    <a:pt x="11" y="168"/>
                  </a:cubicBezTo>
                  <a:cubicBezTo>
                    <a:pt x="24" y="203"/>
                    <a:pt x="43" y="227"/>
                    <a:pt x="73" y="248"/>
                  </a:cubicBezTo>
                  <a:cubicBezTo>
                    <a:pt x="212" y="351"/>
                    <a:pt x="352" y="452"/>
                    <a:pt x="492" y="554"/>
                  </a:cubicBezTo>
                  <a:cubicBezTo>
                    <a:pt x="507" y="567"/>
                    <a:pt x="531" y="572"/>
                    <a:pt x="554" y="572"/>
                  </a:cubicBezTo>
                  <a:cubicBezTo>
                    <a:pt x="568" y="572"/>
                    <a:pt x="581" y="570"/>
                    <a:pt x="593" y="567"/>
                  </a:cubicBezTo>
                  <a:cubicBezTo>
                    <a:pt x="624" y="560"/>
                    <a:pt x="658" y="535"/>
                    <a:pt x="672" y="507"/>
                  </a:cubicBezTo>
                  <a:cubicBezTo>
                    <a:pt x="688" y="476"/>
                    <a:pt x="697" y="439"/>
                    <a:pt x="686" y="404"/>
                  </a:cubicBezTo>
                  <a:cubicBezTo>
                    <a:pt x="674" y="370"/>
                    <a:pt x="655" y="347"/>
                    <a:pt x="624" y="324"/>
                  </a:cubicBezTo>
                  <a:cubicBezTo>
                    <a:pt x="486" y="223"/>
                    <a:pt x="346" y="120"/>
                    <a:pt x="206" y="19"/>
                  </a:cubicBezTo>
                  <a:cubicBezTo>
                    <a:pt x="190" y="6"/>
                    <a:pt x="163"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7"/>
            <p:cNvSpPr/>
            <p:nvPr/>
          </p:nvSpPr>
          <p:spPr>
            <a:xfrm>
              <a:off x="2567415" y="1141351"/>
              <a:ext cx="45335" cy="30988"/>
            </a:xfrm>
            <a:custGeom>
              <a:rect b="b" l="l" r="r" t="t"/>
              <a:pathLst>
                <a:path extrusionOk="0" h="581" w="850">
                  <a:moveTo>
                    <a:pt x="151" y="0"/>
                  </a:moveTo>
                  <a:cubicBezTo>
                    <a:pt x="119" y="0"/>
                    <a:pt x="80" y="14"/>
                    <a:pt x="57" y="39"/>
                  </a:cubicBezTo>
                  <a:cubicBezTo>
                    <a:pt x="13" y="87"/>
                    <a:pt x="1" y="179"/>
                    <a:pt x="57" y="227"/>
                  </a:cubicBezTo>
                  <a:cubicBezTo>
                    <a:pt x="242" y="376"/>
                    <a:pt x="446" y="493"/>
                    <a:pt x="669" y="574"/>
                  </a:cubicBezTo>
                  <a:cubicBezTo>
                    <a:pt x="680" y="579"/>
                    <a:pt x="692" y="581"/>
                    <a:pt x="704" y="581"/>
                  </a:cubicBezTo>
                  <a:cubicBezTo>
                    <a:pt x="761" y="581"/>
                    <a:pt x="819" y="536"/>
                    <a:pt x="832" y="482"/>
                  </a:cubicBezTo>
                  <a:cubicBezTo>
                    <a:pt x="850" y="408"/>
                    <a:pt x="809" y="346"/>
                    <a:pt x="740" y="319"/>
                  </a:cubicBezTo>
                  <a:cubicBezTo>
                    <a:pt x="715" y="310"/>
                    <a:pt x="690" y="303"/>
                    <a:pt x="667" y="291"/>
                  </a:cubicBezTo>
                  <a:lnTo>
                    <a:pt x="667" y="291"/>
                  </a:lnTo>
                  <a:cubicBezTo>
                    <a:pt x="677" y="296"/>
                    <a:pt x="680" y="298"/>
                    <a:pt x="680" y="298"/>
                  </a:cubicBezTo>
                  <a:cubicBezTo>
                    <a:pt x="679" y="298"/>
                    <a:pt x="660" y="288"/>
                    <a:pt x="655" y="286"/>
                  </a:cubicBezTo>
                  <a:cubicBezTo>
                    <a:pt x="642" y="280"/>
                    <a:pt x="630" y="275"/>
                    <a:pt x="619" y="270"/>
                  </a:cubicBezTo>
                  <a:cubicBezTo>
                    <a:pt x="573" y="247"/>
                    <a:pt x="527" y="224"/>
                    <a:pt x="481" y="199"/>
                  </a:cubicBezTo>
                  <a:cubicBezTo>
                    <a:pt x="437" y="172"/>
                    <a:pt x="392" y="146"/>
                    <a:pt x="350" y="115"/>
                  </a:cubicBezTo>
                  <a:cubicBezTo>
                    <a:pt x="329" y="101"/>
                    <a:pt x="307" y="87"/>
                    <a:pt x="288" y="71"/>
                  </a:cubicBezTo>
                  <a:cubicBezTo>
                    <a:pt x="284" y="69"/>
                    <a:pt x="263" y="55"/>
                    <a:pt x="264" y="55"/>
                  </a:cubicBezTo>
                  <a:lnTo>
                    <a:pt x="264" y="55"/>
                  </a:lnTo>
                  <a:cubicBezTo>
                    <a:pt x="264" y="55"/>
                    <a:pt x="267" y="57"/>
                    <a:pt x="275" y="62"/>
                  </a:cubicBezTo>
                  <a:cubicBezTo>
                    <a:pt x="265" y="55"/>
                    <a:pt x="256" y="46"/>
                    <a:pt x="245" y="39"/>
                  </a:cubicBezTo>
                  <a:cubicBezTo>
                    <a:pt x="217" y="16"/>
                    <a:pt x="189"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2" name="Google Shape;2202;p37"/>
          <p:cNvSpPr/>
          <p:nvPr/>
        </p:nvSpPr>
        <p:spPr>
          <a:xfrm>
            <a:off x="6228953" y="10788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7"/>
          <p:cNvSpPr/>
          <p:nvPr/>
        </p:nvSpPr>
        <p:spPr>
          <a:xfrm>
            <a:off x="7242053" y="10108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7"/>
          <p:cNvSpPr/>
          <p:nvPr/>
        </p:nvSpPr>
        <p:spPr>
          <a:xfrm>
            <a:off x="8043791" y="39626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5" name="Google Shape;2205;p37"/>
          <p:cNvGrpSpPr/>
          <p:nvPr/>
        </p:nvGrpSpPr>
        <p:grpSpPr>
          <a:xfrm>
            <a:off x="70092" y="2606354"/>
            <a:ext cx="1189455" cy="1221626"/>
            <a:chOff x="1742490" y="367839"/>
            <a:chExt cx="629242" cy="646260"/>
          </a:xfrm>
        </p:grpSpPr>
        <p:sp>
          <p:nvSpPr>
            <p:cNvPr id="2206" name="Google Shape;2206;p37"/>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7"/>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7"/>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7"/>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7"/>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7"/>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7"/>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7"/>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7"/>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7"/>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7"/>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7" name="Google Shape;2217;p37"/>
          <p:cNvSpPr/>
          <p:nvPr/>
        </p:nvSpPr>
        <p:spPr>
          <a:xfrm>
            <a:off x="1481999" y="1360958"/>
            <a:ext cx="630605" cy="581343"/>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7"/>
          <p:cNvSpPr txBox="1"/>
          <p:nvPr>
            <p:ph idx="5" type="title"/>
          </p:nvPr>
        </p:nvSpPr>
        <p:spPr>
          <a:xfrm>
            <a:off x="1482000" y="1424620"/>
            <a:ext cx="669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219" name="Google Shape;2219;p37"/>
          <p:cNvSpPr txBox="1"/>
          <p:nvPr>
            <p:ph idx="6" type="title"/>
          </p:nvPr>
        </p:nvSpPr>
        <p:spPr>
          <a:xfrm>
            <a:off x="1482000" y="3663874"/>
            <a:ext cx="669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220" name="Google Shape;2220;p37"/>
          <p:cNvSpPr txBox="1"/>
          <p:nvPr>
            <p:ph idx="7" type="title"/>
          </p:nvPr>
        </p:nvSpPr>
        <p:spPr>
          <a:xfrm>
            <a:off x="1482000" y="2544247"/>
            <a:ext cx="669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4" name="Shape 2224"/>
        <p:cNvGrpSpPr/>
        <p:nvPr/>
      </p:nvGrpSpPr>
      <p:grpSpPr>
        <a:xfrm>
          <a:off x="0" y="0"/>
          <a:ext cx="0" cy="0"/>
          <a:chOff x="0" y="0"/>
          <a:chExt cx="0" cy="0"/>
        </a:xfrm>
      </p:grpSpPr>
      <p:sp>
        <p:nvSpPr>
          <p:cNvPr id="2225" name="Google Shape;2225;p38"/>
          <p:cNvSpPr txBox="1"/>
          <p:nvPr>
            <p:ph type="title"/>
          </p:nvPr>
        </p:nvSpPr>
        <p:spPr>
          <a:xfrm>
            <a:off x="1024800" y="1789950"/>
            <a:ext cx="3597900" cy="11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226" name="Google Shape;2226;p38"/>
          <p:cNvSpPr txBox="1"/>
          <p:nvPr>
            <p:ph idx="1" type="subTitle"/>
          </p:nvPr>
        </p:nvSpPr>
        <p:spPr>
          <a:xfrm>
            <a:off x="1024800" y="3073560"/>
            <a:ext cx="35979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If you want to talk about Mercury, you can say that it’s the smallest planet Solar System</a:t>
            </a:r>
            <a:endParaRPr/>
          </a:p>
        </p:txBody>
      </p:sp>
      <p:grpSp>
        <p:nvGrpSpPr>
          <p:cNvPr id="2227" name="Google Shape;2227;p38"/>
          <p:cNvGrpSpPr/>
          <p:nvPr/>
        </p:nvGrpSpPr>
        <p:grpSpPr>
          <a:xfrm flipH="1" rot="-1837553">
            <a:off x="6223363" y="1273304"/>
            <a:ext cx="1513811" cy="2029860"/>
            <a:chOff x="1400935" y="1333409"/>
            <a:chExt cx="760984" cy="1020399"/>
          </a:xfrm>
        </p:grpSpPr>
        <p:sp>
          <p:nvSpPr>
            <p:cNvPr id="2228" name="Google Shape;2228;p38"/>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8"/>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8"/>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8"/>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8"/>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8"/>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8"/>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8"/>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8"/>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8"/>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8"/>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8"/>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8"/>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8"/>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38"/>
          <p:cNvSpPr/>
          <p:nvPr/>
        </p:nvSpPr>
        <p:spPr>
          <a:xfrm rot="144386">
            <a:off x="3913765" y="1503283"/>
            <a:ext cx="1770886" cy="1490097"/>
          </a:xfrm>
          <a:custGeom>
            <a:rect b="b" l="l" r="r" t="t"/>
            <a:pathLst>
              <a:path extrusionOk="0" h="20150" w="23947">
                <a:moveTo>
                  <a:pt x="6831" y="1"/>
                </a:moveTo>
                <a:cubicBezTo>
                  <a:pt x="6782" y="1"/>
                  <a:pt x="6732" y="1"/>
                  <a:pt x="6683" y="3"/>
                </a:cubicBezTo>
                <a:cubicBezTo>
                  <a:pt x="6612" y="3"/>
                  <a:pt x="6538" y="6"/>
                  <a:pt x="6467" y="10"/>
                </a:cubicBezTo>
                <a:cubicBezTo>
                  <a:pt x="6352" y="17"/>
                  <a:pt x="6265" y="112"/>
                  <a:pt x="6270" y="228"/>
                </a:cubicBezTo>
                <a:cubicBezTo>
                  <a:pt x="6277" y="337"/>
                  <a:pt x="6368" y="423"/>
                  <a:pt x="6475" y="423"/>
                </a:cubicBezTo>
                <a:cubicBezTo>
                  <a:pt x="6480" y="423"/>
                  <a:pt x="6484" y="423"/>
                  <a:pt x="6488" y="422"/>
                </a:cubicBezTo>
                <a:cubicBezTo>
                  <a:pt x="6555" y="419"/>
                  <a:pt x="6625" y="417"/>
                  <a:pt x="6692" y="415"/>
                </a:cubicBezTo>
                <a:cubicBezTo>
                  <a:pt x="6734" y="414"/>
                  <a:pt x="6777" y="414"/>
                  <a:pt x="6819" y="414"/>
                </a:cubicBezTo>
                <a:cubicBezTo>
                  <a:pt x="6995" y="414"/>
                  <a:pt x="7172" y="422"/>
                  <a:pt x="7346" y="437"/>
                </a:cubicBezTo>
                <a:cubicBezTo>
                  <a:pt x="7353" y="437"/>
                  <a:pt x="7358" y="438"/>
                  <a:pt x="7364" y="438"/>
                </a:cubicBezTo>
                <a:cubicBezTo>
                  <a:pt x="7470" y="438"/>
                  <a:pt x="7560" y="357"/>
                  <a:pt x="7569" y="249"/>
                </a:cubicBezTo>
                <a:cubicBezTo>
                  <a:pt x="7580" y="135"/>
                  <a:pt x="7496" y="34"/>
                  <a:pt x="7381" y="26"/>
                </a:cubicBezTo>
                <a:cubicBezTo>
                  <a:pt x="7200" y="9"/>
                  <a:pt x="7016" y="1"/>
                  <a:pt x="6831" y="1"/>
                </a:cubicBezTo>
                <a:close/>
                <a:moveTo>
                  <a:pt x="5596" y="114"/>
                </a:moveTo>
                <a:cubicBezTo>
                  <a:pt x="5583" y="114"/>
                  <a:pt x="5571" y="115"/>
                  <a:pt x="5558" y="118"/>
                </a:cubicBezTo>
                <a:cubicBezTo>
                  <a:pt x="5260" y="174"/>
                  <a:pt x="4962" y="249"/>
                  <a:pt x="4672" y="343"/>
                </a:cubicBezTo>
                <a:cubicBezTo>
                  <a:pt x="4564" y="378"/>
                  <a:pt x="4503" y="495"/>
                  <a:pt x="4539" y="603"/>
                </a:cubicBezTo>
                <a:cubicBezTo>
                  <a:pt x="4567" y="692"/>
                  <a:pt x="4649" y="747"/>
                  <a:pt x="4736" y="747"/>
                </a:cubicBezTo>
                <a:cubicBezTo>
                  <a:pt x="4757" y="747"/>
                  <a:pt x="4778" y="743"/>
                  <a:pt x="4799" y="736"/>
                </a:cubicBezTo>
                <a:cubicBezTo>
                  <a:pt x="5072" y="648"/>
                  <a:pt x="5352" y="577"/>
                  <a:pt x="5634" y="525"/>
                </a:cubicBezTo>
                <a:cubicBezTo>
                  <a:pt x="5746" y="504"/>
                  <a:pt x="5820" y="396"/>
                  <a:pt x="5799" y="284"/>
                </a:cubicBezTo>
                <a:cubicBezTo>
                  <a:pt x="5780" y="184"/>
                  <a:pt x="5693" y="114"/>
                  <a:pt x="5596" y="114"/>
                </a:cubicBezTo>
                <a:close/>
                <a:moveTo>
                  <a:pt x="8241" y="162"/>
                </a:moveTo>
                <a:cubicBezTo>
                  <a:pt x="8147" y="162"/>
                  <a:pt x="8062" y="227"/>
                  <a:pt x="8039" y="323"/>
                </a:cubicBezTo>
                <a:cubicBezTo>
                  <a:pt x="8014" y="435"/>
                  <a:pt x="8083" y="545"/>
                  <a:pt x="8195" y="571"/>
                </a:cubicBezTo>
                <a:cubicBezTo>
                  <a:pt x="8469" y="635"/>
                  <a:pt x="8746" y="718"/>
                  <a:pt x="9017" y="819"/>
                </a:cubicBezTo>
                <a:cubicBezTo>
                  <a:pt x="9040" y="828"/>
                  <a:pt x="9065" y="834"/>
                  <a:pt x="9090" y="834"/>
                </a:cubicBezTo>
                <a:cubicBezTo>
                  <a:pt x="9173" y="834"/>
                  <a:pt x="9251" y="782"/>
                  <a:pt x="9283" y="699"/>
                </a:cubicBezTo>
                <a:cubicBezTo>
                  <a:pt x="9323" y="593"/>
                  <a:pt x="9269" y="474"/>
                  <a:pt x="9162" y="433"/>
                </a:cubicBezTo>
                <a:cubicBezTo>
                  <a:pt x="8875" y="325"/>
                  <a:pt x="8581" y="236"/>
                  <a:pt x="8287" y="167"/>
                </a:cubicBezTo>
                <a:cubicBezTo>
                  <a:pt x="8271" y="164"/>
                  <a:pt x="8256" y="162"/>
                  <a:pt x="8241" y="162"/>
                </a:cubicBezTo>
                <a:close/>
                <a:moveTo>
                  <a:pt x="3910" y="660"/>
                </a:moveTo>
                <a:cubicBezTo>
                  <a:pt x="3881" y="660"/>
                  <a:pt x="3851" y="666"/>
                  <a:pt x="3823" y="679"/>
                </a:cubicBezTo>
                <a:cubicBezTo>
                  <a:pt x="3546" y="811"/>
                  <a:pt x="3277" y="959"/>
                  <a:pt x="3022" y="1122"/>
                </a:cubicBezTo>
                <a:cubicBezTo>
                  <a:pt x="2926" y="1184"/>
                  <a:pt x="2898" y="1312"/>
                  <a:pt x="2960" y="1408"/>
                </a:cubicBezTo>
                <a:cubicBezTo>
                  <a:pt x="3001" y="1470"/>
                  <a:pt x="3066" y="1503"/>
                  <a:pt x="3135" y="1503"/>
                </a:cubicBezTo>
                <a:cubicBezTo>
                  <a:pt x="3173" y="1503"/>
                  <a:pt x="3212" y="1493"/>
                  <a:pt x="3245" y="1470"/>
                </a:cubicBezTo>
                <a:cubicBezTo>
                  <a:pt x="3486" y="1316"/>
                  <a:pt x="3740" y="1176"/>
                  <a:pt x="3998" y="1053"/>
                </a:cubicBezTo>
                <a:cubicBezTo>
                  <a:pt x="4103" y="1006"/>
                  <a:pt x="4147" y="881"/>
                  <a:pt x="4098" y="779"/>
                </a:cubicBezTo>
                <a:cubicBezTo>
                  <a:pt x="4063" y="704"/>
                  <a:pt x="3988" y="660"/>
                  <a:pt x="3910" y="660"/>
                </a:cubicBezTo>
                <a:close/>
                <a:moveTo>
                  <a:pt x="9899" y="785"/>
                </a:moveTo>
                <a:cubicBezTo>
                  <a:pt x="9824" y="785"/>
                  <a:pt x="9752" y="825"/>
                  <a:pt x="9715" y="896"/>
                </a:cubicBezTo>
                <a:cubicBezTo>
                  <a:pt x="9662" y="997"/>
                  <a:pt x="9701" y="1121"/>
                  <a:pt x="9802" y="1174"/>
                </a:cubicBezTo>
                <a:cubicBezTo>
                  <a:pt x="10052" y="1307"/>
                  <a:pt x="10300" y="1457"/>
                  <a:pt x="10539" y="1622"/>
                </a:cubicBezTo>
                <a:cubicBezTo>
                  <a:pt x="10575" y="1647"/>
                  <a:pt x="10615" y="1658"/>
                  <a:pt x="10656" y="1658"/>
                </a:cubicBezTo>
                <a:cubicBezTo>
                  <a:pt x="10722" y="1658"/>
                  <a:pt x="10787" y="1628"/>
                  <a:pt x="10826" y="1569"/>
                </a:cubicBezTo>
                <a:cubicBezTo>
                  <a:pt x="10892" y="1475"/>
                  <a:pt x="10867" y="1346"/>
                  <a:pt x="10773" y="1282"/>
                </a:cubicBezTo>
                <a:cubicBezTo>
                  <a:pt x="10521" y="1107"/>
                  <a:pt x="10259" y="949"/>
                  <a:pt x="9995" y="809"/>
                </a:cubicBezTo>
                <a:cubicBezTo>
                  <a:pt x="9964" y="793"/>
                  <a:pt x="9932" y="785"/>
                  <a:pt x="9899" y="785"/>
                </a:cubicBezTo>
                <a:close/>
                <a:moveTo>
                  <a:pt x="2421" y="1617"/>
                </a:moveTo>
                <a:cubicBezTo>
                  <a:pt x="2374" y="1617"/>
                  <a:pt x="2326" y="1633"/>
                  <a:pt x="2287" y="1667"/>
                </a:cubicBezTo>
                <a:cubicBezTo>
                  <a:pt x="2054" y="1863"/>
                  <a:pt x="1833" y="2076"/>
                  <a:pt x="1629" y="2299"/>
                </a:cubicBezTo>
                <a:cubicBezTo>
                  <a:pt x="1551" y="2384"/>
                  <a:pt x="1556" y="2515"/>
                  <a:pt x="1641" y="2592"/>
                </a:cubicBezTo>
                <a:cubicBezTo>
                  <a:pt x="1680" y="2629"/>
                  <a:pt x="1732" y="2646"/>
                  <a:pt x="1781" y="2646"/>
                </a:cubicBezTo>
                <a:cubicBezTo>
                  <a:pt x="1836" y="2646"/>
                  <a:pt x="1893" y="2623"/>
                  <a:pt x="1934" y="2579"/>
                </a:cubicBezTo>
                <a:cubicBezTo>
                  <a:pt x="2127" y="2368"/>
                  <a:pt x="2336" y="2168"/>
                  <a:pt x="2554" y="1982"/>
                </a:cubicBezTo>
                <a:cubicBezTo>
                  <a:pt x="2641" y="1908"/>
                  <a:pt x="2653" y="1778"/>
                  <a:pt x="2579" y="1691"/>
                </a:cubicBezTo>
                <a:cubicBezTo>
                  <a:pt x="2538" y="1642"/>
                  <a:pt x="2480" y="1617"/>
                  <a:pt x="2421" y="1617"/>
                </a:cubicBezTo>
                <a:close/>
                <a:moveTo>
                  <a:pt x="11359" y="1786"/>
                </a:moveTo>
                <a:cubicBezTo>
                  <a:pt x="11301" y="1786"/>
                  <a:pt x="11243" y="1810"/>
                  <a:pt x="11202" y="1858"/>
                </a:cubicBezTo>
                <a:cubicBezTo>
                  <a:pt x="11129" y="1945"/>
                  <a:pt x="11138" y="2076"/>
                  <a:pt x="11225" y="2150"/>
                </a:cubicBezTo>
                <a:cubicBezTo>
                  <a:pt x="11441" y="2335"/>
                  <a:pt x="11654" y="2535"/>
                  <a:pt x="11854" y="2746"/>
                </a:cubicBezTo>
                <a:cubicBezTo>
                  <a:pt x="11895" y="2788"/>
                  <a:pt x="11950" y="2810"/>
                  <a:pt x="12005" y="2810"/>
                </a:cubicBezTo>
                <a:cubicBezTo>
                  <a:pt x="12056" y="2810"/>
                  <a:pt x="12107" y="2790"/>
                  <a:pt x="12146" y="2753"/>
                </a:cubicBezTo>
                <a:cubicBezTo>
                  <a:pt x="12230" y="2673"/>
                  <a:pt x="12231" y="2542"/>
                  <a:pt x="12154" y="2460"/>
                </a:cubicBezTo>
                <a:cubicBezTo>
                  <a:pt x="11943" y="2239"/>
                  <a:pt x="11721" y="2030"/>
                  <a:pt x="11494" y="1835"/>
                </a:cubicBezTo>
                <a:cubicBezTo>
                  <a:pt x="11455" y="1802"/>
                  <a:pt x="11407" y="1786"/>
                  <a:pt x="11359" y="1786"/>
                </a:cubicBezTo>
                <a:close/>
                <a:moveTo>
                  <a:pt x="23069" y="3254"/>
                </a:moveTo>
                <a:cubicBezTo>
                  <a:pt x="22994" y="3254"/>
                  <a:pt x="22918" y="3255"/>
                  <a:pt x="22843" y="3256"/>
                </a:cubicBezTo>
                <a:cubicBezTo>
                  <a:pt x="22729" y="3258"/>
                  <a:pt x="22637" y="3352"/>
                  <a:pt x="22641" y="3467"/>
                </a:cubicBezTo>
                <a:cubicBezTo>
                  <a:pt x="22643" y="3579"/>
                  <a:pt x="22735" y="3669"/>
                  <a:pt x="22847" y="3669"/>
                </a:cubicBezTo>
                <a:cubicBezTo>
                  <a:pt x="22848" y="3669"/>
                  <a:pt x="22849" y="3669"/>
                  <a:pt x="22850" y="3669"/>
                </a:cubicBezTo>
                <a:cubicBezTo>
                  <a:pt x="22923" y="3668"/>
                  <a:pt x="22996" y="3667"/>
                  <a:pt x="23069" y="3667"/>
                </a:cubicBezTo>
                <a:cubicBezTo>
                  <a:pt x="23288" y="3667"/>
                  <a:pt x="23507" y="3673"/>
                  <a:pt x="23724" y="3685"/>
                </a:cubicBezTo>
                <a:lnTo>
                  <a:pt x="23734" y="3685"/>
                </a:lnTo>
                <a:cubicBezTo>
                  <a:pt x="23844" y="3685"/>
                  <a:pt x="23934" y="3600"/>
                  <a:pt x="23941" y="3488"/>
                </a:cubicBezTo>
                <a:cubicBezTo>
                  <a:pt x="23947" y="3375"/>
                  <a:pt x="23860" y="3277"/>
                  <a:pt x="23745" y="3272"/>
                </a:cubicBezTo>
                <a:cubicBezTo>
                  <a:pt x="23521" y="3260"/>
                  <a:pt x="23295" y="3254"/>
                  <a:pt x="23069" y="3254"/>
                </a:cubicBezTo>
                <a:close/>
                <a:moveTo>
                  <a:pt x="21962" y="3303"/>
                </a:moveTo>
                <a:cubicBezTo>
                  <a:pt x="21955" y="3303"/>
                  <a:pt x="21949" y="3303"/>
                  <a:pt x="21943" y="3304"/>
                </a:cubicBezTo>
                <a:cubicBezTo>
                  <a:pt x="21643" y="3331"/>
                  <a:pt x="21342" y="3369"/>
                  <a:pt x="21046" y="3416"/>
                </a:cubicBezTo>
                <a:cubicBezTo>
                  <a:pt x="20934" y="3435"/>
                  <a:pt x="20856" y="3541"/>
                  <a:pt x="20876" y="3653"/>
                </a:cubicBezTo>
                <a:cubicBezTo>
                  <a:pt x="20892" y="3756"/>
                  <a:pt x="20979" y="3827"/>
                  <a:pt x="21080" y="3827"/>
                </a:cubicBezTo>
                <a:cubicBezTo>
                  <a:pt x="21090" y="3827"/>
                  <a:pt x="21101" y="3827"/>
                  <a:pt x="21111" y="3825"/>
                </a:cubicBezTo>
                <a:cubicBezTo>
                  <a:pt x="21399" y="3779"/>
                  <a:pt x="21689" y="3742"/>
                  <a:pt x="21978" y="3717"/>
                </a:cubicBezTo>
                <a:cubicBezTo>
                  <a:pt x="22093" y="3706"/>
                  <a:pt x="22176" y="3605"/>
                  <a:pt x="22166" y="3492"/>
                </a:cubicBezTo>
                <a:cubicBezTo>
                  <a:pt x="22156" y="3385"/>
                  <a:pt x="22067" y="3303"/>
                  <a:pt x="21962" y="3303"/>
                </a:cubicBezTo>
                <a:close/>
                <a:moveTo>
                  <a:pt x="1225" y="2925"/>
                </a:moveTo>
                <a:cubicBezTo>
                  <a:pt x="1160" y="2925"/>
                  <a:pt x="1095" y="2956"/>
                  <a:pt x="1055" y="3013"/>
                </a:cubicBezTo>
                <a:cubicBezTo>
                  <a:pt x="878" y="3267"/>
                  <a:pt x="720" y="3531"/>
                  <a:pt x="585" y="3798"/>
                </a:cubicBezTo>
                <a:cubicBezTo>
                  <a:pt x="534" y="3901"/>
                  <a:pt x="575" y="4025"/>
                  <a:pt x="676" y="4077"/>
                </a:cubicBezTo>
                <a:cubicBezTo>
                  <a:pt x="706" y="4093"/>
                  <a:pt x="738" y="4100"/>
                  <a:pt x="770" y="4100"/>
                </a:cubicBezTo>
                <a:cubicBezTo>
                  <a:pt x="844" y="4100"/>
                  <a:pt x="917" y="4057"/>
                  <a:pt x="954" y="3984"/>
                </a:cubicBezTo>
                <a:cubicBezTo>
                  <a:pt x="1080" y="3735"/>
                  <a:pt x="1229" y="3488"/>
                  <a:pt x="1395" y="3249"/>
                </a:cubicBezTo>
                <a:cubicBezTo>
                  <a:pt x="1461" y="3157"/>
                  <a:pt x="1438" y="3027"/>
                  <a:pt x="1344" y="2962"/>
                </a:cubicBezTo>
                <a:cubicBezTo>
                  <a:pt x="1308" y="2937"/>
                  <a:pt x="1266" y="2925"/>
                  <a:pt x="1225" y="2925"/>
                </a:cubicBezTo>
                <a:close/>
                <a:moveTo>
                  <a:pt x="12588" y="3065"/>
                </a:moveTo>
                <a:cubicBezTo>
                  <a:pt x="12542" y="3065"/>
                  <a:pt x="12497" y="3080"/>
                  <a:pt x="12458" y="3111"/>
                </a:cubicBezTo>
                <a:cubicBezTo>
                  <a:pt x="12370" y="3182"/>
                  <a:pt x="12356" y="3311"/>
                  <a:pt x="12426" y="3400"/>
                </a:cubicBezTo>
                <a:cubicBezTo>
                  <a:pt x="12604" y="3625"/>
                  <a:pt x="12776" y="3862"/>
                  <a:pt x="12937" y="4105"/>
                </a:cubicBezTo>
                <a:cubicBezTo>
                  <a:pt x="12976" y="4165"/>
                  <a:pt x="13041" y="4197"/>
                  <a:pt x="13109" y="4197"/>
                </a:cubicBezTo>
                <a:cubicBezTo>
                  <a:pt x="13148" y="4197"/>
                  <a:pt x="13188" y="4186"/>
                  <a:pt x="13224" y="4163"/>
                </a:cubicBezTo>
                <a:cubicBezTo>
                  <a:pt x="13318" y="4100"/>
                  <a:pt x="13344" y="3972"/>
                  <a:pt x="13281" y="3876"/>
                </a:cubicBezTo>
                <a:cubicBezTo>
                  <a:pt x="13114" y="3623"/>
                  <a:pt x="12935" y="3377"/>
                  <a:pt x="12749" y="3143"/>
                </a:cubicBezTo>
                <a:cubicBezTo>
                  <a:pt x="12708" y="3092"/>
                  <a:pt x="12648" y="3065"/>
                  <a:pt x="12588" y="3065"/>
                </a:cubicBezTo>
                <a:close/>
                <a:moveTo>
                  <a:pt x="20208" y="3586"/>
                </a:moveTo>
                <a:cubicBezTo>
                  <a:pt x="20192" y="3586"/>
                  <a:pt x="20177" y="3588"/>
                  <a:pt x="20162" y="3591"/>
                </a:cubicBezTo>
                <a:cubicBezTo>
                  <a:pt x="19869" y="3660"/>
                  <a:pt x="19575" y="3740"/>
                  <a:pt x="19290" y="3828"/>
                </a:cubicBezTo>
                <a:cubicBezTo>
                  <a:pt x="19182" y="3864"/>
                  <a:pt x="19120" y="3979"/>
                  <a:pt x="19155" y="4089"/>
                </a:cubicBezTo>
                <a:cubicBezTo>
                  <a:pt x="19182" y="4178"/>
                  <a:pt x="19263" y="4234"/>
                  <a:pt x="19352" y="4234"/>
                </a:cubicBezTo>
                <a:cubicBezTo>
                  <a:pt x="19373" y="4234"/>
                  <a:pt x="19393" y="4231"/>
                  <a:pt x="19414" y="4224"/>
                </a:cubicBezTo>
                <a:cubicBezTo>
                  <a:pt x="19690" y="4139"/>
                  <a:pt x="19974" y="4061"/>
                  <a:pt x="20256" y="3993"/>
                </a:cubicBezTo>
                <a:cubicBezTo>
                  <a:pt x="20367" y="3968"/>
                  <a:pt x="20436" y="3857"/>
                  <a:pt x="20410" y="3745"/>
                </a:cubicBezTo>
                <a:cubicBezTo>
                  <a:pt x="20387" y="3649"/>
                  <a:pt x="20301" y="3586"/>
                  <a:pt x="20208" y="3586"/>
                </a:cubicBezTo>
                <a:close/>
                <a:moveTo>
                  <a:pt x="18515" y="4115"/>
                </a:moveTo>
                <a:cubicBezTo>
                  <a:pt x="18490" y="4115"/>
                  <a:pt x="18464" y="4120"/>
                  <a:pt x="18439" y="4130"/>
                </a:cubicBezTo>
                <a:cubicBezTo>
                  <a:pt x="18297" y="4185"/>
                  <a:pt x="18154" y="4245"/>
                  <a:pt x="18016" y="4305"/>
                </a:cubicBezTo>
                <a:cubicBezTo>
                  <a:pt x="17881" y="4364"/>
                  <a:pt x="17746" y="4426"/>
                  <a:pt x="17612" y="4489"/>
                </a:cubicBezTo>
                <a:cubicBezTo>
                  <a:pt x="17509" y="4539"/>
                  <a:pt x="17464" y="4663"/>
                  <a:pt x="17514" y="4766"/>
                </a:cubicBezTo>
                <a:cubicBezTo>
                  <a:pt x="17550" y="4840"/>
                  <a:pt x="17624" y="4883"/>
                  <a:pt x="17700" y="4883"/>
                </a:cubicBezTo>
                <a:cubicBezTo>
                  <a:pt x="17730" y="4883"/>
                  <a:pt x="17760" y="4876"/>
                  <a:pt x="17791" y="4863"/>
                </a:cubicBezTo>
                <a:cubicBezTo>
                  <a:pt x="17920" y="4801"/>
                  <a:pt x="18051" y="4741"/>
                  <a:pt x="18180" y="4684"/>
                </a:cubicBezTo>
                <a:cubicBezTo>
                  <a:pt x="18315" y="4626"/>
                  <a:pt x="18453" y="4567"/>
                  <a:pt x="18590" y="4514"/>
                </a:cubicBezTo>
                <a:cubicBezTo>
                  <a:pt x="18696" y="4472"/>
                  <a:pt x="18749" y="4353"/>
                  <a:pt x="18707" y="4247"/>
                </a:cubicBezTo>
                <a:cubicBezTo>
                  <a:pt x="18674" y="4165"/>
                  <a:pt x="18597" y="4115"/>
                  <a:pt x="18515" y="4115"/>
                </a:cubicBezTo>
                <a:close/>
                <a:moveTo>
                  <a:pt x="16912" y="4877"/>
                </a:moveTo>
                <a:cubicBezTo>
                  <a:pt x="16878" y="4877"/>
                  <a:pt x="16844" y="4885"/>
                  <a:pt x="16812" y="4902"/>
                </a:cubicBezTo>
                <a:cubicBezTo>
                  <a:pt x="16562" y="5041"/>
                  <a:pt x="16302" y="5193"/>
                  <a:pt x="16038" y="5358"/>
                </a:cubicBezTo>
                <a:cubicBezTo>
                  <a:pt x="15940" y="5416"/>
                  <a:pt x="15910" y="5544"/>
                  <a:pt x="15971" y="5641"/>
                </a:cubicBezTo>
                <a:cubicBezTo>
                  <a:pt x="16010" y="5705"/>
                  <a:pt x="16077" y="5741"/>
                  <a:pt x="16146" y="5741"/>
                </a:cubicBezTo>
                <a:cubicBezTo>
                  <a:pt x="16183" y="5741"/>
                  <a:pt x="16220" y="5730"/>
                  <a:pt x="16254" y="5709"/>
                </a:cubicBezTo>
                <a:cubicBezTo>
                  <a:pt x="16513" y="5549"/>
                  <a:pt x="16768" y="5400"/>
                  <a:pt x="17013" y="5264"/>
                </a:cubicBezTo>
                <a:cubicBezTo>
                  <a:pt x="17112" y="5209"/>
                  <a:pt x="17147" y="5083"/>
                  <a:pt x="17092" y="4984"/>
                </a:cubicBezTo>
                <a:cubicBezTo>
                  <a:pt x="17055" y="4915"/>
                  <a:pt x="16984" y="4877"/>
                  <a:pt x="16912" y="4877"/>
                </a:cubicBezTo>
                <a:close/>
                <a:moveTo>
                  <a:pt x="13566" y="4544"/>
                </a:moveTo>
                <a:cubicBezTo>
                  <a:pt x="13533" y="4544"/>
                  <a:pt x="13500" y="4552"/>
                  <a:pt x="13468" y="4569"/>
                </a:cubicBezTo>
                <a:cubicBezTo>
                  <a:pt x="13367" y="4622"/>
                  <a:pt x="13330" y="4748"/>
                  <a:pt x="13383" y="4849"/>
                </a:cubicBezTo>
                <a:cubicBezTo>
                  <a:pt x="13516" y="5097"/>
                  <a:pt x="13637" y="5361"/>
                  <a:pt x="13740" y="5632"/>
                </a:cubicBezTo>
                <a:cubicBezTo>
                  <a:pt x="13771" y="5716"/>
                  <a:pt x="13849" y="5765"/>
                  <a:pt x="13933" y="5765"/>
                </a:cubicBezTo>
                <a:cubicBezTo>
                  <a:pt x="13958" y="5765"/>
                  <a:pt x="13982" y="5762"/>
                  <a:pt x="14007" y="5753"/>
                </a:cubicBezTo>
                <a:cubicBezTo>
                  <a:pt x="14113" y="5712"/>
                  <a:pt x="14167" y="5592"/>
                  <a:pt x="14126" y="5485"/>
                </a:cubicBezTo>
                <a:cubicBezTo>
                  <a:pt x="14016" y="5198"/>
                  <a:pt x="13890" y="4918"/>
                  <a:pt x="13748" y="4654"/>
                </a:cubicBezTo>
                <a:cubicBezTo>
                  <a:pt x="13712" y="4584"/>
                  <a:pt x="13640" y="4544"/>
                  <a:pt x="13566" y="4544"/>
                </a:cubicBezTo>
                <a:close/>
                <a:moveTo>
                  <a:pt x="434" y="4507"/>
                </a:moveTo>
                <a:cubicBezTo>
                  <a:pt x="346" y="4507"/>
                  <a:pt x="264" y="4563"/>
                  <a:pt x="236" y="4651"/>
                </a:cubicBezTo>
                <a:cubicBezTo>
                  <a:pt x="142" y="4948"/>
                  <a:pt x="75" y="5251"/>
                  <a:pt x="36" y="5553"/>
                </a:cubicBezTo>
                <a:cubicBezTo>
                  <a:pt x="22" y="5666"/>
                  <a:pt x="102" y="5769"/>
                  <a:pt x="215" y="5783"/>
                </a:cubicBezTo>
                <a:cubicBezTo>
                  <a:pt x="224" y="5785"/>
                  <a:pt x="233" y="5785"/>
                  <a:pt x="242" y="5785"/>
                </a:cubicBezTo>
                <a:cubicBezTo>
                  <a:pt x="344" y="5785"/>
                  <a:pt x="433" y="5709"/>
                  <a:pt x="447" y="5604"/>
                </a:cubicBezTo>
                <a:cubicBezTo>
                  <a:pt x="483" y="5329"/>
                  <a:pt x="543" y="5049"/>
                  <a:pt x="630" y="4775"/>
                </a:cubicBezTo>
                <a:cubicBezTo>
                  <a:pt x="665" y="4667"/>
                  <a:pt x="605" y="4550"/>
                  <a:pt x="495" y="4516"/>
                </a:cubicBezTo>
                <a:cubicBezTo>
                  <a:pt x="475" y="4510"/>
                  <a:pt x="454" y="4507"/>
                  <a:pt x="434" y="4507"/>
                </a:cubicBezTo>
                <a:close/>
                <a:moveTo>
                  <a:pt x="15399" y="5807"/>
                </a:moveTo>
                <a:cubicBezTo>
                  <a:pt x="15359" y="5807"/>
                  <a:pt x="15320" y="5818"/>
                  <a:pt x="15285" y="5842"/>
                </a:cubicBezTo>
                <a:cubicBezTo>
                  <a:pt x="15058" y="5992"/>
                  <a:pt x="14817" y="6159"/>
                  <a:pt x="14548" y="6347"/>
                </a:cubicBezTo>
                <a:cubicBezTo>
                  <a:pt x="14454" y="6412"/>
                  <a:pt x="14432" y="6540"/>
                  <a:pt x="14498" y="6634"/>
                </a:cubicBezTo>
                <a:cubicBezTo>
                  <a:pt x="14537" y="6692"/>
                  <a:pt x="14603" y="6722"/>
                  <a:pt x="14666" y="6722"/>
                </a:cubicBezTo>
                <a:cubicBezTo>
                  <a:pt x="14707" y="6722"/>
                  <a:pt x="14750" y="6710"/>
                  <a:pt x="14785" y="6685"/>
                </a:cubicBezTo>
                <a:cubicBezTo>
                  <a:pt x="15051" y="6499"/>
                  <a:pt x="15290" y="6336"/>
                  <a:pt x="15513" y="6185"/>
                </a:cubicBezTo>
                <a:cubicBezTo>
                  <a:pt x="15609" y="6122"/>
                  <a:pt x="15634" y="5994"/>
                  <a:pt x="15572" y="5898"/>
                </a:cubicBezTo>
                <a:cubicBezTo>
                  <a:pt x="15532" y="5839"/>
                  <a:pt x="15466" y="5807"/>
                  <a:pt x="15399" y="5807"/>
                </a:cubicBezTo>
                <a:close/>
                <a:moveTo>
                  <a:pt x="214" y="6258"/>
                </a:moveTo>
                <a:cubicBezTo>
                  <a:pt x="209" y="6258"/>
                  <a:pt x="205" y="6258"/>
                  <a:pt x="201" y="6258"/>
                </a:cubicBezTo>
                <a:cubicBezTo>
                  <a:pt x="87" y="6267"/>
                  <a:pt x="1" y="6364"/>
                  <a:pt x="8" y="6480"/>
                </a:cubicBezTo>
                <a:cubicBezTo>
                  <a:pt x="11" y="6513"/>
                  <a:pt x="13" y="6547"/>
                  <a:pt x="16" y="6582"/>
                </a:cubicBezTo>
                <a:cubicBezTo>
                  <a:pt x="41" y="6857"/>
                  <a:pt x="94" y="7132"/>
                  <a:pt x="178" y="7397"/>
                </a:cubicBezTo>
                <a:cubicBezTo>
                  <a:pt x="204" y="7486"/>
                  <a:pt x="286" y="7543"/>
                  <a:pt x="374" y="7543"/>
                </a:cubicBezTo>
                <a:cubicBezTo>
                  <a:pt x="394" y="7543"/>
                  <a:pt x="415" y="7539"/>
                  <a:pt x="435" y="7534"/>
                </a:cubicBezTo>
                <a:cubicBezTo>
                  <a:pt x="545" y="7500"/>
                  <a:pt x="607" y="7383"/>
                  <a:pt x="573" y="7275"/>
                </a:cubicBezTo>
                <a:cubicBezTo>
                  <a:pt x="498" y="7036"/>
                  <a:pt x="451" y="6791"/>
                  <a:pt x="428" y="6545"/>
                </a:cubicBezTo>
                <a:cubicBezTo>
                  <a:pt x="426" y="6513"/>
                  <a:pt x="422" y="6483"/>
                  <a:pt x="420" y="6451"/>
                </a:cubicBezTo>
                <a:cubicBezTo>
                  <a:pt x="414" y="6342"/>
                  <a:pt x="322" y="6258"/>
                  <a:pt x="214" y="6258"/>
                </a:cubicBezTo>
                <a:close/>
                <a:moveTo>
                  <a:pt x="14200" y="6198"/>
                </a:moveTo>
                <a:cubicBezTo>
                  <a:pt x="14183" y="6198"/>
                  <a:pt x="14166" y="6200"/>
                  <a:pt x="14149" y="6205"/>
                </a:cubicBezTo>
                <a:cubicBezTo>
                  <a:pt x="14039" y="6233"/>
                  <a:pt x="13972" y="6347"/>
                  <a:pt x="14000" y="6456"/>
                </a:cubicBezTo>
                <a:cubicBezTo>
                  <a:pt x="14037" y="6600"/>
                  <a:pt x="14071" y="6747"/>
                  <a:pt x="14099" y="6894"/>
                </a:cubicBezTo>
                <a:cubicBezTo>
                  <a:pt x="14059" y="6847"/>
                  <a:pt x="14000" y="6823"/>
                  <a:pt x="13942" y="6823"/>
                </a:cubicBezTo>
                <a:cubicBezTo>
                  <a:pt x="13900" y="6823"/>
                  <a:pt x="13859" y="6835"/>
                  <a:pt x="13823" y="6861"/>
                </a:cubicBezTo>
                <a:lnTo>
                  <a:pt x="13552" y="7055"/>
                </a:lnTo>
                <a:cubicBezTo>
                  <a:pt x="13401" y="7164"/>
                  <a:pt x="13250" y="7272"/>
                  <a:pt x="13100" y="7378"/>
                </a:cubicBezTo>
                <a:cubicBezTo>
                  <a:pt x="13008" y="7445"/>
                  <a:pt x="12986" y="7573"/>
                  <a:pt x="13052" y="7667"/>
                </a:cubicBezTo>
                <a:cubicBezTo>
                  <a:pt x="13093" y="7724"/>
                  <a:pt x="13157" y="7754"/>
                  <a:pt x="13220" y="7754"/>
                </a:cubicBezTo>
                <a:cubicBezTo>
                  <a:pt x="13263" y="7754"/>
                  <a:pt x="13304" y="7741"/>
                  <a:pt x="13341" y="7715"/>
                </a:cubicBezTo>
                <a:cubicBezTo>
                  <a:pt x="13491" y="7607"/>
                  <a:pt x="13642" y="7498"/>
                  <a:pt x="13793" y="7390"/>
                </a:cubicBezTo>
                <a:lnTo>
                  <a:pt x="14062" y="7197"/>
                </a:lnTo>
                <a:cubicBezTo>
                  <a:pt x="14097" y="7172"/>
                  <a:pt x="14124" y="7137"/>
                  <a:pt x="14136" y="7100"/>
                </a:cubicBezTo>
                <a:cubicBezTo>
                  <a:pt x="14149" y="7167"/>
                  <a:pt x="14160" y="7236"/>
                  <a:pt x="14170" y="7305"/>
                </a:cubicBezTo>
                <a:cubicBezTo>
                  <a:pt x="14185" y="7409"/>
                  <a:pt x="14273" y="7483"/>
                  <a:pt x="14375" y="7483"/>
                </a:cubicBezTo>
                <a:cubicBezTo>
                  <a:pt x="14384" y="7483"/>
                  <a:pt x="14394" y="7482"/>
                  <a:pt x="14404" y="7481"/>
                </a:cubicBezTo>
                <a:cubicBezTo>
                  <a:pt x="14517" y="7463"/>
                  <a:pt x="14595" y="7358"/>
                  <a:pt x="14580" y="7245"/>
                </a:cubicBezTo>
                <a:cubicBezTo>
                  <a:pt x="14535" y="6944"/>
                  <a:pt x="14475" y="6643"/>
                  <a:pt x="14401" y="6354"/>
                </a:cubicBezTo>
                <a:cubicBezTo>
                  <a:pt x="14377" y="6261"/>
                  <a:pt x="14293" y="6198"/>
                  <a:pt x="14200" y="6198"/>
                </a:cubicBezTo>
                <a:close/>
                <a:moveTo>
                  <a:pt x="12494" y="7851"/>
                </a:moveTo>
                <a:cubicBezTo>
                  <a:pt x="12454" y="7851"/>
                  <a:pt x="12413" y="7863"/>
                  <a:pt x="12377" y="7888"/>
                </a:cubicBezTo>
                <a:cubicBezTo>
                  <a:pt x="12208" y="8005"/>
                  <a:pt x="12054" y="8112"/>
                  <a:pt x="11902" y="8213"/>
                </a:cubicBezTo>
                <a:cubicBezTo>
                  <a:pt x="11817" y="8269"/>
                  <a:pt x="11732" y="8326"/>
                  <a:pt x="11647" y="8383"/>
                </a:cubicBezTo>
                <a:cubicBezTo>
                  <a:pt x="11551" y="8445"/>
                  <a:pt x="11524" y="8572"/>
                  <a:pt x="11586" y="8668"/>
                </a:cubicBezTo>
                <a:cubicBezTo>
                  <a:pt x="11625" y="8730"/>
                  <a:pt x="11693" y="8762"/>
                  <a:pt x="11760" y="8762"/>
                </a:cubicBezTo>
                <a:cubicBezTo>
                  <a:pt x="11799" y="8762"/>
                  <a:pt x="11838" y="8751"/>
                  <a:pt x="11872" y="8728"/>
                </a:cubicBezTo>
                <a:cubicBezTo>
                  <a:pt x="11960" y="8672"/>
                  <a:pt x="12047" y="8613"/>
                  <a:pt x="12132" y="8556"/>
                </a:cubicBezTo>
                <a:cubicBezTo>
                  <a:pt x="12286" y="8454"/>
                  <a:pt x="12442" y="8346"/>
                  <a:pt x="12612" y="8229"/>
                </a:cubicBezTo>
                <a:cubicBezTo>
                  <a:pt x="12706" y="8163"/>
                  <a:pt x="12729" y="8034"/>
                  <a:pt x="12664" y="7940"/>
                </a:cubicBezTo>
                <a:cubicBezTo>
                  <a:pt x="12624" y="7883"/>
                  <a:pt x="12560" y="7851"/>
                  <a:pt x="12494" y="7851"/>
                </a:cubicBezTo>
                <a:close/>
                <a:moveTo>
                  <a:pt x="729" y="7941"/>
                </a:moveTo>
                <a:cubicBezTo>
                  <a:pt x="694" y="7941"/>
                  <a:pt x="659" y="7949"/>
                  <a:pt x="626" y="7968"/>
                </a:cubicBezTo>
                <a:cubicBezTo>
                  <a:pt x="527" y="8025"/>
                  <a:pt x="493" y="8151"/>
                  <a:pt x="550" y="8250"/>
                </a:cubicBezTo>
                <a:cubicBezTo>
                  <a:pt x="700" y="8512"/>
                  <a:pt x="881" y="8767"/>
                  <a:pt x="1089" y="9005"/>
                </a:cubicBezTo>
                <a:cubicBezTo>
                  <a:pt x="1129" y="9051"/>
                  <a:pt x="1188" y="9076"/>
                  <a:pt x="1245" y="9076"/>
                </a:cubicBezTo>
                <a:cubicBezTo>
                  <a:pt x="1292" y="9076"/>
                  <a:pt x="1342" y="9058"/>
                  <a:pt x="1381" y="9024"/>
                </a:cubicBezTo>
                <a:cubicBezTo>
                  <a:pt x="1466" y="8948"/>
                  <a:pt x="1475" y="8819"/>
                  <a:pt x="1400" y="8732"/>
                </a:cubicBezTo>
                <a:cubicBezTo>
                  <a:pt x="1211" y="8516"/>
                  <a:pt x="1046" y="8284"/>
                  <a:pt x="908" y="8044"/>
                </a:cubicBezTo>
                <a:cubicBezTo>
                  <a:pt x="870" y="7978"/>
                  <a:pt x="801" y="7941"/>
                  <a:pt x="729" y="7941"/>
                </a:cubicBezTo>
                <a:close/>
                <a:moveTo>
                  <a:pt x="14457" y="7952"/>
                </a:moveTo>
                <a:cubicBezTo>
                  <a:pt x="14455" y="7952"/>
                  <a:pt x="14452" y="7952"/>
                  <a:pt x="14450" y="7952"/>
                </a:cubicBezTo>
                <a:cubicBezTo>
                  <a:pt x="14335" y="7959"/>
                  <a:pt x="14246" y="8055"/>
                  <a:pt x="14253" y="8170"/>
                </a:cubicBezTo>
                <a:cubicBezTo>
                  <a:pt x="14259" y="8291"/>
                  <a:pt x="14262" y="8413"/>
                  <a:pt x="14262" y="8535"/>
                </a:cubicBezTo>
                <a:cubicBezTo>
                  <a:pt x="14262" y="8562"/>
                  <a:pt x="14264" y="8588"/>
                  <a:pt x="14264" y="8615"/>
                </a:cubicBezTo>
                <a:cubicBezTo>
                  <a:pt x="14264" y="8755"/>
                  <a:pt x="14261" y="8897"/>
                  <a:pt x="14253" y="9038"/>
                </a:cubicBezTo>
                <a:cubicBezTo>
                  <a:pt x="14248" y="9152"/>
                  <a:pt x="14337" y="9249"/>
                  <a:pt x="14450" y="9255"/>
                </a:cubicBezTo>
                <a:lnTo>
                  <a:pt x="14461" y="9255"/>
                </a:lnTo>
                <a:cubicBezTo>
                  <a:pt x="14571" y="9255"/>
                  <a:pt x="14661" y="9168"/>
                  <a:pt x="14666" y="9056"/>
                </a:cubicBezTo>
                <a:cubicBezTo>
                  <a:pt x="14673" y="8909"/>
                  <a:pt x="14677" y="8760"/>
                  <a:pt x="14677" y="8615"/>
                </a:cubicBezTo>
                <a:cubicBezTo>
                  <a:pt x="14677" y="8587"/>
                  <a:pt x="14677" y="8560"/>
                  <a:pt x="14677" y="8532"/>
                </a:cubicBezTo>
                <a:cubicBezTo>
                  <a:pt x="14675" y="8404"/>
                  <a:pt x="14672" y="8276"/>
                  <a:pt x="14666" y="8149"/>
                </a:cubicBezTo>
                <a:cubicBezTo>
                  <a:pt x="14661" y="8038"/>
                  <a:pt x="14567" y="7952"/>
                  <a:pt x="14457" y="7952"/>
                </a:cubicBezTo>
                <a:close/>
                <a:moveTo>
                  <a:pt x="11007" y="8820"/>
                </a:moveTo>
                <a:cubicBezTo>
                  <a:pt x="10971" y="8820"/>
                  <a:pt x="10934" y="8830"/>
                  <a:pt x="10901" y="8851"/>
                </a:cubicBezTo>
                <a:cubicBezTo>
                  <a:pt x="10642" y="9005"/>
                  <a:pt x="10385" y="9150"/>
                  <a:pt x="10137" y="9283"/>
                </a:cubicBezTo>
                <a:cubicBezTo>
                  <a:pt x="10036" y="9336"/>
                  <a:pt x="9999" y="9462"/>
                  <a:pt x="10052" y="9561"/>
                </a:cubicBezTo>
                <a:cubicBezTo>
                  <a:pt x="10089" y="9632"/>
                  <a:pt x="10160" y="9671"/>
                  <a:pt x="10234" y="9671"/>
                </a:cubicBezTo>
                <a:cubicBezTo>
                  <a:pt x="10266" y="9671"/>
                  <a:pt x="10300" y="9664"/>
                  <a:pt x="10332" y="9648"/>
                </a:cubicBezTo>
                <a:cubicBezTo>
                  <a:pt x="10585" y="9512"/>
                  <a:pt x="10849" y="9363"/>
                  <a:pt x="11113" y="9205"/>
                </a:cubicBezTo>
                <a:cubicBezTo>
                  <a:pt x="11211" y="9147"/>
                  <a:pt x="11243" y="9019"/>
                  <a:pt x="11184" y="8921"/>
                </a:cubicBezTo>
                <a:cubicBezTo>
                  <a:pt x="11146" y="8856"/>
                  <a:pt x="11077" y="8820"/>
                  <a:pt x="11007" y="8820"/>
                </a:cubicBezTo>
                <a:close/>
                <a:moveTo>
                  <a:pt x="1885" y="9275"/>
                </a:moveTo>
                <a:cubicBezTo>
                  <a:pt x="1825" y="9275"/>
                  <a:pt x="1765" y="9302"/>
                  <a:pt x="1725" y="9352"/>
                </a:cubicBezTo>
                <a:cubicBezTo>
                  <a:pt x="1652" y="9441"/>
                  <a:pt x="1666" y="9572"/>
                  <a:pt x="1755" y="9643"/>
                </a:cubicBezTo>
                <a:cubicBezTo>
                  <a:pt x="1991" y="9832"/>
                  <a:pt x="2246" y="10008"/>
                  <a:pt x="2513" y="10162"/>
                </a:cubicBezTo>
                <a:cubicBezTo>
                  <a:pt x="2547" y="10181"/>
                  <a:pt x="2582" y="10190"/>
                  <a:pt x="2616" y="10190"/>
                </a:cubicBezTo>
                <a:cubicBezTo>
                  <a:pt x="2689" y="10190"/>
                  <a:pt x="2758" y="10153"/>
                  <a:pt x="2797" y="10087"/>
                </a:cubicBezTo>
                <a:cubicBezTo>
                  <a:pt x="2854" y="9988"/>
                  <a:pt x="2820" y="9862"/>
                  <a:pt x="2721" y="9804"/>
                </a:cubicBezTo>
                <a:cubicBezTo>
                  <a:pt x="2471" y="9660"/>
                  <a:pt x="2233" y="9497"/>
                  <a:pt x="2015" y="9322"/>
                </a:cubicBezTo>
                <a:cubicBezTo>
                  <a:pt x="1977" y="9291"/>
                  <a:pt x="1931" y="9275"/>
                  <a:pt x="1885" y="9275"/>
                </a:cubicBezTo>
                <a:close/>
                <a:moveTo>
                  <a:pt x="9438" y="9652"/>
                </a:moveTo>
                <a:cubicBezTo>
                  <a:pt x="9409" y="9652"/>
                  <a:pt x="9380" y="9658"/>
                  <a:pt x="9352" y="9671"/>
                </a:cubicBezTo>
                <a:cubicBezTo>
                  <a:pt x="9081" y="9795"/>
                  <a:pt x="8810" y="9909"/>
                  <a:pt x="8547" y="10006"/>
                </a:cubicBezTo>
                <a:cubicBezTo>
                  <a:pt x="8439" y="10047"/>
                  <a:pt x="8384" y="10165"/>
                  <a:pt x="8425" y="10272"/>
                </a:cubicBezTo>
                <a:cubicBezTo>
                  <a:pt x="8455" y="10355"/>
                  <a:pt x="8535" y="10406"/>
                  <a:pt x="8618" y="10406"/>
                </a:cubicBezTo>
                <a:cubicBezTo>
                  <a:pt x="8643" y="10406"/>
                  <a:pt x="8668" y="10403"/>
                  <a:pt x="8691" y="10394"/>
                </a:cubicBezTo>
                <a:cubicBezTo>
                  <a:pt x="8964" y="10291"/>
                  <a:pt x="9244" y="10176"/>
                  <a:pt x="9524" y="10047"/>
                </a:cubicBezTo>
                <a:cubicBezTo>
                  <a:pt x="9628" y="9999"/>
                  <a:pt x="9674" y="9877"/>
                  <a:pt x="9627" y="9774"/>
                </a:cubicBezTo>
                <a:cubicBezTo>
                  <a:pt x="9592" y="9697"/>
                  <a:pt x="9517" y="9652"/>
                  <a:pt x="9438" y="9652"/>
                </a:cubicBezTo>
                <a:close/>
                <a:moveTo>
                  <a:pt x="3417" y="10162"/>
                </a:moveTo>
                <a:cubicBezTo>
                  <a:pt x="3335" y="10162"/>
                  <a:pt x="3257" y="10211"/>
                  <a:pt x="3224" y="10293"/>
                </a:cubicBezTo>
                <a:cubicBezTo>
                  <a:pt x="3181" y="10399"/>
                  <a:pt x="3235" y="10520"/>
                  <a:pt x="3341" y="10561"/>
                </a:cubicBezTo>
                <a:cubicBezTo>
                  <a:pt x="3626" y="10674"/>
                  <a:pt x="3920" y="10766"/>
                  <a:pt x="4216" y="10835"/>
                </a:cubicBezTo>
                <a:cubicBezTo>
                  <a:pt x="4232" y="10839"/>
                  <a:pt x="4248" y="10841"/>
                  <a:pt x="4264" y="10841"/>
                </a:cubicBezTo>
                <a:cubicBezTo>
                  <a:pt x="4358" y="10841"/>
                  <a:pt x="4443" y="10775"/>
                  <a:pt x="4464" y="10681"/>
                </a:cubicBezTo>
                <a:cubicBezTo>
                  <a:pt x="4491" y="10570"/>
                  <a:pt x="4422" y="10458"/>
                  <a:pt x="4310" y="10433"/>
                </a:cubicBezTo>
                <a:cubicBezTo>
                  <a:pt x="4034" y="10367"/>
                  <a:pt x="3759" y="10282"/>
                  <a:pt x="3492" y="10176"/>
                </a:cubicBezTo>
                <a:cubicBezTo>
                  <a:pt x="3467" y="10167"/>
                  <a:pt x="3442" y="10162"/>
                  <a:pt x="3417" y="10162"/>
                </a:cubicBezTo>
                <a:close/>
                <a:moveTo>
                  <a:pt x="7775" y="10268"/>
                </a:moveTo>
                <a:cubicBezTo>
                  <a:pt x="7757" y="10268"/>
                  <a:pt x="7738" y="10270"/>
                  <a:pt x="7720" y="10275"/>
                </a:cubicBezTo>
                <a:cubicBezTo>
                  <a:pt x="7434" y="10355"/>
                  <a:pt x="7151" y="10419"/>
                  <a:pt x="6874" y="10467"/>
                </a:cubicBezTo>
                <a:cubicBezTo>
                  <a:pt x="6761" y="10486"/>
                  <a:pt x="6685" y="10593"/>
                  <a:pt x="6704" y="10706"/>
                </a:cubicBezTo>
                <a:cubicBezTo>
                  <a:pt x="6722" y="10805"/>
                  <a:pt x="6811" y="10878"/>
                  <a:pt x="6908" y="10878"/>
                </a:cubicBezTo>
                <a:cubicBezTo>
                  <a:pt x="6921" y="10878"/>
                  <a:pt x="6931" y="10876"/>
                  <a:pt x="6944" y="10874"/>
                </a:cubicBezTo>
                <a:cubicBezTo>
                  <a:pt x="7234" y="10825"/>
                  <a:pt x="7532" y="10757"/>
                  <a:pt x="7830" y="10674"/>
                </a:cubicBezTo>
                <a:cubicBezTo>
                  <a:pt x="7939" y="10644"/>
                  <a:pt x="8005" y="10529"/>
                  <a:pt x="7973" y="10419"/>
                </a:cubicBezTo>
                <a:cubicBezTo>
                  <a:pt x="7948" y="10327"/>
                  <a:pt x="7865" y="10268"/>
                  <a:pt x="7775" y="10268"/>
                </a:cubicBezTo>
                <a:close/>
                <a:moveTo>
                  <a:pt x="5139" y="10562"/>
                </a:moveTo>
                <a:cubicBezTo>
                  <a:pt x="5033" y="10562"/>
                  <a:pt x="4942" y="10644"/>
                  <a:pt x="4934" y="10752"/>
                </a:cubicBezTo>
                <a:cubicBezTo>
                  <a:pt x="4925" y="10867"/>
                  <a:pt x="5012" y="10966"/>
                  <a:pt x="5125" y="10974"/>
                </a:cubicBezTo>
                <a:cubicBezTo>
                  <a:pt x="5189" y="10979"/>
                  <a:pt x="5253" y="10982"/>
                  <a:pt x="5317" y="10986"/>
                </a:cubicBezTo>
                <a:cubicBezTo>
                  <a:pt x="5412" y="10989"/>
                  <a:pt x="5512" y="10991"/>
                  <a:pt x="5607" y="10991"/>
                </a:cubicBezTo>
                <a:lnTo>
                  <a:pt x="5609" y="10991"/>
                </a:lnTo>
                <a:cubicBezTo>
                  <a:pt x="5751" y="10991"/>
                  <a:pt x="5896" y="10988"/>
                  <a:pt x="6040" y="10979"/>
                </a:cubicBezTo>
                <a:cubicBezTo>
                  <a:pt x="6153" y="10972"/>
                  <a:pt x="6240" y="10874"/>
                  <a:pt x="6233" y="10761"/>
                </a:cubicBezTo>
                <a:cubicBezTo>
                  <a:pt x="6228" y="10650"/>
                  <a:pt x="6136" y="10566"/>
                  <a:pt x="6028" y="10566"/>
                </a:cubicBezTo>
                <a:cubicBezTo>
                  <a:pt x="6024" y="10566"/>
                  <a:pt x="6019" y="10566"/>
                  <a:pt x="6015" y="10566"/>
                </a:cubicBezTo>
                <a:cubicBezTo>
                  <a:pt x="5880" y="10573"/>
                  <a:pt x="5742" y="10578"/>
                  <a:pt x="5609" y="10578"/>
                </a:cubicBezTo>
                <a:lnTo>
                  <a:pt x="5607" y="10578"/>
                </a:lnTo>
                <a:cubicBezTo>
                  <a:pt x="5517" y="10578"/>
                  <a:pt x="5423" y="10577"/>
                  <a:pt x="5333" y="10571"/>
                </a:cubicBezTo>
                <a:cubicBezTo>
                  <a:pt x="5274" y="10570"/>
                  <a:pt x="5214" y="10566"/>
                  <a:pt x="5156" y="10562"/>
                </a:cubicBezTo>
                <a:cubicBezTo>
                  <a:pt x="5150" y="10562"/>
                  <a:pt x="5145" y="10562"/>
                  <a:pt x="5139" y="10562"/>
                </a:cubicBezTo>
                <a:close/>
                <a:moveTo>
                  <a:pt x="14381" y="9724"/>
                </a:moveTo>
                <a:cubicBezTo>
                  <a:pt x="14279" y="9724"/>
                  <a:pt x="14190" y="9799"/>
                  <a:pt x="14175" y="9903"/>
                </a:cubicBezTo>
                <a:cubicBezTo>
                  <a:pt x="14136" y="10189"/>
                  <a:pt x="14083" y="10476"/>
                  <a:pt x="14020" y="10759"/>
                </a:cubicBezTo>
                <a:cubicBezTo>
                  <a:pt x="13995" y="10871"/>
                  <a:pt x="14064" y="10981"/>
                  <a:pt x="14175" y="11007"/>
                </a:cubicBezTo>
                <a:cubicBezTo>
                  <a:pt x="14191" y="11009"/>
                  <a:pt x="14207" y="11011"/>
                  <a:pt x="14222" y="11011"/>
                </a:cubicBezTo>
                <a:cubicBezTo>
                  <a:pt x="14315" y="11011"/>
                  <a:pt x="14402" y="10947"/>
                  <a:pt x="14424" y="10851"/>
                </a:cubicBezTo>
                <a:cubicBezTo>
                  <a:pt x="14491" y="10555"/>
                  <a:pt x="14544" y="10256"/>
                  <a:pt x="14585" y="9960"/>
                </a:cubicBezTo>
                <a:cubicBezTo>
                  <a:pt x="14601" y="9846"/>
                  <a:pt x="14521" y="9742"/>
                  <a:pt x="14408" y="9726"/>
                </a:cubicBezTo>
                <a:cubicBezTo>
                  <a:pt x="14399" y="9725"/>
                  <a:pt x="14390" y="9724"/>
                  <a:pt x="14381" y="9724"/>
                </a:cubicBezTo>
                <a:close/>
                <a:moveTo>
                  <a:pt x="13988" y="11454"/>
                </a:moveTo>
                <a:cubicBezTo>
                  <a:pt x="13901" y="11454"/>
                  <a:pt x="13819" y="11511"/>
                  <a:pt x="13791" y="11599"/>
                </a:cubicBezTo>
                <a:cubicBezTo>
                  <a:pt x="13704" y="11872"/>
                  <a:pt x="13605" y="12148"/>
                  <a:pt x="13495" y="12418"/>
                </a:cubicBezTo>
                <a:cubicBezTo>
                  <a:pt x="13451" y="12522"/>
                  <a:pt x="13502" y="12643"/>
                  <a:pt x="13608" y="12687"/>
                </a:cubicBezTo>
                <a:cubicBezTo>
                  <a:pt x="13633" y="12698"/>
                  <a:pt x="13660" y="12703"/>
                  <a:pt x="13686" y="12703"/>
                </a:cubicBezTo>
                <a:cubicBezTo>
                  <a:pt x="13768" y="12703"/>
                  <a:pt x="13844" y="12653"/>
                  <a:pt x="13878" y="12574"/>
                </a:cubicBezTo>
                <a:cubicBezTo>
                  <a:pt x="13991" y="12294"/>
                  <a:pt x="14096" y="12008"/>
                  <a:pt x="14186" y="11723"/>
                </a:cubicBezTo>
                <a:cubicBezTo>
                  <a:pt x="14220" y="11615"/>
                  <a:pt x="14160" y="11498"/>
                  <a:pt x="14051" y="11464"/>
                </a:cubicBezTo>
                <a:cubicBezTo>
                  <a:pt x="14030" y="11458"/>
                  <a:pt x="14009" y="11454"/>
                  <a:pt x="13988" y="11454"/>
                </a:cubicBezTo>
                <a:close/>
                <a:moveTo>
                  <a:pt x="13317" y="13096"/>
                </a:moveTo>
                <a:cubicBezTo>
                  <a:pt x="13242" y="13096"/>
                  <a:pt x="13168" y="13137"/>
                  <a:pt x="13132" y="13210"/>
                </a:cubicBezTo>
                <a:cubicBezTo>
                  <a:pt x="13002" y="13467"/>
                  <a:pt x="12861" y="13724"/>
                  <a:pt x="12710" y="13972"/>
                </a:cubicBezTo>
                <a:cubicBezTo>
                  <a:pt x="12650" y="14069"/>
                  <a:pt x="12682" y="14197"/>
                  <a:pt x="12779" y="14255"/>
                </a:cubicBezTo>
                <a:cubicBezTo>
                  <a:pt x="12813" y="14277"/>
                  <a:pt x="12850" y="14286"/>
                  <a:pt x="12885" y="14286"/>
                </a:cubicBezTo>
                <a:cubicBezTo>
                  <a:pt x="12956" y="14286"/>
                  <a:pt x="13024" y="14250"/>
                  <a:pt x="13063" y="14186"/>
                </a:cubicBezTo>
                <a:cubicBezTo>
                  <a:pt x="13219" y="13929"/>
                  <a:pt x="13367" y="13664"/>
                  <a:pt x="13502" y="13396"/>
                </a:cubicBezTo>
                <a:cubicBezTo>
                  <a:pt x="13553" y="13295"/>
                  <a:pt x="13513" y="13169"/>
                  <a:pt x="13410" y="13118"/>
                </a:cubicBezTo>
                <a:cubicBezTo>
                  <a:pt x="13380" y="13103"/>
                  <a:pt x="13349" y="13096"/>
                  <a:pt x="13317" y="13096"/>
                </a:cubicBezTo>
                <a:close/>
                <a:moveTo>
                  <a:pt x="12397" y="14613"/>
                </a:moveTo>
                <a:cubicBezTo>
                  <a:pt x="12333" y="14613"/>
                  <a:pt x="12269" y="14643"/>
                  <a:pt x="12230" y="14700"/>
                </a:cubicBezTo>
                <a:cubicBezTo>
                  <a:pt x="12061" y="14936"/>
                  <a:pt x="11881" y="15168"/>
                  <a:pt x="11695" y="15390"/>
                </a:cubicBezTo>
                <a:cubicBezTo>
                  <a:pt x="11622" y="15476"/>
                  <a:pt x="11633" y="15608"/>
                  <a:pt x="11721" y="15680"/>
                </a:cubicBezTo>
                <a:cubicBezTo>
                  <a:pt x="11760" y="15714"/>
                  <a:pt x="11806" y="15728"/>
                  <a:pt x="11854" y="15728"/>
                </a:cubicBezTo>
                <a:cubicBezTo>
                  <a:pt x="11913" y="15728"/>
                  <a:pt x="11971" y="15703"/>
                  <a:pt x="12012" y="15655"/>
                </a:cubicBezTo>
                <a:cubicBezTo>
                  <a:pt x="12205" y="15425"/>
                  <a:pt x="12391" y="15184"/>
                  <a:pt x="12565" y="14941"/>
                </a:cubicBezTo>
                <a:cubicBezTo>
                  <a:pt x="12632" y="14847"/>
                  <a:pt x="12611" y="14718"/>
                  <a:pt x="12517" y="14652"/>
                </a:cubicBezTo>
                <a:cubicBezTo>
                  <a:pt x="12480" y="14626"/>
                  <a:pt x="12438" y="14613"/>
                  <a:pt x="12397" y="14613"/>
                </a:cubicBezTo>
                <a:close/>
                <a:moveTo>
                  <a:pt x="11258" y="15974"/>
                </a:moveTo>
                <a:cubicBezTo>
                  <a:pt x="11204" y="15974"/>
                  <a:pt x="11150" y="15995"/>
                  <a:pt x="11110" y="16036"/>
                </a:cubicBezTo>
                <a:cubicBezTo>
                  <a:pt x="10908" y="16246"/>
                  <a:pt x="10695" y="16448"/>
                  <a:pt x="10479" y="16639"/>
                </a:cubicBezTo>
                <a:cubicBezTo>
                  <a:pt x="10394" y="16713"/>
                  <a:pt x="10385" y="16844"/>
                  <a:pt x="10461" y="16930"/>
                </a:cubicBezTo>
                <a:cubicBezTo>
                  <a:pt x="10502" y="16977"/>
                  <a:pt x="10559" y="17000"/>
                  <a:pt x="10615" y="17000"/>
                </a:cubicBezTo>
                <a:cubicBezTo>
                  <a:pt x="10665" y="17000"/>
                  <a:pt x="10713" y="16983"/>
                  <a:pt x="10752" y="16949"/>
                </a:cubicBezTo>
                <a:cubicBezTo>
                  <a:pt x="10977" y="16751"/>
                  <a:pt x="11197" y="16541"/>
                  <a:pt x="11407" y="16325"/>
                </a:cubicBezTo>
                <a:cubicBezTo>
                  <a:pt x="11487" y="16244"/>
                  <a:pt x="11485" y="16113"/>
                  <a:pt x="11402" y="16033"/>
                </a:cubicBezTo>
                <a:cubicBezTo>
                  <a:pt x="11362" y="15994"/>
                  <a:pt x="11310" y="15974"/>
                  <a:pt x="11258" y="15974"/>
                </a:cubicBezTo>
                <a:close/>
                <a:moveTo>
                  <a:pt x="9928" y="17148"/>
                </a:moveTo>
                <a:cubicBezTo>
                  <a:pt x="9884" y="17148"/>
                  <a:pt x="9841" y="17162"/>
                  <a:pt x="9804" y="17190"/>
                </a:cubicBezTo>
                <a:cubicBezTo>
                  <a:pt x="9697" y="17270"/>
                  <a:pt x="9588" y="17350"/>
                  <a:pt x="9478" y="17426"/>
                </a:cubicBezTo>
                <a:cubicBezTo>
                  <a:pt x="9350" y="17514"/>
                  <a:pt x="9219" y="17603"/>
                  <a:pt x="9088" y="17688"/>
                </a:cubicBezTo>
                <a:cubicBezTo>
                  <a:pt x="8990" y="17748"/>
                  <a:pt x="8964" y="17876"/>
                  <a:pt x="9024" y="17973"/>
                </a:cubicBezTo>
                <a:cubicBezTo>
                  <a:pt x="9065" y="18034"/>
                  <a:pt x="9130" y="18067"/>
                  <a:pt x="9199" y="18067"/>
                </a:cubicBezTo>
                <a:cubicBezTo>
                  <a:pt x="9237" y="18067"/>
                  <a:pt x="9276" y="18057"/>
                  <a:pt x="9309" y="18035"/>
                </a:cubicBezTo>
                <a:cubicBezTo>
                  <a:pt x="9446" y="17948"/>
                  <a:pt x="9582" y="17856"/>
                  <a:pt x="9715" y="17764"/>
                </a:cubicBezTo>
                <a:cubicBezTo>
                  <a:pt x="9829" y="17686"/>
                  <a:pt x="9942" y="17603"/>
                  <a:pt x="10052" y="17520"/>
                </a:cubicBezTo>
                <a:cubicBezTo>
                  <a:pt x="10144" y="17451"/>
                  <a:pt x="10162" y="17321"/>
                  <a:pt x="10093" y="17231"/>
                </a:cubicBezTo>
                <a:cubicBezTo>
                  <a:pt x="10052" y="17176"/>
                  <a:pt x="9990" y="17148"/>
                  <a:pt x="9928" y="17148"/>
                </a:cubicBezTo>
                <a:close/>
                <a:moveTo>
                  <a:pt x="8434" y="18106"/>
                </a:moveTo>
                <a:cubicBezTo>
                  <a:pt x="8400" y="18106"/>
                  <a:pt x="8366" y="18114"/>
                  <a:pt x="8335" y="18131"/>
                </a:cubicBezTo>
                <a:cubicBezTo>
                  <a:pt x="8081" y="18269"/>
                  <a:pt x="7819" y="18399"/>
                  <a:pt x="7553" y="18521"/>
                </a:cubicBezTo>
                <a:cubicBezTo>
                  <a:pt x="7450" y="18567"/>
                  <a:pt x="7404" y="18691"/>
                  <a:pt x="7450" y="18794"/>
                </a:cubicBezTo>
                <a:cubicBezTo>
                  <a:pt x="7486" y="18870"/>
                  <a:pt x="7560" y="18916"/>
                  <a:pt x="7640" y="18916"/>
                </a:cubicBezTo>
                <a:cubicBezTo>
                  <a:pt x="7668" y="18916"/>
                  <a:pt x="7697" y="18909"/>
                  <a:pt x="7725" y="18897"/>
                </a:cubicBezTo>
                <a:cubicBezTo>
                  <a:pt x="8000" y="18773"/>
                  <a:pt x="8271" y="18636"/>
                  <a:pt x="8533" y="18494"/>
                </a:cubicBezTo>
                <a:cubicBezTo>
                  <a:pt x="8632" y="18439"/>
                  <a:pt x="8670" y="18314"/>
                  <a:pt x="8616" y="18214"/>
                </a:cubicBezTo>
                <a:cubicBezTo>
                  <a:pt x="8579" y="18145"/>
                  <a:pt x="8508" y="18106"/>
                  <a:pt x="8434" y="18106"/>
                </a:cubicBezTo>
                <a:close/>
                <a:moveTo>
                  <a:pt x="6820" y="18842"/>
                </a:moveTo>
                <a:cubicBezTo>
                  <a:pt x="6796" y="18842"/>
                  <a:pt x="6771" y="18847"/>
                  <a:pt x="6747" y="18856"/>
                </a:cubicBezTo>
                <a:cubicBezTo>
                  <a:pt x="6476" y="18957"/>
                  <a:pt x="6198" y="19051"/>
                  <a:pt x="5919" y="19136"/>
                </a:cubicBezTo>
                <a:cubicBezTo>
                  <a:pt x="5809" y="19168"/>
                  <a:pt x="5747" y="19283"/>
                  <a:pt x="5781" y="19393"/>
                </a:cubicBezTo>
                <a:cubicBezTo>
                  <a:pt x="5808" y="19483"/>
                  <a:pt x="5889" y="19540"/>
                  <a:pt x="5978" y="19540"/>
                </a:cubicBezTo>
                <a:cubicBezTo>
                  <a:pt x="5997" y="19540"/>
                  <a:pt x="6019" y="19536"/>
                  <a:pt x="6038" y="19531"/>
                </a:cubicBezTo>
                <a:cubicBezTo>
                  <a:pt x="6327" y="19444"/>
                  <a:pt x="6614" y="19347"/>
                  <a:pt x="6892" y="19242"/>
                </a:cubicBezTo>
                <a:cubicBezTo>
                  <a:pt x="6998" y="19201"/>
                  <a:pt x="7053" y="19083"/>
                  <a:pt x="7013" y="18976"/>
                </a:cubicBezTo>
                <a:cubicBezTo>
                  <a:pt x="6981" y="18893"/>
                  <a:pt x="6903" y="18842"/>
                  <a:pt x="6820" y="18842"/>
                </a:cubicBezTo>
                <a:close/>
                <a:moveTo>
                  <a:pt x="5120" y="19356"/>
                </a:moveTo>
                <a:cubicBezTo>
                  <a:pt x="5105" y="19356"/>
                  <a:pt x="5089" y="19357"/>
                  <a:pt x="5074" y="19361"/>
                </a:cubicBezTo>
                <a:cubicBezTo>
                  <a:pt x="4792" y="19426"/>
                  <a:pt x="4503" y="19485"/>
                  <a:pt x="4216" y="19535"/>
                </a:cubicBezTo>
                <a:cubicBezTo>
                  <a:pt x="4103" y="19552"/>
                  <a:pt x="4027" y="19660"/>
                  <a:pt x="4046" y="19772"/>
                </a:cubicBezTo>
                <a:cubicBezTo>
                  <a:pt x="4064" y="19873"/>
                  <a:pt x="4151" y="19944"/>
                  <a:pt x="4250" y="19944"/>
                </a:cubicBezTo>
                <a:cubicBezTo>
                  <a:pt x="4262" y="19944"/>
                  <a:pt x="4273" y="19944"/>
                  <a:pt x="4285" y="19942"/>
                </a:cubicBezTo>
                <a:cubicBezTo>
                  <a:pt x="4581" y="19892"/>
                  <a:pt x="4877" y="19832"/>
                  <a:pt x="5168" y="19765"/>
                </a:cubicBezTo>
                <a:cubicBezTo>
                  <a:pt x="5280" y="19738"/>
                  <a:pt x="5349" y="19627"/>
                  <a:pt x="5322" y="19515"/>
                </a:cubicBezTo>
                <a:cubicBezTo>
                  <a:pt x="5299" y="19420"/>
                  <a:pt x="5214" y="19356"/>
                  <a:pt x="5120" y="19356"/>
                </a:cubicBezTo>
                <a:close/>
                <a:moveTo>
                  <a:pt x="3371" y="19652"/>
                </a:moveTo>
                <a:cubicBezTo>
                  <a:pt x="3363" y="19652"/>
                  <a:pt x="3356" y="19652"/>
                  <a:pt x="3348" y="19653"/>
                </a:cubicBezTo>
                <a:cubicBezTo>
                  <a:pt x="3061" y="19685"/>
                  <a:pt x="2767" y="19706"/>
                  <a:pt x="2476" y="19721"/>
                </a:cubicBezTo>
                <a:cubicBezTo>
                  <a:pt x="2361" y="19726"/>
                  <a:pt x="2274" y="19823"/>
                  <a:pt x="2279" y="19937"/>
                </a:cubicBezTo>
                <a:cubicBezTo>
                  <a:pt x="2285" y="20048"/>
                  <a:pt x="2375" y="20133"/>
                  <a:pt x="2485" y="20133"/>
                </a:cubicBezTo>
                <a:lnTo>
                  <a:pt x="2496" y="20133"/>
                </a:lnTo>
                <a:cubicBezTo>
                  <a:pt x="2795" y="20119"/>
                  <a:pt x="3096" y="20096"/>
                  <a:pt x="3392" y="20064"/>
                </a:cubicBezTo>
                <a:cubicBezTo>
                  <a:pt x="3506" y="20052"/>
                  <a:pt x="3589" y="19951"/>
                  <a:pt x="3577" y="19838"/>
                </a:cubicBezTo>
                <a:cubicBezTo>
                  <a:pt x="3565" y="19732"/>
                  <a:pt x="3476" y="19652"/>
                  <a:pt x="3371" y="19652"/>
                </a:cubicBezTo>
                <a:close/>
                <a:moveTo>
                  <a:pt x="712" y="19699"/>
                </a:moveTo>
                <a:cubicBezTo>
                  <a:pt x="604" y="19699"/>
                  <a:pt x="512" y="19782"/>
                  <a:pt x="504" y="19891"/>
                </a:cubicBezTo>
                <a:cubicBezTo>
                  <a:pt x="497" y="20006"/>
                  <a:pt x="582" y="20103"/>
                  <a:pt x="697" y="20112"/>
                </a:cubicBezTo>
                <a:cubicBezTo>
                  <a:pt x="995" y="20133"/>
                  <a:pt x="1296" y="20146"/>
                  <a:pt x="1595" y="20149"/>
                </a:cubicBezTo>
                <a:lnTo>
                  <a:pt x="1597" y="20149"/>
                </a:lnTo>
                <a:cubicBezTo>
                  <a:pt x="1711" y="20149"/>
                  <a:pt x="1803" y="20059"/>
                  <a:pt x="1804" y="19946"/>
                </a:cubicBezTo>
                <a:cubicBezTo>
                  <a:pt x="1806" y="19830"/>
                  <a:pt x="1714" y="19737"/>
                  <a:pt x="1601" y="19737"/>
                </a:cubicBezTo>
                <a:cubicBezTo>
                  <a:pt x="1310" y="19733"/>
                  <a:pt x="1016" y="19721"/>
                  <a:pt x="725" y="19699"/>
                </a:cubicBezTo>
                <a:cubicBezTo>
                  <a:pt x="721" y="19699"/>
                  <a:pt x="716" y="19699"/>
                  <a:pt x="712" y="196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8"/>
          <p:cNvSpPr/>
          <p:nvPr/>
        </p:nvSpPr>
        <p:spPr>
          <a:xfrm>
            <a:off x="5604478" y="22516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8"/>
          <p:cNvSpPr/>
          <p:nvPr/>
        </p:nvSpPr>
        <p:spPr>
          <a:xfrm>
            <a:off x="6868322" y="844898"/>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8"/>
          <p:cNvSpPr/>
          <p:nvPr/>
        </p:nvSpPr>
        <p:spPr>
          <a:xfrm>
            <a:off x="8016266" y="42225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8"/>
          <p:cNvSpPr/>
          <p:nvPr/>
        </p:nvSpPr>
        <p:spPr>
          <a:xfrm>
            <a:off x="1118591" y="12703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8"/>
          <p:cNvSpPr/>
          <p:nvPr/>
        </p:nvSpPr>
        <p:spPr>
          <a:xfrm>
            <a:off x="1507516" y="7222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8"/>
          <p:cNvSpPr/>
          <p:nvPr/>
        </p:nvSpPr>
        <p:spPr>
          <a:xfrm>
            <a:off x="8148616" y="5896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2" name="Shape 2252"/>
        <p:cNvGrpSpPr/>
        <p:nvPr/>
      </p:nvGrpSpPr>
      <p:grpSpPr>
        <a:xfrm>
          <a:off x="0" y="0"/>
          <a:ext cx="0" cy="0"/>
          <a:chOff x="0" y="0"/>
          <a:chExt cx="0" cy="0"/>
        </a:xfrm>
      </p:grpSpPr>
      <p:sp>
        <p:nvSpPr>
          <p:cNvPr id="2253" name="Google Shape;2253;p39"/>
          <p:cNvSpPr/>
          <p:nvPr/>
        </p:nvSpPr>
        <p:spPr>
          <a:xfrm>
            <a:off x="1271376" y="1132201"/>
            <a:ext cx="1245895" cy="1148568"/>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9"/>
          <p:cNvSpPr txBox="1"/>
          <p:nvPr>
            <p:ph type="title"/>
          </p:nvPr>
        </p:nvSpPr>
        <p:spPr>
          <a:xfrm>
            <a:off x="1291500" y="2400500"/>
            <a:ext cx="43200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Class notes</a:t>
            </a:r>
            <a:endParaRPr/>
          </a:p>
        </p:txBody>
      </p:sp>
      <p:sp>
        <p:nvSpPr>
          <p:cNvPr id="2255" name="Google Shape;2255;p39"/>
          <p:cNvSpPr txBox="1"/>
          <p:nvPr>
            <p:ph idx="2" type="title"/>
          </p:nvPr>
        </p:nvSpPr>
        <p:spPr>
          <a:xfrm>
            <a:off x="1291500" y="1241525"/>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256" name="Google Shape;2256;p39"/>
          <p:cNvSpPr txBox="1"/>
          <p:nvPr>
            <p:ph idx="1" type="subTitle"/>
          </p:nvPr>
        </p:nvSpPr>
        <p:spPr>
          <a:xfrm>
            <a:off x="1291500" y="3360725"/>
            <a:ext cx="43200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257" name="Google Shape;2257;p39"/>
          <p:cNvGrpSpPr/>
          <p:nvPr/>
        </p:nvGrpSpPr>
        <p:grpSpPr>
          <a:xfrm>
            <a:off x="6086768" y="741629"/>
            <a:ext cx="2026677" cy="3558238"/>
            <a:chOff x="2332850" y="1508965"/>
            <a:chExt cx="495799" cy="870474"/>
          </a:xfrm>
        </p:grpSpPr>
        <p:sp>
          <p:nvSpPr>
            <p:cNvPr id="2258" name="Google Shape;2258;p39"/>
            <p:cNvSpPr/>
            <p:nvPr/>
          </p:nvSpPr>
          <p:spPr>
            <a:xfrm>
              <a:off x="2347410" y="1709183"/>
              <a:ext cx="467748" cy="569138"/>
            </a:xfrm>
            <a:custGeom>
              <a:rect b="b" l="l" r="r" t="t"/>
              <a:pathLst>
                <a:path extrusionOk="0" h="10671" w="8770">
                  <a:moveTo>
                    <a:pt x="4336" y="1"/>
                  </a:moveTo>
                  <a:cubicBezTo>
                    <a:pt x="4096" y="1"/>
                    <a:pt x="3869" y="8"/>
                    <a:pt x="3774" y="23"/>
                  </a:cubicBezTo>
                  <a:cubicBezTo>
                    <a:pt x="3116" y="126"/>
                    <a:pt x="2471" y="296"/>
                    <a:pt x="1881" y="622"/>
                  </a:cubicBezTo>
                  <a:cubicBezTo>
                    <a:pt x="1050" y="1081"/>
                    <a:pt x="456" y="1815"/>
                    <a:pt x="217" y="2738"/>
                  </a:cubicBezTo>
                  <a:cubicBezTo>
                    <a:pt x="95" y="3209"/>
                    <a:pt x="43" y="3707"/>
                    <a:pt x="20" y="4193"/>
                  </a:cubicBezTo>
                  <a:cubicBezTo>
                    <a:pt x="1" y="4646"/>
                    <a:pt x="18" y="5111"/>
                    <a:pt x="119" y="5555"/>
                  </a:cubicBezTo>
                  <a:cubicBezTo>
                    <a:pt x="226" y="6023"/>
                    <a:pt x="438" y="6457"/>
                    <a:pt x="759" y="6815"/>
                  </a:cubicBezTo>
                  <a:cubicBezTo>
                    <a:pt x="1053" y="7143"/>
                    <a:pt x="1424" y="7390"/>
                    <a:pt x="1768" y="7662"/>
                  </a:cubicBezTo>
                  <a:cubicBezTo>
                    <a:pt x="2542" y="8276"/>
                    <a:pt x="3029" y="9149"/>
                    <a:pt x="3040" y="10149"/>
                  </a:cubicBezTo>
                  <a:cubicBezTo>
                    <a:pt x="3040" y="10202"/>
                    <a:pt x="3052" y="10250"/>
                    <a:pt x="3070" y="10290"/>
                  </a:cubicBezTo>
                  <a:cubicBezTo>
                    <a:pt x="3070" y="10294"/>
                    <a:pt x="3068" y="10298"/>
                    <a:pt x="3068" y="10301"/>
                  </a:cubicBezTo>
                  <a:cubicBezTo>
                    <a:pt x="3072" y="10391"/>
                    <a:pt x="3102" y="10487"/>
                    <a:pt x="3171" y="10551"/>
                  </a:cubicBezTo>
                  <a:cubicBezTo>
                    <a:pt x="3234" y="10611"/>
                    <a:pt x="3321" y="10657"/>
                    <a:pt x="3409" y="10657"/>
                  </a:cubicBezTo>
                  <a:cubicBezTo>
                    <a:pt x="3413" y="10657"/>
                    <a:pt x="3416" y="10657"/>
                    <a:pt x="3419" y="10657"/>
                  </a:cubicBezTo>
                  <a:cubicBezTo>
                    <a:pt x="3726" y="10638"/>
                    <a:pt x="4030" y="10618"/>
                    <a:pt x="4335" y="10601"/>
                  </a:cubicBezTo>
                  <a:cubicBezTo>
                    <a:pt x="4339" y="10601"/>
                    <a:pt x="4342" y="10601"/>
                    <a:pt x="4346" y="10599"/>
                  </a:cubicBezTo>
                  <a:cubicBezTo>
                    <a:pt x="4348" y="10601"/>
                    <a:pt x="4353" y="10601"/>
                    <a:pt x="4355" y="10601"/>
                  </a:cubicBezTo>
                  <a:cubicBezTo>
                    <a:pt x="4661" y="10622"/>
                    <a:pt x="4964" y="10647"/>
                    <a:pt x="5269" y="10670"/>
                  </a:cubicBezTo>
                  <a:cubicBezTo>
                    <a:pt x="5274" y="10670"/>
                    <a:pt x="5279" y="10670"/>
                    <a:pt x="5284" y="10670"/>
                  </a:cubicBezTo>
                  <a:cubicBezTo>
                    <a:pt x="5372" y="10670"/>
                    <a:pt x="5457" y="10624"/>
                    <a:pt x="5521" y="10567"/>
                  </a:cubicBezTo>
                  <a:cubicBezTo>
                    <a:pt x="5590" y="10505"/>
                    <a:pt x="5622" y="10407"/>
                    <a:pt x="5625" y="10317"/>
                  </a:cubicBezTo>
                  <a:cubicBezTo>
                    <a:pt x="5627" y="10315"/>
                    <a:pt x="5625" y="10310"/>
                    <a:pt x="5625" y="10308"/>
                  </a:cubicBezTo>
                  <a:cubicBezTo>
                    <a:pt x="5645" y="10267"/>
                    <a:pt x="5655" y="10220"/>
                    <a:pt x="5655" y="10166"/>
                  </a:cubicBezTo>
                  <a:cubicBezTo>
                    <a:pt x="5682" y="9167"/>
                    <a:pt x="6180" y="8300"/>
                    <a:pt x="6962" y="7696"/>
                  </a:cubicBezTo>
                  <a:cubicBezTo>
                    <a:pt x="7309" y="7428"/>
                    <a:pt x="7683" y="7187"/>
                    <a:pt x="7980" y="6863"/>
                  </a:cubicBezTo>
                  <a:cubicBezTo>
                    <a:pt x="8308" y="6511"/>
                    <a:pt x="8526" y="6078"/>
                    <a:pt x="8640" y="5612"/>
                  </a:cubicBezTo>
                  <a:cubicBezTo>
                    <a:pt x="8746" y="5169"/>
                    <a:pt x="8769" y="4705"/>
                    <a:pt x="8755" y="4251"/>
                  </a:cubicBezTo>
                  <a:cubicBezTo>
                    <a:pt x="8739" y="3766"/>
                    <a:pt x="8696" y="3268"/>
                    <a:pt x="8579" y="2794"/>
                  </a:cubicBezTo>
                  <a:cubicBezTo>
                    <a:pt x="8353" y="1866"/>
                    <a:pt x="7768" y="1127"/>
                    <a:pt x="6942" y="656"/>
                  </a:cubicBezTo>
                  <a:cubicBezTo>
                    <a:pt x="6357" y="322"/>
                    <a:pt x="5714" y="143"/>
                    <a:pt x="5057" y="32"/>
                  </a:cubicBezTo>
                  <a:cubicBezTo>
                    <a:pt x="4941" y="11"/>
                    <a:pt x="4629" y="1"/>
                    <a:pt x="4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9"/>
            <p:cNvSpPr/>
            <p:nvPr/>
          </p:nvSpPr>
          <p:spPr>
            <a:xfrm>
              <a:off x="2516587" y="2272290"/>
              <a:ext cx="132964" cy="96323"/>
            </a:xfrm>
            <a:custGeom>
              <a:rect b="b" l="l" r="r" t="t"/>
              <a:pathLst>
                <a:path extrusionOk="0" h="1806" w="2493">
                  <a:moveTo>
                    <a:pt x="454" y="0"/>
                  </a:moveTo>
                  <a:cubicBezTo>
                    <a:pt x="244" y="0"/>
                    <a:pt x="1" y="191"/>
                    <a:pt x="26" y="422"/>
                  </a:cubicBezTo>
                  <a:cubicBezTo>
                    <a:pt x="31" y="459"/>
                    <a:pt x="36" y="496"/>
                    <a:pt x="42" y="535"/>
                  </a:cubicBezTo>
                  <a:cubicBezTo>
                    <a:pt x="19" y="604"/>
                    <a:pt x="15" y="684"/>
                    <a:pt x="42" y="774"/>
                  </a:cubicBezTo>
                  <a:cubicBezTo>
                    <a:pt x="82" y="918"/>
                    <a:pt x="144" y="1051"/>
                    <a:pt x="222" y="1173"/>
                  </a:cubicBezTo>
                  <a:cubicBezTo>
                    <a:pt x="380" y="1512"/>
                    <a:pt x="641" y="1777"/>
                    <a:pt x="1059" y="1802"/>
                  </a:cubicBezTo>
                  <a:cubicBezTo>
                    <a:pt x="1080" y="1803"/>
                    <a:pt x="1101" y="1804"/>
                    <a:pt x="1122" y="1804"/>
                  </a:cubicBezTo>
                  <a:cubicBezTo>
                    <a:pt x="1160" y="1804"/>
                    <a:pt x="1198" y="1802"/>
                    <a:pt x="1236" y="1799"/>
                  </a:cubicBezTo>
                  <a:cubicBezTo>
                    <a:pt x="1278" y="1803"/>
                    <a:pt x="1320" y="1805"/>
                    <a:pt x="1363" y="1805"/>
                  </a:cubicBezTo>
                  <a:cubicBezTo>
                    <a:pt x="1380" y="1805"/>
                    <a:pt x="1396" y="1805"/>
                    <a:pt x="1413" y="1804"/>
                  </a:cubicBezTo>
                  <a:cubicBezTo>
                    <a:pt x="1831" y="1786"/>
                    <a:pt x="2095" y="1522"/>
                    <a:pt x="2257" y="1186"/>
                  </a:cubicBezTo>
                  <a:cubicBezTo>
                    <a:pt x="2338" y="1065"/>
                    <a:pt x="2402" y="932"/>
                    <a:pt x="2445" y="790"/>
                  </a:cubicBezTo>
                  <a:cubicBezTo>
                    <a:pt x="2471" y="702"/>
                    <a:pt x="2469" y="620"/>
                    <a:pt x="2448" y="551"/>
                  </a:cubicBezTo>
                  <a:cubicBezTo>
                    <a:pt x="2453" y="514"/>
                    <a:pt x="2459" y="475"/>
                    <a:pt x="2464" y="438"/>
                  </a:cubicBezTo>
                  <a:cubicBezTo>
                    <a:pt x="2492" y="207"/>
                    <a:pt x="2253" y="14"/>
                    <a:pt x="2042" y="11"/>
                  </a:cubicBezTo>
                  <a:cubicBezTo>
                    <a:pt x="2039" y="11"/>
                    <a:pt x="2036" y="11"/>
                    <a:pt x="2033" y="11"/>
                  </a:cubicBezTo>
                  <a:cubicBezTo>
                    <a:pt x="1961" y="11"/>
                    <a:pt x="1900" y="30"/>
                    <a:pt x="1846" y="58"/>
                  </a:cubicBezTo>
                  <a:cubicBezTo>
                    <a:pt x="1804" y="44"/>
                    <a:pt x="1761" y="37"/>
                    <a:pt x="1717" y="37"/>
                  </a:cubicBezTo>
                  <a:cubicBezTo>
                    <a:pt x="1623" y="37"/>
                    <a:pt x="1525" y="73"/>
                    <a:pt x="1438" y="160"/>
                  </a:cubicBezTo>
                  <a:cubicBezTo>
                    <a:pt x="1383" y="216"/>
                    <a:pt x="1316" y="262"/>
                    <a:pt x="1247" y="296"/>
                  </a:cubicBezTo>
                  <a:cubicBezTo>
                    <a:pt x="1176" y="262"/>
                    <a:pt x="1110" y="214"/>
                    <a:pt x="1055" y="158"/>
                  </a:cubicBezTo>
                  <a:cubicBezTo>
                    <a:pt x="967" y="67"/>
                    <a:pt x="868" y="30"/>
                    <a:pt x="772" y="30"/>
                  </a:cubicBezTo>
                  <a:cubicBezTo>
                    <a:pt x="730" y="30"/>
                    <a:pt x="689" y="37"/>
                    <a:pt x="649" y="50"/>
                  </a:cubicBezTo>
                  <a:cubicBezTo>
                    <a:pt x="594" y="20"/>
                    <a:pt x="529" y="0"/>
                    <a:pt x="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9"/>
            <p:cNvSpPr/>
            <p:nvPr/>
          </p:nvSpPr>
          <p:spPr>
            <a:xfrm>
              <a:off x="2540908" y="1888227"/>
              <a:ext cx="89816" cy="406413"/>
            </a:xfrm>
            <a:custGeom>
              <a:rect b="b" l="l" r="r" t="t"/>
              <a:pathLst>
                <a:path extrusionOk="0" h="7620" w="1684">
                  <a:moveTo>
                    <a:pt x="1044" y="288"/>
                  </a:moveTo>
                  <a:cubicBezTo>
                    <a:pt x="1141" y="288"/>
                    <a:pt x="1232" y="333"/>
                    <a:pt x="1290" y="439"/>
                  </a:cubicBezTo>
                  <a:cubicBezTo>
                    <a:pt x="1413" y="664"/>
                    <a:pt x="1296" y="926"/>
                    <a:pt x="1186" y="1128"/>
                  </a:cubicBezTo>
                  <a:cubicBezTo>
                    <a:pt x="1053" y="1369"/>
                    <a:pt x="902" y="1598"/>
                    <a:pt x="753" y="1828"/>
                  </a:cubicBezTo>
                  <a:cubicBezTo>
                    <a:pt x="737" y="1810"/>
                    <a:pt x="723" y="1794"/>
                    <a:pt x="707" y="1777"/>
                  </a:cubicBezTo>
                  <a:cubicBezTo>
                    <a:pt x="535" y="1576"/>
                    <a:pt x="482" y="1381"/>
                    <a:pt x="512" y="1117"/>
                  </a:cubicBezTo>
                  <a:cubicBezTo>
                    <a:pt x="539" y="873"/>
                    <a:pt x="587" y="563"/>
                    <a:pt x="783" y="393"/>
                  </a:cubicBezTo>
                  <a:cubicBezTo>
                    <a:pt x="859" y="327"/>
                    <a:pt x="954" y="288"/>
                    <a:pt x="1044" y="288"/>
                  </a:cubicBezTo>
                  <a:close/>
                  <a:moveTo>
                    <a:pt x="1046" y="0"/>
                  </a:moveTo>
                  <a:cubicBezTo>
                    <a:pt x="593" y="0"/>
                    <a:pt x="347" y="446"/>
                    <a:pt x="270" y="841"/>
                  </a:cubicBezTo>
                  <a:cubicBezTo>
                    <a:pt x="224" y="1084"/>
                    <a:pt x="185" y="1350"/>
                    <a:pt x="266" y="1589"/>
                  </a:cubicBezTo>
                  <a:cubicBezTo>
                    <a:pt x="330" y="1780"/>
                    <a:pt x="463" y="1929"/>
                    <a:pt x="597" y="2074"/>
                  </a:cubicBezTo>
                  <a:cubicBezTo>
                    <a:pt x="542" y="2163"/>
                    <a:pt x="489" y="2252"/>
                    <a:pt x="440" y="2344"/>
                  </a:cubicBezTo>
                  <a:cubicBezTo>
                    <a:pt x="209" y="2767"/>
                    <a:pt x="75" y="3210"/>
                    <a:pt x="41" y="3694"/>
                  </a:cubicBezTo>
                  <a:cubicBezTo>
                    <a:pt x="0" y="4302"/>
                    <a:pt x="41" y="4922"/>
                    <a:pt x="52" y="5532"/>
                  </a:cubicBezTo>
                  <a:cubicBezTo>
                    <a:pt x="60" y="6115"/>
                    <a:pt x="37" y="6714"/>
                    <a:pt x="188" y="7281"/>
                  </a:cubicBezTo>
                  <a:cubicBezTo>
                    <a:pt x="207" y="7351"/>
                    <a:pt x="262" y="7382"/>
                    <a:pt x="319" y="7382"/>
                  </a:cubicBezTo>
                  <a:cubicBezTo>
                    <a:pt x="403" y="7382"/>
                    <a:pt x="490" y="7313"/>
                    <a:pt x="463" y="7208"/>
                  </a:cubicBezTo>
                  <a:cubicBezTo>
                    <a:pt x="310" y="6643"/>
                    <a:pt x="342" y="6042"/>
                    <a:pt x="333" y="5464"/>
                  </a:cubicBezTo>
                  <a:cubicBezTo>
                    <a:pt x="323" y="4887"/>
                    <a:pt x="287" y="4304"/>
                    <a:pt x="323" y="3728"/>
                  </a:cubicBezTo>
                  <a:cubicBezTo>
                    <a:pt x="355" y="3203"/>
                    <a:pt x="530" y="2748"/>
                    <a:pt x="791" y="2303"/>
                  </a:cubicBezTo>
                  <a:cubicBezTo>
                    <a:pt x="1044" y="2654"/>
                    <a:pt x="1145" y="3076"/>
                    <a:pt x="1182" y="3513"/>
                  </a:cubicBezTo>
                  <a:cubicBezTo>
                    <a:pt x="1294" y="4816"/>
                    <a:pt x="1166" y="6163"/>
                    <a:pt x="911" y="7440"/>
                  </a:cubicBezTo>
                  <a:cubicBezTo>
                    <a:pt x="890" y="7548"/>
                    <a:pt x="980" y="7620"/>
                    <a:pt x="1063" y="7620"/>
                  </a:cubicBezTo>
                  <a:cubicBezTo>
                    <a:pt x="1117" y="7620"/>
                    <a:pt x="1168" y="7589"/>
                    <a:pt x="1182" y="7518"/>
                  </a:cubicBezTo>
                  <a:cubicBezTo>
                    <a:pt x="1395" y="6457"/>
                    <a:pt x="1503" y="5378"/>
                    <a:pt x="1496" y="4295"/>
                  </a:cubicBezTo>
                  <a:cubicBezTo>
                    <a:pt x="1492" y="3825"/>
                    <a:pt x="1483" y="3341"/>
                    <a:pt x="1368" y="2882"/>
                  </a:cubicBezTo>
                  <a:cubicBezTo>
                    <a:pt x="1319" y="2691"/>
                    <a:pt x="1248" y="2501"/>
                    <a:pt x="1152" y="2328"/>
                  </a:cubicBezTo>
                  <a:cubicBezTo>
                    <a:pt x="1094" y="2225"/>
                    <a:pt x="1024" y="2135"/>
                    <a:pt x="948" y="2048"/>
                  </a:cubicBezTo>
                  <a:cubicBezTo>
                    <a:pt x="1195" y="1679"/>
                    <a:pt x="1494" y="1298"/>
                    <a:pt x="1595" y="875"/>
                  </a:cubicBezTo>
                  <a:cubicBezTo>
                    <a:pt x="1684" y="506"/>
                    <a:pt x="1519" y="26"/>
                    <a:pt x="1083" y="1"/>
                  </a:cubicBezTo>
                  <a:cubicBezTo>
                    <a:pt x="1071" y="0"/>
                    <a:pt x="1058" y="0"/>
                    <a:pt x="1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9"/>
            <p:cNvSpPr/>
            <p:nvPr/>
          </p:nvSpPr>
          <p:spPr>
            <a:xfrm>
              <a:off x="2485120" y="2193675"/>
              <a:ext cx="205233" cy="132004"/>
            </a:xfrm>
            <a:custGeom>
              <a:rect b="b" l="l" r="r" t="t"/>
              <a:pathLst>
                <a:path extrusionOk="0" h="2475" w="3848">
                  <a:moveTo>
                    <a:pt x="2832" y="0"/>
                  </a:moveTo>
                  <a:cubicBezTo>
                    <a:pt x="2601" y="0"/>
                    <a:pt x="2367" y="24"/>
                    <a:pt x="2189" y="24"/>
                  </a:cubicBezTo>
                  <a:cubicBezTo>
                    <a:pt x="1946" y="24"/>
                    <a:pt x="1702" y="22"/>
                    <a:pt x="1459" y="22"/>
                  </a:cubicBezTo>
                  <a:cubicBezTo>
                    <a:pt x="1144" y="22"/>
                    <a:pt x="830" y="25"/>
                    <a:pt x="516" y="37"/>
                  </a:cubicBezTo>
                  <a:cubicBezTo>
                    <a:pt x="190" y="51"/>
                    <a:pt x="38" y="327"/>
                    <a:pt x="59" y="577"/>
                  </a:cubicBezTo>
                  <a:cubicBezTo>
                    <a:pt x="59" y="588"/>
                    <a:pt x="59" y="597"/>
                    <a:pt x="61" y="606"/>
                  </a:cubicBezTo>
                  <a:cubicBezTo>
                    <a:pt x="57" y="643"/>
                    <a:pt x="54" y="678"/>
                    <a:pt x="49" y="716"/>
                  </a:cubicBezTo>
                  <a:cubicBezTo>
                    <a:pt x="20" y="999"/>
                    <a:pt x="1" y="1281"/>
                    <a:pt x="38" y="1525"/>
                  </a:cubicBezTo>
                  <a:cubicBezTo>
                    <a:pt x="40" y="1587"/>
                    <a:pt x="43" y="1646"/>
                    <a:pt x="52" y="1704"/>
                  </a:cubicBezTo>
                  <a:cubicBezTo>
                    <a:pt x="57" y="1754"/>
                    <a:pt x="64" y="1802"/>
                    <a:pt x="75" y="1850"/>
                  </a:cubicBezTo>
                  <a:cubicBezTo>
                    <a:pt x="82" y="1883"/>
                    <a:pt x="91" y="1915"/>
                    <a:pt x="100" y="1947"/>
                  </a:cubicBezTo>
                  <a:cubicBezTo>
                    <a:pt x="155" y="2126"/>
                    <a:pt x="318" y="2282"/>
                    <a:pt x="511" y="2296"/>
                  </a:cubicBezTo>
                  <a:cubicBezTo>
                    <a:pt x="546" y="2309"/>
                    <a:pt x="585" y="2323"/>
                    <a:pt x="628" y="2330"/>
                  </a:cubicBezTo>
                  <a:cubicBezTo>
                    <a:pt x="1155" y="2414"/>
                    <a:pt x="1683" y="2474"/>
                    <a:pt x="2216" y="2474"/>
                  </a:cubicBezTo>
                  <a:cubicBezTo>
                    <a:pt x="2246" y="2474"/>
                    <a:pt x="2275" y="2474"/>
                    <a:pt x="2304" y="2473"/>
                  </a:cubicBezTo>
                  <a:cubicBezTo>
                    <a:pt x="2335" y="2473"/>
                    <a:pt x="2366" y="2473"/>
                    <a:pt x="2397" y="2473"/>
                  </a:cubicBezTo>
                  <a:cubicBezTo>
                    <a:pt x="2446" y="2473"/>
                    <a:pt x="2496" y="2473"/>
                    <a:pt x="2546" y="2473"/>
                  </a:cubicBezTo>
                  <a:cubicBezTo>
                    <a:pt x="2872" y="2473"/>
                    <a:pt x="3230" y="2461"/>
                    <a:pt x="3479" y="2271"/>
                  </a:cubicBezTo>
                  <a:cubicBezTo>
                    <a:pt x="3582" y="2192"/>
                    <a:pt x="3664" y="2069"/>
                    <a:pt x="3722" y="1919"/>
                  </a:cubicBezTo>
                  <a:cubicBezTo>
                    <a:pt x="3742" y="1869"/>
                    <a:pt x="3759" y="1818"/>
                    <a:pt x="3773" y="1765"/>
                  </a:cubicBezTo>
                  <a:cubicBezTo>
                    <a:pt x="3816" y="1612"/>
                    <a:pt x="3835" y="1442"/>
                    <a:pt x="3835" y="1272"/>
                  </a:cubicBezTo>
                  <a:cubicBezTo>
                    <a:pt x="3848" y="1107"/>
                    <a:pt x="3841" y="939"/>
                    <a:pt x="3814" y="779"/>
                  </a:cubicBezTo>
                  <a:cubicBezTo>
                    <a:pt x="3807" y="737"/>
                    <a:pt x="3800" y="694"/>
                    <a:pt x="3789" y="654"/>
                  </a:cubicBezTo>
                  <a:cubicBezTo>
                    <a:pt x="3729" y="423"/>
                    <a:pt x="3621" y="228"/>
                    <a:pt x="3460" y="127"/>
                  </a:cubicBezTo>
                  <a:cubicBezTo>
                    <a:pt x="3298" y="25"/>
                    <a:pt x="3067" y="0"/>
                    <a:pt x="28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9"/>
            <p:cNvSpPr/>
            <p:nvPr/>
          </p:nvSpPr>
          <p:spPr>
            <a:xfrm>
              <a:off x="2485120" y="2231222"/>
              <a:ext cx="205233" cy="56588"/>
            </a:xfrm>
            <a:custGeom>
              <a:rect b="b" l="l" r="r" t="t"/>
              <a:pathLst>
                <a:path extrusionOk="0" h="1061" w="3848">
                  <a:moveTo>
                    <a:pt x="1008" y="0"/>
                  </a:moveTo>
                  <a:cubicBezTo>
                    <a:pt x="688" y="0"/>
                    <a:pt x="368" y="4"/>
                    <a:pt x="49" y="12"/>
                  </a:cubicBezTo>
                  <a:cubicBezTo>
                    <a:pt x="20" y="295"/>
                    <a:pt x="1" y="577"/>
                    <a:pt x="38" y="821"/>
                  </a:cubicBezTo>
                  <a:cubicBezTo>
                    <a:pt x="40" y="883"/>
                    <a:pt x="43" y="942"/>
                    <a:pt x="52" y="1000"/>
                  </a:cubicBezTo>
                  <a:cubicBezTo>
                    <a:pt x="414" y="988"/>
                    <a:pt x="777" y="983"/>
                    <a:pt x="1141" y="983"/>
                  </a:cubicBezTo>
                  <a:cubicBezTo>
                    <a:pt x="2017" y="983"/>
                    <a:pt x="2898" y="1014"/>
                    <a:pt x="3773" y="1061"/>
                  </a:cubicBezTo>
                  <a:cubicBezTo>
                    <a:pt x="3816" y="908"/>
                    <a:pt x="3835" y="738"/>
                    <a:pt x="3835" y="568"/>
                  </a:cubicBezTo>
                  <a:cubicBezTo>
                    <a:pt x="3848" y="403"/>
                    <a:pt x="3841" y="235"/>
                    <a:pt x="3814" y="75"/>
                  </a:cubicBezTo>
                  <a:cubicBezTo>
                    <a:pt x="2878" y="30"/>
                    <a:pt x="1942"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9"/>
            <p:cNvSpPr/>
            <p:nvPr/>
          </p:nvSpPr>
          <p:spPr>
            <a:xfrm>
              <a:off x="2697711" y="1935802"/>
              <a:ext cx="130937" cy="210247"/>
            </a:xfrm>
            <a:custGeom>
              <a:rect b="b" l="l" r="r" t="t"/>
              <a:pathLst>
                <a:path extrusionOk="0" h="3942" w="2455">
                  <a:moveTo>
                    <a:pt x="2139" y="0"/>
                  </a:moveTo>
                  <a:cubicBezTo>
                    <a:pt x="2119" y="0"/>
                    <a:pt x="2099" y="2"/>
                    <a:pt x="2081" y="7"/>
                  </a:cubicBezTo>
                  <a:cubicBezTo>
                    <a:pt x="1946" y="43"/>
                    <a:pt x="1886" y="176"/>
                    <a:pt x="1910" y="305"/>
                  </a:cubicBezTo>
                  <a:cubicBezTo>
                    <a:pt x="1974" y="663"/>
                    <a:pt x="1884" y="1025"/>
                    <a:pt x="1765" y="1363"/>
                  </a:cubicBezTo>
                  <a:cubicBezTo>
                    <a:pt x="1655" y="1680"/>
                    <a:pt x="1537" y="2035"/>
                    <a:pt x="1333" y="2306"/>
                  </a:cubicBezTo>
                  <a:cubicBezTo>
                    <a:pt x="977" y="2783"/>
                    <a:pt x="413" y="3050"/>
                    <a:pt x="110" y="3576"/>
                  </a:cubicBezTo>
                  <a:cubicBezTo>
                    <a:pt x="0" y="3765"/>
                    <a:pt x="169" y="3942"/>
                    <a:pt x="334" y="3942"/>
                  </a:cubicBezTo>
                  <a:cubicBezTo>
                    <a:pt x="407" y="3942"/>
                    <a:pt x="479" y="3907"/>
                    <a:pt x="526" y="3825"/>
                  </a:cubicBezTo>
                  <a:cubicBezTo>
                    <a:pt x="844" y="3277"/>
                    <a:pt x="1473" y="3004"/>
                    <a:pt x="1811" y="2467"/>
                  </a:cubicBezTo>
                  <a:cubicBezTo>
                    <a:pt x="1910" y="2309"/>
                    <a:pt x="1980" y="2134"/>
                    <a:pt x="2050" y="1962"/>
                  </a:cubicBezTo>
                  <a:cubicBezTo>
                    <a:pt x="2127" y="1780"/>
                    <a:pt x="2201" y="1597"/>
                    <a:pt x="2263" y="1409"/>
                  </a:cubicBezTo>
                  <a:cubicBezTo>
                    <a:pt x="2394" y="1009"/>
                    <a:pt x="2454" y="596"/>
                    <a:pt x="2378" y="179"/>
                  </a:cubicBezTo>
                  <a:cubicBezTo>
                    <a:pt x="2359" y="70"/>
                    <a:pt x="2246" y="0"/>
                    <a:pt x="2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9"/>
            <p:cNvSpPr/>
            <p:nvPr/>
          </p:nvSpPr>
          <p:spPr>
            <a:xfrm>
              <a:off x="2727099" y="1748437"/>
              <a:ext cx="93710" cy="106563"/>
            </a:xfrm>
            <a:custGeom>
              <a:rect b="b" l="l" r="r" t="t"/>
              <a:pathLst>
                <a:path extrusionOk="0" h="1998" w="1757">
                  <a:moveTo>
                    <a:pt x="277" y="0"/>
                  </a:moveTo>
                  <a:cubicBezTo>
                    <a:pt x="192" y="0"/>
                    <a:pt x="104" y="44"/>
                    <a:pt x="64" y="120"/>
                  </a:cubicBezTo>
                  <a:cubicBezTo>
                    <a:pt x="0" y="239"/>
                    <a:pt x="36" y="377"/>
                    <a:pt x="149" y="451"/>
                  </a:cubicBezTo>
                  <a:cubicBezTo>
                    <a:pt x="213" y="494"/>
                    <a:pt x="277" y="538"/>
                    <a:pt x="339" y="586"/>
                  </a:cubicBezTo>
                  <a:cubicBezTo>
                    <a:pt x="344" y="591"/>
                    <a:pt x="353" y="598"/>
                    <a:pt x="358" y="602"/>
                  </a:cubicBezTo>
                  <a:cubicBezTo>
                    <a:pt x="372" y="614"/>
                    <a:pt x="388" y="627"/>
                    <a:pt x="403" y="639"/>
                  </a:cubicBezTo>
                  <a:cubicBezTo>
                    <a:pt x="433" y="666"/>
                    <a:pt x="463" y="690"/>
                    <a:pt x="493" y="719"/>
                  </a:cubicBezTo>
                  <a:cubicBezTo>
                    <a:pt x="608" y="825"/>
                    <a:pt x="716" y="940"/>
                    <a:pt x="815" y="1063"/>
                  </a:cubicBezTo>
                  <a:cubicBezTo>
                    <a:pt x="822" y="1071"/>
                    <a:pt x="830" y="1082"/>
                    <a:pt x="837" y="1091"/>
                  </a:cubicBezTo>
                  <a:cubicBezTo>
                    <a:pt x="836" y="1091"/>
                    <a:pt x="836" y="1090"/>
                    <a:pt x="836" y="1090"/>
                  </a:cubicBezTo>
                  <a:lnTo>
                    <a:pt x="836" y="1090"/>
                  </a:lnTo>
                  <a:cubicBezTo>
                    <a:pt x="837" y="1090"/>
                    <a:pt x="863" y="1126"/>
                    <a:pt x="863" y="1126"/>
                  </a:cubicBezTo>
                  <a:cubicBezTo>
                    <a:pt x="886" y="1158"/>
                    <a:pt x="909" y="1190"/>
                    <a:pt x="932" y="1224"/>
                  </a:cubicBezTo>
                  <a:cubicBezTo>
                    <a:pt x="973" y="1286"/>
                    <a:pt x="1012" y="1350"/>
                    <a:pt x="1049" y="1413"/>
                  </a:cubicBezTo>
                  <a:cubicBezTo>
                    <a:pt x="1088" y="1483"/>
                    <a:pt x="1126" y="1552"/>
                    <a:pt x="1159" y="1624"/>
                  </a:cubicBezTo>
                  <a:cubicBezTo>
                    <a:pt x="1177" y="1660"/>
                    <a:pt x="1193" y="1695"/>
                    <a:pt x="1207" y="1732"/>
                  </a:cubicBezTo>
                  <a:cubicBezTo>
                    <a:pt x="1209" y="1736"/>
                    <a:pt x="1211" y="1738"/>
                    <a:pt x="1211" y="1738"/>
                  </a:cubicBezTo>
                  <a:cubicBezTo>
                    <a:pt x="1212" y="1741"/>
                    <a:pt x="1212" y="1745"/>
                    <a:pt x="1216" y="1750"/>
                  </a:cubicBezTo>
                  <a:cubicBezTo>
                    <a:pt x="1223" y="1771"/>
                    <a:pt x="1232" y="1794"/>
                    <a:pt x="1241" y="1816"/>
                  </a:cubicBezTo>
                  <a:cubicBezTo>
                    <a:pt x="1278" y="1915"/>
                    <a:pt x="1368" y="1998"/>
                    <a:pt x="1474" y="1998"/>
                  </a:cubicBezTo>
                  <a:cubicBezTo>
                    <a:pt x="1495" y="1998"/>
                    <a:pt x="1516" y="1995"/>
                    <a:pt x="1538" y="1988"/>
                  </a:cubicBezTo>
                  <a:cubicBezTo>
                    <a:pt x="1654" y="1952"/>
                    <a:pt x="1756" y="1817"/>
                    <a:pt x="1710" y="1690"/>
                  </a:cubicBezTo>
                  <a:cubicBezTo>
                    <a:pt x="1459" y="1011"/>
                    <a:pt x="1003" y="432"/>
                    <a:pt x="397" y="35"/>
                  </a:cubicBezTo>
                  <a:cubicBezTo>
                    <a:pt x="362" y="11"/>
                    <a:pt x="320"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2332850" y="1917775"/>
              <a:ext cx="90936" cy="185819"/>
            </a:xfrm>
            <a:custGeom>
              <a:rect b="b" l="l" r="r" t="t"/>
              <a:pathLst>
                <a:path extrusionOk="0" h="3484" w="1705">
                  <a:moveTo>
                    <a:pt x="238" y="1"/>
                  </a:moveTo>
                  <a:cubicBezTo>
                    <a:pt x="118" y="1"/>
                    <a:pt x="1" y="78"/>
                    <a:pt x="6" y="234"/>
                  </a:cubicBezTo>
                  <a:cubicBezTo>
                    <a:pt x="49" y="1400"/>
                    <a:pt x="167" y="2741"/>
                    <a:pt x="1238" y="3443"/>
                  </a:cubicBezTo>
                  <a:cubicBezTo>
                    <a:pt x="1281" y="3471"/>
                    <a:pt x="1324" y="3484"/>
                    <a:pt x="1364" y="3484"/>
                  </a:cubicBezTo>
                  <a:cubicBezTo>
                    <a:pt x="1568" y="3484"/>
                    <a:pt x="1705" y="3168"/>
                    <a:pt x="1486" y="3025"/>
                  </a:cubicBezTo>
                  <a:cubicBezTo>
                    <a:pt x="580" y="2431"/>
                    <a:pt x="527" y="1208"/>
                    <a:pt x="492" y="237"/>
                  </a:cubicBezTo>
                  <a:cubicBezTo>
                    <a:pt x="486" y="80"/>
                    <a:pt x="361"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9"/>
            <p:cNvSpPr/>
            <p:nvPr/>
          </p:nvSpPr>
          <p:spPr>
            <a:xfrm>
              <a:off x="2523201" y="2334265"/>
              <a:ext cx="66615" cy="45175"/>
            </a:xfrm>
            <a:custGeom>
              <a:rect b="b" l="l" r="r" t="t"/>
              <a:pathLst>
                <a:path extrusionOk="0" h="847" w="1249">
                  <a:moveTo>
                    <a:pt x="435" y="91"/>
                  </a:moveTo>
                  <a:cubicBezTo>
                    <a:pt x="435" y="91"/>
                    <a:pt x="436" y="92"/>
                    <a:pt x="436" y="93"/>
                  </a:cubicBezTo>
                  <a:lnTo>
                    <a:pt x="436" y="93"/>
                  </a:lnTo>
                  <a:cubicBezTo>
                    <a:pt x="436" y="92"/>
                    <a:pt x="435" y="91"/>
                    <a:pt x="435" y="91"/>
                  </a:cubicBezTo>
                  <a:close/>
                  <a:moveTo>
                    <a:pt x="436" y="93"/>
                  </a:moveTo>
                  <a:cubicBezTo>
                    <a:pt x="441" y="98"/>
                    <a:pt x="445" y="103"/>
                    <a:pt x="449" y="108"/>
                  </a:cubicBezTo>
                  <a:lnTo>
                    <a:pt x="449" y="108"/>
                  </a:lnTo>
                  <a:cubicBezTo>
                    <a:pt x="445" y="103"/>
                    <a:pt x="441" y="98"/>
                    <a:pt x="436" y="93"/>
                  </a:cubicBezTo>
                  <a:close/>
                  <a:moveTo>
                    <a:pt x="248" y="1"/>
                  </a:moveTo>
                  <a:cubicBezTo>
                    <a:pt x="206" y="1"/>
                    <a:pt x="162" y="11"/>
                    <a:pt x="128" y="32"/>
                  </a:cubicBezTo>
                  <a:cubicBezTo>
                    <a:pt x="75" y="66"/>
                    <a:pt x="29" y="116"/>
                    <a:pt x="15" y="176"/>
                  </a:cubicBezTo>
                  <a:cubicBezTo>
                    <a:pt x="1" y="236"/>
                    <a:pt x="1" y="312"/>
                    <a:pt x="38" y="364"/>
                  </a:cubicBezTo>
                  <a:cubicBezTo>
                    <a:pt x="150" y="514"/>
                    <a:pt x="286" y="644"/>
                    <a:pt x="456" y="725"/>
                  </a:cubicBezTo>
                  <a:cubicBezTo>
                    <a:pt x="613" y="800"/>
                    <a:pt x="782" y="847"/>
                    <a:pt x="954" y="847"/>
                  </a:cubicBezTo>
                  <a:cubicBezTo>
                    <a:pt x="969" y="847"/>
                    <a:pt x="984" y="847"/>
                    <a:pt x="999" y="846"/>
                  </a:cubicBezTo>
                  <a:cubicBezTo>
                    <a:pt x="1126" y="842"/>
                    <a:pt x="1248" y="741"/>
                    <a:pt x="1243" y="605"/>
                  </a:cubicBezTo>
                  <a:cubicBezTo>
                    <a:pt x="1240" y="482"/>
                    <a:pt x="1143" y="360"/>
                    <a:pt x="1011" y="360"/>
                  </a:cubicBezTo>
                  <a:cubicBezTo>
                    <a:pt x="1008" y="360"/>
                    <a:pt x="1005" y="360"/>
                    <a:pt x="1002" y="360"/>
                  </a:cubicBezTo>
                  <a:cubicBezTo>
                    <a:pt x="991" y="361"/>
                    <a:pt x="980" y="361"/>
                    <a:pt x="969" y="361"/>
                  </a:cubicBezTo>
                  <a:cubicBezTo>
                    <a:pt x="940" y="361"/>
                    <a:pt x="910" y="359"/>
                    <a:pt x="882" y="357"/>
                  </a:cubicBezTo>
                  <a:cubicBezTo>
                    <a:pt x="823" y="346"/>
                    <a:pt x="766" y="330"/>
                    <a:pt x="713" y="309"/>
                  </a:cubicBezTo>
                  <a:cubicBezTo>
                    <a:pt x="658" y="284"/>
                    <a:pt x="607" y="254"/>
                    <a:pt x="559" y="218"/>
                  </a:cubicBezTo>
                  <a:cubicBezTo>
                    <a:pt x="520" y="184"/>
                    <a:pt x="483" y="148"/>
                    <a:pt x="449" y="108"/>
                  </a:cubicBezTo>
                  <a:lnTo>
                    <a:pt x="449" y="108"/>
                  </a:lnTo>
                  <a:cubicBezTo>
                    <a:pt x="451" y="110"/>
                    <a:pt x="453" y="113"/>
                    <a:pt x="454" y="116"/>
                  </a:cubicBezTo>
                  <a:cubicBezTo>
                    <a:pt x="417" y="66"/>
                    <a:pt x="378" y="27"/>
                    <a:pt x="314" y="9"/>
                  </a:cubicBezTo>
                  <a:cubicBezTo>
                    <a:pt x="294" y="4"/>
                    <a:pt x="272"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9"/>
            <p:cNvSpPr/>
            <p:nvPr/>
          </p:nvSpPr>
          <p:spPr>
            <a:xfrm>
              <a:off x="2570029" y="1508965"/>
              <a:ext cx="32428" cy="147738"/>
            </a:xfrm>
            <a:custGeom>
              <a:rect b="b" l="l" r="r" t="t"/>
              <a:pathLst>
                <a:path extrusionOk="0" h="2770" w="608">
                  <a:moveTo>
                    <a:pt x="245" y="1"/>
                  </a:moveTo>
                  <a:cubicBezTo>
                    <a:pt x="228" y="1"/>
                    <a:pt x="212" y="2"/>
                    <a:pt x="197" y="6"/>
                  </a:cubicBezTo>
                  <a:cubicBezTo>
                    <a:pt x="57" y="36"/>
                    <a:pt x="0" y="165"/>
                    <a:pt x="14" y="295"/>
                  </a:cubicBezTo>
                  <a:cubicBezTo>
                    <a:pt x="90" y="1035"/>
                    <a:pt x="122" y="1780"/>
                    <a:pt x="112" y="2522"/>
                  </a:cubicBezTo>
                  <a:cubicBezTo>
                    <a:pt x="109" y="2685"/>
                    <a:pt x="238" y="2769"/>
                    <a:pt x="364" y="2769"/>
                  </a:cubicBezTo>
                  <a:cubicBezTo>
                    <a:pt x="480" y="2769"/>
                    <a:pt x="594" y="2696"/>
                    <a:pt x="595" y="2545"/>
                  </a:cubicBezTo>
                  <a:cubicBezTo>
                    <a:pt x="608" y="1759"/>
                    <a:pt x="569" y="972"/>
                    <a:pt x="487" y="188"/>
                  </a:cubicBezTo>
                  <a:cubicBezTo>
                    <a:pt x="477" y="75"/>
                    <a:pt x="353"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2363091" y="1613501"/>
              <a:ext cx="80483" cy="74776"/>
            </a:xfrm>
            <a:custGeom>
              <a:rect b="b" l="l" r="r" t="t"/>
              <a:pathLst>
                <a:path extrusionOk="0" h="1402" w="1509">
                  <a:moveTo>
                    <a:pt x="292" y="0"/>
                  </a:moveTo>
                  <a:cubicBezTo>
                    <a:pt x="267" y="0"/>
                    <a:pt x="243" y="3"/>
                    <a:pt x="219" y="8"/>
                  </a:cubicBezTo>
                  <a:cubicBezTo>
                    <a:pt x="95" y="36"/>
                    <a:pt x="1" y="172"/>
                    <a:pt x="35" y="298"/>
                  </a:cubicBezTo>
                  <a:cubicBezTo>
                    <a:pt x="63" y="399"/>
                    <a:pt x="143" y="472"/>
                    <a:pt x="240" y="484"/>
                  </a:cubicBezTo>
                  <a:cubicBezTo>
                    <a:pt x="245" y="490"/>
                    <a:pt x="249" y="495"/>
                    <a:pt x="254" y="498"/>
                  </a:cubicBezTo>
                  <a:lnTo>
                    <a:pt x="371" y="621"/>
                  </a:lnTo>
                  <a:cubicBezTo>
                    <a:pt x="447" y="699"/>
                    <a:pt x="524" y="777"/>
                    <a:pt x="600" y="855"/>
                  </a:cubicBezTo>
                  <a:cubicBezTo>
                    <a:pt x="752" y="1011"/>
                    <a:pt x="903" y="1168"/>
                    <a:pt x="1055" y="1324"/>
                  </a:cubicBezTo>
                  <a:cubicBezTo>
                    <a:pt x="1104" y="1374"/>
                    <a:pt x="1174" y="1402"/>
                    <a:pt x="1243" y="1402"/>
                  </a:cubicBezTo>
                  <a:cubicBezTo>
                    <a:pt x="1299" y="1402"/>
                    <a:pt x="1356" y="1383"/>
                    <a:pt x="1399" y="1340"/>
                  </a:cubicBezTo>
                  <a:cubicBezTo>
                    <a:pt x="1489" y="1250"/>
                    <a:pt x="1509" y="1094"/>
                    <a:pt x="1415" y="996"/>
                  </a:cubicBezTo>
                  <a:cubicBezTo>
                    <a:pt x="1245" y="821"/>
                    <a:pt x="1075" y="646"/>
                    <a:pt x="905" y="470"/>
                  </a:cubicBezTo>
                  <a:cubicBezTo>
                    <a:pt x="821" y="385"/>
                    <a:pt x="738" y="300"/>
                    <a:pt x="655" y="215"/>
                  </a:cubicBezTo>
                  <a:cubicBezTo>
                    <a:pt x="605" y="164"/>
                    <a:pt x="556" y="109"/>
                    <a:pt x="497" y="66"/>
                  </a:cubicBezTo>
                  <a:cubicBezTo>
                    <a:pt x="437" y="22"/>
                    <a:pt x="365"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9"/>
            <p:cNvSpPr/>
            <p:nvPr/>
          </p:nvSpPr>
          <p:spPr>
            <a:xfrm>
              <a:off x="2758939" y="1619954"/>
              <a:ext cx="62829" cy="68642"/>
            </a:xfrm>
            <a:custGeom>
              <a:rect b="b" l="l" r="r" t="t"/>
              <a:pathLst>
                <a:path extrusionOk="0" h="1287" w="1178">
                  <a:moveTo>
                    <a:pt x="892" y="1"/>
                  </a:moveTo>
                  <a:cubicBezTo>
                    <a:pt x="836" y="1"/>
                    <a:pt x="780" y="20"/>
                    <a:pt x="738" y="64"/>
                  </a:cubicBezTo>
                  <a:cubicBezTo>
                    <a:pt x="484" y="321"/>
                    <a:pt x="257" y="606"/>
                    <a:pt x="68" y="914"/>
                  </a:cubicBezTo>
                  <a:cubicBezTo>
                    <a:pt x="0" y="1023"/>
                    <a:pt x="23" y="1182"/>
                    <a:pt x="139" y="1249"/>
                  </a:cubicBezTo>
                  <a:cubicBezTo>
                    <a:pt x="180" y="1274"/>
                    <a:pt x="227" y="1286"/>
                    <a:pt x="274" y="1286"/>
                  </a:cubicBezTo>
                  <a:cubicBezTo>
                    <a:pt x="353" y="1286"/>
                    <a:pt x="430" y="1251"/>
                    <a:pt x="475" y="1178"/>
                  </a:cubicBezTo>
                  <a:cubicBezTo>
                    <a:pt x="564" y="1035"/>
                    <a:pt x="660" y="898"/>
                    <a:pt x="762" y="766"/>
                  </a:cubicBezTo>
                  <a:cubicBezTo>
                    <a:pt x="787" y="734"/>
                    <a:pt x="812" y="702"/>
                    <a:pt x="839" y="672"/>
                  </a:cubicBezTo>
                  <a:cubicBezTo>
                    <a:pt x="844" y="663"/>
                    <a:pt x="851" y="656"/>
                    <a:pt x="858" y="649"/>
                  </a:cubicBezTo>
                  <a:cubicBezTo>
                    <a:pt x="860" y="645"/>
                    <a:pt x="867" y="638"/>
                    <a:pt x="871" y="633"/>
                  </a:cubicBezTo>
                  <a:cubicBezTo>
                    <a:pt x="878" y="626"/>
                    <a:pt x="883" y="617"/>
                    <a:pt x="890" y="610"/>
                  </a:cubicBezTo>
                  <a:cubicBezTo>
                    <a:pt x="947" y="546"/>
                    <a:pt x="1005" y="484"/>
                    <a:pt x="1064" y="422"/>
                  </a:cubicBezTo>
                  <a:cubicBezTo>
                    <a:pt x="1152" y="331"/>
                    <a:pt x="1177" y="175"/>
                    <a:pt x="1080" y="80"/>
                  </a:cubicBezTo>
                  <a:cubicBezTo>
                    <a:pt x="1032" y="30"/>
                    <a:pt x="961" y="1"/>
                    <a:pt x="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0" name="Google Shape;2270;p39"/>
          <p:cNvSpPr/>
          <p:nvPr/>
        </p:nvSpPr>
        <p:spPr>
          <a:xfrm>
            <a:off x="5879353" y="16747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9"/>
          <p:cNvSpPr/>
          <p:nvPr/>
        </p:nvSpPr>
        <p:spPr>
          <a:xfrm>
            <a:off x="7405091" y="9636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9"/>
          <p:cNvSpPr/>
          <p:nvPr/>
        </p:nvSpPr>
        <p:spPr>
          <a:xfrm>
            <a:off x="8043791" y="39626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9"/>
          <p:cNvSpPr/>
          <p:nvPr/>
        </p:nvSpPr>
        <p:spPr>
          <a:xfrm>
            <a:off x="8" y="-7"/>
            <a:ext cx="1190838" cy="333300"/>
          </a:xfrm>
          <a:custGeom>
            <a:rect b="b" l="l" r="r" t="t"/>
            <a:pathLst>
              <a:path extrusionOk="0" h="3654" w="13056">
                <a:moveTo>
                  <a:pt x="12825" y="0"/>
                </a:moveTo>
                <a:cubicBezTo>
                  <a:pt x="12738" y="0"/>
                  <a:pt x="12656" y="56"/>
                  <a:pt x="12627" y="144"/>
                </a:cubicBezTo>
                <a:cubicBezTo>
                  <a:pt x="12627" y="146"/>
                  <a:pt x="12522" y="458"/>
                  <a:pt x="12244" y="880"/>
                </a:cubicBezTo>
                <a:cubicBezTo>
                  <a:pt x="12180" y="974"/>
                  <a:pt x="12207" y="1103"/>
                  <a:pt x="12301" y="1165"/>
                </a:cubicBezTo>
                <a:cubicBezTo>
                  <a:pt x="12336" y="1190"/>
                  <a:pt x="12377" y="1201"/>
                  <a:pt x="12416" y="1201"/>
                </a:cubicBezTo>
                <a:cubicBezTo>
                  <a:pt x="12483" y="1201"/>
                  <a:pt x="12549" y="1169"/>
                  <a:pt x="12588" y="1108"/>
                </a:cubicBezTo>
                <a:cubicBezTo>
                  <a:pt x="12902" y="635"/>
                  <a:pt x="13017" y="284"/>
                  <a:pt x="13020" y="270"/>
                </a:cubicBezTo>
                <a:cubicBezTo>
                  <a:pt x="13056" y="162"/>
                  <a:pt x="12996" y="45"/>
                  <a:pt x="12888" y="10"/>
                </a:cubicBezTo>
                <a:cubicBezTo>
                  <a:pt x="12867" y="3"/>
                  <a:pt x="12846" y="0"/>
                  <a:pt x="12825" y="0"/>
                </a:cubicBezTo>
                <a:close/>
                <a:moveTo>
                  <a:pt x="238" y="806"/>
                </a:moveTo>
                <a:cubicBezTo>
                  <a:pt x="169" y="806"/>
                  <a:pt x="102" y="840"/>
                  <a:pt x="63" y="903"/>
                </a:cubicBezTo>
                <a:cubicBezTo>
                  <a:pt x="1" y="999"/>
                  <a:pt x="29" y="1126"/>
                  <a:pt x="127" y="1188"/>
                </a:cubicBezTo>
                <a:cubicBezTo>
                  <a:pt x="128" y="1188"/>
                  <a:pt x="180" y="1222"/>
                  <a:pt x="276" y="1279"/>
                </a:cubicBezTo>
                <a:cubicBezTo>
                  <a:pt x="309" y="1298"/>
                  <a:pt x="345" y="1309"/>
                  <a:pt x="382" y="1309"/>
                </a:cubicBezTo>
                <a:cubicBezTo>
                  <a:pt x="451" y="1309"/>
                  <a:pt x="520" y="1273"/>
                  <a:pt x="559" y="1208"/>
                </a:cubicBezTo>
                <a:cubicBezTo>
                  <a:pt x="618" y="1110"/>
                  <a:pt x="586" y="983"/>
                  <a:pt x="488" y="924"/>
                </a:cubicBezTo>
                <a:cubicBezTo>
                  <a:pt x="398" y="869"/>
                  <a:pt x="348" y="839"/>
                  <a:pt x="348" y="837"/>
                </a:cubicBezTo>
                <a:cubicBezTo>
                  <a:pt x="314" y="816"/>
                  <a:pt x="275" y="806"/>
                  <a:pt x="238" y="806"/>
                </a:cubicBezTo>
                <a:close/>
                <a:moveTo>
                  <a:pt x="1155" y="1332"/>
                </a:moveTo>
                <a:cubicBezTo>
                  <a:pt x="1082" y="1332"/>
                  <a:pt x="1010" y="1372"/>
                  <a:pt x="972" y="1442"/>
                </a:cubicBezTo>
                <a:cubicBezTo>
                  <a:pt x="919" y="1541"/>
                  <a:pt x="956" y="1667"/>
                  <a:pt x="1057" y="1720"/>
                </a:cubicBezTo>
                <a:cubicBezTo>
                  <a:pt x="1319" y="1860"/>
                  <a:pt x="1587" y="1998"/>
                  <a:pt x="1856" y="2127"/>
                </a:cubicBezTo>
                <a:cubicBezTo>
                  <a:pt x="1885" y="2142"/>
                  <a:pt x="1916" y="2147"/>
                  <a:pt x="1947" y="2147"/>
                </a:cubicBezTo>
                <a:cubicBezTo>
                  <a:pt x="2023" y="2147"/>
                  <a:pt x="2097" y="2104"/>
                  <a:pt x="2133" y="2030"/>
                </a:cubicBezTo>
                <a:cubicBezTo>
                  <a:pt x="2182" y="1927"/>
                  <a:pt x="2138" y="1805"/>
                  <a:pt x="2035" y="1755"/>
                </a:cubicBezTo>
                <a:cubicBezTo>
                  <a:pt x="1773" y="1628"/>
                  <a:pt x="1509" y="1493"/>
                  <a:pt x="1252" y="1357"/>
                </a:cubicBezTo>
                <a:cubicBezTo>
                  <a:pt x="1221" y="1340"/>
                  <a:pt x="1188" y="1332"/>
                  <a:pt x="1155" y="1332"/>
                </a:cubicBezTo>
                <a:close/>
                <a:moveTo>
                  <a:pt x="11860" y="1477"/>
                </a:moveTo>
                <a:cubicBezTo>
                  <a:pt x="11806" y="1477"/>
                  <a:pt x="11752" y="1497"/>
                  <a:pt x="11713" y="1539"/>
                </a:cubicBezTo>
                <a:cubicBezTo>
                  <a:pt x="11518" y="1741"/>
                  <a:pt x="11303" y="1931"/>
                  <a:pt x="11073" y="2099"/>
                </a:cubicBezTo>
                <a:cubicBezTo>
                  <a:pt x="10981" y="2168"/>
                  <a:pt x="10961" y="2298"/>
                  <a:pt x="11029" y="2390"/>
                </a:cubicBezTo>
                <a:cubicBezTo>
                  <a:pt x="11069" y="2445"/>
                  <a:pt x="11131" y="2473"/>
                  <a:pt x="11195" y="2473"/>
                </a:cubicBezTo>
                <a:cubicBezTo>
                  <a:pt x="11238" y="2473"/>
                  <a:pt x="11280" y="2461"/>
                  <a:pt x="11317" y="2432"/>
                </a:cubicBezTo>
                <a:cubicBezTo>
                  <a:pt x="11567" y="2250"/>
                  <a:pt x="11799" y="2046"/>
                  <a:pt x="12010" y="1826"/>
                </a:cubicBezTo>
                <a:cubicBezTo>
                  <a:pt x="12088" y="1745"/>
                  <a:pt x="12087" y="1614"/>
                  <a:pt x="12005" y="1534"/>
                </a:cubicBezTo>
                <a:cubicBezTo>
                  <a:pt x="11964" y="1496"/>
                  <a:pt x="11912" y="1477"/>
                  <a:pt x="11860" y="1477"/>
                </a:cubicBezTo>
                <a:close/>
                <a:moveTo>
                  <a:pt x="2752" y="2103"/>
                </a:moveTo>
                <a:cubicBezTo>
                  <a:pt x="2672" y="2103"/>
                  <a:pt x="2596" y="2150"/>
                  <a:pt x="2563" y="2228"/>
                </a:cubicBezTo>
                <a:cubicBezTo>
                  <a:pt x="2517" y="2333"/>
                  <a:pt x="2567" y="2453"/>
                  <a:pt x="2671" y="2500"/>
                </a:cubicBezTo>
                <a:cubicBezTo>
                  <a:pt x="2950" y="2620"/>
                  <a:pt x="3230" y="2732"/>
                  <a:pt x="3503" y="2834"/>
                </a:cubicBezTo>
                <a:cubicBezTo>
                  <a:pt x="3527" y="2843"/>
                  <a:pt x="3550" y="2849"/>
                  <a:pt x="3575" y="2849"/>
                </a:cubicBezTo>
                <a:cubicBezTo>
                  <a:pt x="3658" y="2849"/>
                  <a:pt x="3738" y="2797"/>
                  <a:pt x="3768" y="2714"/>
                </a:cubicBezTo>
                <a:cubicBezTo>
                  <a:pt x="3809" y="2608"/>
                  <a:pt x="3754" y="2489"/>
                  <a:pt x="3648" y="2448"/>
                </a:cubicBezTo>
                <a:cubicBezTo>
                  <a:pt x="3382" y="2347"/>
                  <a:pt x="3107" y="2237"/>
                  <a:pt x="2834" y="2120"/>
                </a:cubicBezTo>
                <a:cubicBezTo>
                  <a:pt x="2807" y="2108"/>
                  <a:pt x="2779" y="2103"/>
                  <a:pt x="2752" y="2103"/>
                </a:cubicBezTo>
                <a:close/>
                <a:moveTo>
                  <a:pt x="10443" y="2526"/>
                </a:moveTo>
                <a:cubicBezTo>
                  <a:pt x="10411" y="2526"/>
                  <a:pt x="10378" y="2533"/>
                  <a:pt x="10348" y="2549"/>
                </a:cubicBezTo>
                <a:cubicBezTo>
                  <a:pt x="10100" y="2677"/>
                  <a:pt x="9836" y="2790"/>
                  <a:pt x="9563" y="2886"/>
                </a:cubicBezTo>
                <a:cubicBezTo>
                  <a:pt x="9455" y="2923"/>
                  <a:pt x="9398" y="3042"/>
                  <a:pt x="9435" y="3150"/>
                </a:cubicBezTo>
                <a:cubicBezTo>
                  <a:pt x="9464" y="3235"/>
                  <a:pt x="9545" y="3288"/>
                  <a:pt x="9630" y="3288"/>
                </a:cubicBezTo>
                <a:cubicBezTo>
                  <a:pt x="9653" y="3288"/>
                  <a:pt x="9676" y="3285"/>
                  <a:pt x="9698" y="3276"/>
                </a:cubicBezTo>
                <a:cubicBezTo>
                  <a:pt x="9990" y="3175"/>
                  <a:pt x="10274" y="3054"/>
                  <a:pt x="10538" y="2916"/>
                </a:cubicBezTo>
                <a:cubicBezTo>
                  <a:pt x="10640" y="2865"/>
                  <a:pt x="10679" y="2739"/>
                  <a:pt x="10626" y="2638"/>
                </a:cubicBezTo>
                <a:cubicBezTo>
                  <a:pt x="10590" y="2567"/>
                  <a:pt x="10518" y="2526"/>
                  <a:pt x="10443" y="2526"/>
                </a:cubicBezTo>
                <a:close/>
                <a:moveTo>
                  <a:pt x="4414" y="2724"/>
                </a:moveTo>
                <a:cubicBezTo>
                  <a:pt x="4326" y="2724"/>
                  <a:pt x="4244" y="2781"/>
                  <a:pt x="4217" y="2870"/>
                </a:cubicBezTo>
                <a:cubicBezTo>
                  <a:pt x="4181" y="2978"/>
                  <a:pt x="4243" y="3095"/>
                  <a:pt x="4351" y="3129"/>
                </a:cubicBezTo>
                <a:cubicBezTo>
                  <a:pt x="4646" y="3221"/>
                  <a:pt x="4936" y="3302"/>
                  <a:pt x="5218" y="3371"/>
                </a:cubicBezTo>
                <a:cubicBezTo>
                  <a:pt x="5234" y="3375"/>
                  <a:pt x="5252" y="3377"/>
                  <a:pt x="5268" y="3377"/>
                </a:cubicBezTo>
                <a:cubicBezTo>
                  <a:pt x="5360" y="3377"/>
                  <a:pt x="5445" y="3315"/>
                  <a:pt x="5468" y="3219"/>
                </a:cubicBezTo>
                <a:cubicBezTo>
                  <a:pt x="5494" y="3109"/>
                  <a:pt x="5427" y="2998"/>
                  <a:pt x="5315" y="2969"/>
                </a:cubicBezTo>
                <a:cubicBezTo>
                  <a:pt x="5044" y="2904"/>
                  <a:pt x="4761" y="2824"/>
                  <a:pt x="4475" y="2733"/>
                </a:cubicBezTo>
                <a:cubicBezTo>
                  <a:pt x="4455" y="2727"/>
                  <a:pt x="4435" y="2724"/>
                  <a:pt x="4414" y="2724"/>
                </a:cubicBezTo>
                <a:close/>
                <a:moveTo>
                  <a:pt x="8778" y="3111"/>
                </a:moveTo>
                <a:cubicBezTo>
                  <a:pt x="8764" y="3111"/>
                  <a:pt x="8749" y="3113"/>
                  <a:pt x="8734" y="3116"/>
                </a:cubicBezTo>
                <a:cubicBezTo>
                  <a:pt x="8633" y="3138"/>
                  <a:pt x="8530" y="3157"/>
                  <a:pt x="8425" y="3175"/>
                </a:cubicBezTo>
                <a:cubicBezTo>
                  <a:pt x="8253" y="3205"/>
                  <a:pt x="8071" y="3226"/>
                  <a:pt x="7887" y="3239"/>
                </a:cubicBezTo>
                <a:cubicBezTo>
                  <a:pt x="7773" y="3247"/>
                  <a:pt x="7688" y="3345"/>
                  <a:pt x="7695" y="3460"/>
                </a:cubicBezTo>
                <a:cubicBezTo>
                  <a:pt x="7702" y="3568"/>
                  <a:pt x="7795" y="3651"/>
                  <a:pt x="7901" y="3651"/>
                </a:cubicBezTo>
                <a:lnTo>
                  <a:pt x="7915" y="3651"/>
                </a:lnTo>
                <a:cubicBezTo>
                  <a:pt x="8113" y="3637"/>
                  <a:pt x="8308" y="3614"/>
                  <a:pt x="8494" y="3582"/>
                </a:cubicBezTo>
                <a:cubicBezTo>
                  <a:pt x="8604" y="3565"/>
                  <a:pt x="8714" y="3543"/>
                  <a:pt x="8821" y="3520"/>
                </a:cubicBezTo>
                <a:cubicBezTo>
                  <a:pt x="8932" y="3497"/>
                  <a:pt x="9003" y="3387"/>
                  <a:pt x="8980" y="3276"/>
                </a:cubicBezTo>
                <a:cubicBezTo>
                  <a:pt x="8959" y="3179"/>
                  <a:pt x="8874" y="3111"/>
                  <a:pt x="8778" y="3111"/>
                </a:cubicBezTo>
                <a:close/>
                <a:moveTo>
                  <a:pt x="6135" y="3142"/>
                </a:moveTo>
                <a:cubicBezTo>
                  <a:pt x="6035" y="3142"/>
                  <a:pt x="5948" y="3215"/>
                  <a:pt x="5932" y="3315"/>
                </a:cubicBezTo>
                <a:cubicBezTo>
                  <a:pt x="5914" y="3428"/>
                  <a:pt x="5991" y="3534"/>
                  <a:pt x="6104" y="3552"/>
                </a:cubicBezTo>
                <a:cubicBezTo>
                  <a:pt x="6412" y="3602"/>
                  <a:pt x="6715" y="3635"/>
                  <a:pt x="7004" y="3653"/>
                </a:cubicBezTo>
                <a:lnTo>
                  <a:pt x="7017" y="3653"/>
                </a:lnTo>
                <a:cubicBezTo>
                  <a:pt x="7125" y="3653"/>
                  <a:pt x="7215" y="3570"/>
                  <a:pt x="7222" y="3460"/>
                </a:cubicBezTo>
                <a:cubicBezTo>
                  <a:pt x="7229" y="3345"/>
                  <a:pt x="7142" y="3247"/>
                  <a:pt x="7029" y="3240"/>
                </a:cubicBezTo>
                <a:cubicBezTo>
                  <a:pt x="6753" y="3224"/>
                  <a:pt x="6464" y="3192"/>
                  <a:pt x="6170" y="3145"/>
                </a:cubicBezTo>
                <a:cubicBezTo>
                  <a:pt x="6158" y="3143"/>
                  <a:pt x="6146" y="3142"/>
                  <a:pt x="6135" y="314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7" name="Shape 2277"/>
        <p:cNvGrpSpPr/>
        <p:nvPr/>
      </p:nvGrpSpPr>
      <p:grpSpPr>
        <a:xfrm>
          <a:off x="0" y="0"/>
          <a:ext cx="0" cy="0"/>
          <a:chOff x="0" y="0"/>
          <a:chExt cx="0" cy="0"/>
        </a:xfrm>
      </p:grpSpPr>
      <p:sp>
        <p:nvSpPr>
          <p:cNvPr id="2278" name="Google Shape;2278;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Vocabulary </a:t>
            </a:r>
            <a:r>
              <a:rPr lang="en"/>
              <a:t>section</a:t>
            </a:r>
            <a:endParaRPr/>
          </a:p>
        </p:txBody>
      </p:sp>
      <p:sp>
        <p:nvSpPr>
          <p:cNvPr id="2279" name="Google Shape;2279;p40"/>
          <p:cNvSpPr txBox="1"/>
          <p:nvPr>
            <p:ph idx="1" type="subTitle"/>
          </p:nvPr>
        </p:nvSpPr>
        <p:spPr>
          <a:xfrm>
            <a:off x="4923076" y="2980825"/>
            <a:ext cx="2640000" cy="122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2280" name="Google Shape;2280;p40"/>
          <p:cNvSpPr txBox="1"/>
          <p:nvPr>
            <p:ph idx="2" type="subTitle"/>
          </p:nvPr>
        </p:nvSpPr>
        <p:spPr>
          <a:xfrm>
            <a:off x="1580900" y="2980825"/>
            <a:ext cx="2640000" cy="122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a bit larger than the Moon</a:t>
            </a:r>
            <a:endParaRPr/>
          </a:p>
        </p:txBody>
      </p:sp>
      <p:sp>
        <p:nvSpPr>
          <p:cNvPr id="2281" name="Google Shape;2281;p40"/>
          <p:cNvSpPr txBox="1"/>
          <p:nvPr>
            <p:ph idx="3" type="subTitle"/>
          </p:nvPr>
        </p:nvSpPr>
        <p:spPr>
          <a:xfrm>
            <a:off x="1580905" y="24981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282" name="Google Shape;2282;p40"/>
          <p:cNvSpPr txBox="1"/>
          <p:nvPr>
            <p:ph idx="4" type="subTitle"/>
          </p:nvPr>
        </p:nvSpPr>
        <p:spPr>
          <a:xfrm>
            <a:off x="4923082" y="24981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283" name="Google Shape;2283;p40"/>
          <p:cNvSpPr/>
          <p:nvPr/>
        </p:nvSpPr>
        <p:spPr>
          <a:xfrm>
            <a:off x="7379997" y="539498"/>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0"/>
          <p:cNvSpPr/>
          <p:nvPr/>
        </p:nvSpPr>
        <p:spPr>
          <a:xfrm>
            <a:off x="915966" y="41806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0"/>
          <p:cNvSpPr/>
          <p:nvPr/>
        </p:nvSpPr>
        <p:spPr>
          <a:xfrm>
            <a:off x="1360428"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6" name="Google Shape;2286;p40"/>
          <p:cNvGrpSpPr/>
          <p:nvPr/>
        </p:nvGrpSpPr>
        <p:grpSpPr>
          <a:xfrm>
            <a:off x="5841350" y="1623620"/>
            <a:ext cx="803464" cy="760484"/>
            <a:chOff x="4335920" y="2470849"/>
            <a:chExt cx="538731" cy="509913"/>
          </a:xfrm>
        </p:grpSpPr>
        <p:sp>
          <p:nvSpPr>
            <p:cNvPr id="2287" name="Google Shape;2287;p40"/>
            <p:cNvSpPr/>
            <p:nvPr/>
          </p:nvSpPr>
          <p:spPr>
            <a:xfrm>
              <a:off x="4335920" y="2879834"/>
              <a:ext cx="100400" cy="98646"/>
            </a:xfrm>
            <a:custGeom>
              <a:rect b="b" l="l" r="r" t="t"/>
              <a:pathLst>
                <a:path extrusionOk="0" h="3543" w="3606">
                  <a:moveTo>
                    <a:pt x="198" y="1"/>
                  </a:moveTo>
                  <a:cubicBezTo>
                    <a:pt x="0" y="1018"/>
                    <a:pt x="21" y="2069"/>
                    <a:pt x="258" y="3080"/>
                  </a:cubicBezTo>
                  <a:cubicBezTo>
                    <a:pt x="289" y="3213"/>
                    <a:pt x="393" y="3317"/>
                    <a:pt x="526" y="3349"/>
                  </a:cubicBezTo>
                  <a:cubicBezTo>
                    <a:pt x="1078" y="3478"/>
                    <a:pt x="1643" y="3543"/>
                    <a:pt x="2207" y="3543"/>
                  </a:cubicBezTo>
                  <a:cubicBezTo>
                    <a:pt x="2676" y="3543"/>
                    <a:pt x="3144" y="3498"/>
                    <a:pt x="3606" y="3408"/>
                  </a:cubicBezTo>
                  <a:cubicBezTo>
                    <a:pt x="3009" y="2943"/>
                    <a:pt x="2391" y="2392"/>
                    <a:pt x="1803" y="1803"/>
                  </a:cubicBezTo>
                  <a:cubicBezTo>
                    <a:pt x="1214" y="1214"/>
                    <a:pt x="664" y="597"/>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0"/>
            <p:cNvSpPr/>
            <p:nvPr/>
          </p:nvSpPr>
          <p:spPr>
            <a:xfrm>
              <a:off x="4347168" y="2724610"/>
              <a:ext cx="244374" cy="244401"/>
            </a:xfrm>
            <a:custGeom>
              <a:rect b="b" l="l" r="r" t="t"/>
              <a:pathLst>
                <a:path extrusionOk="0" h="8778" w="8777">
                  <a:moveTo>
                    <a:pt x="4770" y="1"/>
                  </a:moveTo>
                  <a:cubicBezTo>
                    <a:pt x="3683" y="343"/>
                    <a:pt x="2662" y="945"/>
                    <a:pt x="1801" y="1805"/>
                  </a:cubicBezTo>
                  <a:cubicBezTo>
                    <a:pt x="943" y="2663"/>
                    <a:pt x="343" y="3683"/>
                    <a:pt x="0" y="4766"/>
                  </a:cubicBezTo>
                  <a:cubicBezTo>
                    <a:pt x="509" y="5465"/>
                    <a:pt x="1151" y="6210"/>
                    <a:pt x="1860" y="6917"/>
                  </a:cubicBezTo>
                  <a:cubicBezTo>
                    <a:pt x="2567" y="7626"/>
                    <a:pt x="3314" y="8270"/>
                    <a:pt x="4011" y="8777"/>
                  </a:cubicBezTo>
                  <a:cubicBezTo>
                    <a:pt x="5094" y="8436"/>
                    <a:pt x="6114" y="7835"/>
                    <a:pt x="6973" y="6976"/>
                  </a:cubicBezTo>
                  <a:cubicBezTo>
                    <a:pt x="7834" y="6115"/>
                    <a:pt x="8434" y="5093"/>
                    <a:pt x="8777" y="4007"/>
                  </a:cubicBezTo>
                  <a:cubicBezTo>
                    <a:pt x="8264" y="3310"/>
                    <a:pt x="7622" y="2568"/>
                    <a:pt x="6915" y="1862"/>
                  </a:cubicBezTo>
                  <a:cubicBezTo>
                    <a:pt x="6209" y="1156"/>
                    <a:pt x="5468" y="514"/>
                    <a:pt x="4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0"/>
            <p:cNvSpPr/>
            <p:nvPr/>
          </p:nvSpPr>
          <p:spPr>
            <a:xfrm>
              <a:off x="4502922" y="2715227"/>
              <a:ext cx="99760" cy="98006"/>
            </a:xfrm>
            <a:custGeom>
              <a:rect b="b" l="l" r="r" t="t"/>
              <a:pathLst>
                <a:path extrusionOk="0" h="3520" w="3583">
                  <a:moveTo>
                    <a:pt x="1379" y="0"/>
                  </a:moveTo>
                  <a:cubicBezTo>
                    <a:pt x="917" y="0"/>
                    <a:pt x="456" y="44"/>
                    <a:pt x="1" y="130"/>
                  </a:cubicBezTo>
                  <a:cubicBezTo>
                    <a:pt x="594" y="598"/>
                    <a:pt x="1207" y="1145"/>
                    <a:pt x="1791" y="1729"/>
                  </a:cubicBezTo>
                  <a:cubicBezTo>
                    <a:pt x="2375" y="2314"/>
                    <a:pt x="2923" y="2926"/>
                    <a:pt x="3390" y="3520"/>
                  </a:cubicBezTo>
                  <a:cubicBezTo>
                    <a:pt x="3583" y="2509"/>
                    <a:pt x="3562" y="1466"/>
                    <a:pt x="3325" y="462"/>
                  </a:cubicBezTo>
                  <a:cubicBezTo>
                    <a:pt x="3295" y="330"/>
                    <a:pt x="3190" y="226"/>
                    <a:pt x="3058" y="195"/>
                  </a:cubicBezTo>
                  <a:cubicBezTo>
                    <a:pt x="2506" y="65"/>
                    <a:pt x="1943" y="0"/>
                    <a:pt x="1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0"/>
            <p:cNvSpPr/>
            <p:nvPr/>
          </p:nvSpPr>
          <p:spPr>
            <a:xfrm>
              <a:off x="4467339" y="2717204"/>
              <a:ext cx="131611" cy="131611"/>
            </a:xfrm>
            <a:custGeom>
              <a:rect b="b" l="l" r="r" t="t"/>
              <a:pathLst>
                <a:path extrusionOk="0" h="4727" w="4727">
                  <a:moveTo>
                    <a:pt x="1636" y="1"/>
                  </a:moveTo>
                  <a:cubicBezTo>
                    <a:pt x="1080" y="79"/>
                    <a:pt x="530" y="220"/>
                    <a:pt x="0" y="427"/>
                  </a:cubicBezTo>
                  <a:cubicBezTo>
                    <a:pt x="95" y="480"/>
                    <a:pt x="198" y="542"/>
                    <a:pt x="309" y="613"/>
                  </a:cubicBezTo>
                  <a:cubicBezTo>
                    <a:pt x="957" y="1029"/>
                    <a:pt x="1697" y="1640"/>
                    <a:pt x="2392" y="2335"/>
                  </a:cubicBezTo>
                  <a:cubicBezTo>
                    <a:pt x="3087" y="3030"/>
                    <a:pt x="3698" y="3771"/>
                    <a:pt x="4114" y="4418"/>
                  </a:cubicBezTo>
                  <a:cubicBezTo>
                    <a:pt x="4185" y="4529"/>
                    <a:pt x="4247" y="4632"/>
                    <a:pt x="4301" y="4727"/>
                  </a:cubicBezTo>
                  <a:cubicBezTo>
                    <a:pt x="4507" y="4198"/>
                    <a:pt x="4648" y="3648"/>
                    <a:pt x="4726" y="3091"/>
                  </a:cubicBezTo>
                  <a:cubicBezTo>
                    <a:pt x="4322" y="2551"/>
                    <a:pt x="3830" y="1989"/>
                    <a:pt x="3285" y="1442"/>
                  </a:cubicBezTo>
                  <a:cubicBezTo>
                    <a:pt x="2738" y="897"/>
                    <a:pt x="2176" y="406"/>
                    <a:pt x="1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0"/>
            <p:cNvSpPr/>
            <p:nvPr/>
          </p:nvSpPr>
          <p:spPr>
            <a:xfrm>
              <a:off x="4566292" y="2774198"/>
              <a:ext cx="32659" cy="74618"/>
            </a:xfrm>
            <a:custGeom>
              <a:rect b="b" l="l" r="r" t="t"/>
              <a:pathLst>
                <a:path extrusionOk="0" h="2680" w="1173">
                  <a:moveTo>
                    <a:pt x="307" y="0"/>
                  </a:moveTo>
                  <a:cubicBezTo>
                    <a:pt x="267" y="538"/>
                    <a:pt x="165" y="1072"/>
                    <a:pt x="0" y="1591"/>
                  </a:cubicBezTo>
                  <a:cubicBezTo>
                    <a:pt x="211" y="1859"/>
                    <a:pt x="400" y="2123"/>
                    <a:pt x="560" y="2371"/>
                  </a:cubicBezTo>
                  <a:cubicBezTo>
                    <a:pt x="631" y="2482"/>
                    <a:pt x="693" y="2585"/>
                    <a:pt x="747" y="2680"/>
                  </a:cubicBezTo>
                  <a:cubicBezTo>
                    <a:pt x="953" y="2151"/>
                    <a:pt x="1094" y="1601"/>
                    <a:pt x="1172" y="1044"/>
                  </a:cubicBezTo>
                  <a:cubicBezTo>
                    <a:pt x="916" y="703"/>
                    <a:pt x="625" y="350"/>
                    <a:pt x="307" y="0"/>
                  </a:cubicBezTo>
                  <a:close/>
                </a:path>
              </a:pathLst>
            </a:custGeom>
            <a:solidFill>
              <a:srgbClr val="E0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0"/>
            <p:cNvSpPr/>
            <p:nvPr/>
          </p:nvSpPr>
          <p:spPr>
            <a:xfrm>
              <a:off x="4339651" y="2844892"/>
              <a:ext cx="131611" cy="131611"/>
            </a:xfrm>
            <a:custGeom>
              <a:rect b="b" l="l" r="r" t="t"/>
              <a:pathLst>
                <a:path extrusionOk="0" h="4727" w="4727">
                  <a:moveTo>
                    <a:pt x="427" y="1"/>
                  </a:moveTo>
                  <a:cubicBezTo>
                    <a:pt x="221" y="530"/>
                    <a:pt x="79" y="1079"/>
                    <a:pt x="0" y="1635"/>
                  </a:cubicBezTo>
                  <a:cubicBezTo>
                    <a:pt x="407" y="2175"/>
                    <a:pt x="898" y="2739"/>
                    <a:pt x="1443" y="3284"/>
                  </a:cubicBezTo>
                  <a:cubicBezTo>
                    <a:pt x="1988" y="3829"/>
                    <a:pt x="2552" y="4321"/>
                    <a:pt x="3092" y="4727"/>
                  </a:cubicBezTo>
                  <a:cubicBezTo>
                    <a:pt x="3648" y="4649"/>
                    <a:pt x="4197" y="4507"/>
                    <a:pt x="4727" y="4301"/>
                  </a:cubicBezTo>
                  <a:cubicBezTo>
                    <a:pt x="4633" y="4248"/>
                    <a:pt x="4529" y="4185"/>
                    <a:pt x="4418" y="4113"/>
                  </a:cubicBezTo>
                  <a:cubicBezTo>
                    <a:pt x="3770" y="3699"/>
                    <a:pt x="3031" y="3088"/>
                    <a:pt x="2336" y="2391"/>
                  </a:cubicBezTo>
                  <a:cubicBezTo>
                    <a:pt x="1641" y="1696"/>
                    <a:pt x="1029" y="957"/>
                    <a:pt x="614" y="309"/>
                  </a:cubicBezTo>
                  <a:cubicBezTo>
                    <a:pt x="542" y="198"/>
                    <a:pt x="481" y="96"/>
                    <a:pt x="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0"/>
            <p:cNvSpPr/>
            <p:nvPr/>
          </p:nvSpPr>
          <p:spPr>
            <a:xfrm>
              <a:off x="4426966" y="2805299"/>
              <a:ext cx="84669" cy="83138"/>
            </a:xfrm>
            <a:custGeom>
              <a:rect b="b" l="l" r="r" t="t"/>
              <a:pathLst>
                <a:path extrusionOk="0" h="2986" w="3041">
                  <a:moveTo>
                    <a:pt x="2725" y="1"/>
                  </a:moveTo>
                  <a:cubicBezTo>
                    <a:pt x="2652" y="1"/>
                    <a:pt x="2579" y="29"/>
                    <a:pt x="2522" y="85"/>
                  </a:cubicBezTo>
                  <a:lnTo>
                    <a:pt x="114" y="2494"/>
                  </a:lnTo>
                  <a:cubicBezTo>
                    <a:pt x="0" y="2606"/>
                    <a:pt x="0" y="2788"/>
                    <a:pt x="114" y="2901"/>
                  </a:cubicBezTo>
                  <a:cubicBezTo>
                    <a:pt x="170" y="2957"/>
                    <a:pt x="243" y="2985"/>
                    <a:pt x="316" y="2985"/>
                  </a:cubicBezTo>
                  <a:cubicBezTo>
                    <a:pt x="390" y="2985"/>
                    <a:pt x="464" y="2957"/>
                    <a:pt x="520" y="2901"/>
                  </a:cubicBezTo>
                  <a:lnTo>
                    <a:pt x="2929" y="492"/>
                  </a:lnTo>
                  <a:cubicBezTo>
                    <a:pt x="3041" y="379"/>
                    <a:pt x="3041" y="197"/>
                    <a:pt x="2929" y="85"/>
                  </a:cubicBezTo>
                  <a:cubicBezTo>
                    <a:pt x="2872" y="29"/>
                    <a:pt x="2799"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0"/>
            <p:cNvSpPr/>
            <p:nvPr/>
          </p:nvSpPr>
          <p:spPr>
            <a:xfrm>
              <a:off x="4466559" y="2803712"/>
              <a:ext cx="46887" cy="44882"/>
            </a:xfrm>
            <a:custGeom>
              <a:rect b="b" l="l" r="r" t="t"/>
              <a:pathLst>
                <a:path extrusionOk="0" h="1612" w="1684">
                  <a:moveTo>
                    <a:pt x="325" y="1"/>
                  </a:moveTo>
                  <a:cubicBezTo>
                    <a:pt x="241" y="1"/>
                    <a:pt x="157" y="37"/>
                    <a:pt x="100" y="108"/>
                  </a:cubicBezTo>
                  <a:cubicBezTo>
                    <a:pt x="0" y="231"/>
                    <a:pt x="20" y="413"/>
                    <a:pt x="143" y="513"/>
                  </a:cubicBezTo>
                  <a:cubicBezTo>
                    <a:pt x="295" y="635"/>
                    <a:pt x="480" y="804"/>
                    <a:pt x="663" y="986"/>
                  </a:cubicBezTo>
                  <a:cubicBezTo>
                    <a:pt x="845" y="1170"/>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0"/>
            <p:cNvSpPr/>
            <p:nvPr/>
          </p:nvSpPr>
          <p:spPr>
            <a:xfrm>
              <a:off x="4445538" y="2824733"/>
              <a:ext cx="46887" cy="44882"/>
            </a:xfrm>
            <a:custGeom>
              <a:rect b="b" l="l" r="r" t="t"/>
              <a:pathLst>
                <a:path extrusionOk="0" h="1612" w="1684">
                  <a:moveTo>
                    <a:pt x="325" y="1"/>
                  </a:moveTo>
                  <a:cubicBezTo>
                    <a:pt x="241" y="1"/>
                    <a:pt x="157" y="37"/>
                    <a:pt x="100" y="108"/>
                  </a:cubicBezTo>
                  <a:cubicBezTo>
                    <a:pt x="0" y="231"/>
                    <a:pt x="20" y="412"/>
                    <a:pt x="143" y="513"/>
                  </a:cubicBezTo>
                  <a:cubicBezTo>
                    <a:pt x="294" y="634"/>
                    <a:pt x="480" y="803"/>
                    <a:pt x="663" y="986"/>
                  </a:cubicBezTo>
                  <a:cubicBezTo>
                    <a:pt x="846" y="1169"/>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0"/>
            <p:cNvSpPr/>
            <p:nvPr/>
          </p:nvSpPr>
          <p:spPr>
            <a:xfrm>
              <a:off x="4424516" y="2845755"/>
              <a:ext cx="46887" cy="44882"/>
            </a:xfrm>
            <a:custGeom>
              <a:rect b="b" l="l" r="r" t="t"/>
              <a:pathLst>
                <a:path extrusionOk="0" h="1612" w="1684">
                  <a:moveTo>
                    <a:pt x="325" y="1"/>
                  </a:moveTo>
                  <a:cubicBezTo>
                    <a:pt x="241" y="1"/>
                    <a:pt x="157" y="37"/>
                    <a:pt x="100" y="108"/>
                  </a:cubicBezTo>
                  <a:cubicBezTo>
                    <a:pt x="0" y="231"/>
                    <a:pt x="20" y="412"/>
                    <a:pt x="143" y="512"/>
                  </a:cubicBezTo>
                  <a:cubicBezTo>
                    <a:pt x="296" y="634"/>
                    <a:pt x="480" y="803"/>
                    <a:pt x="663" y="986"/>
                  </a:cubicBezTo>
                  <a:cubicBezTo>
                    <a:pt x="846" y="1169"/>
                    <a:pt x="1014" y="1354"/>
                    <a:pt x="1137" y="1505"/>
                  </a:cubicBezTo>
                  <a:cubicBezTo>
                    <a:pt x="1193" y="1575"/>
                    <a:pt x="1276" y="1611"/>
                    <a:pt x="1360" y="1611"/>
                  </a:cubicBezTo>
                  <a:cubicBezTo>
                    <a:pt x="1424" y="1611"/>
                    <a:pt x="1488"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0"/>
            <p:cNvSpPr/>
            <p:nvPr/>
          </p:nvSpPr>
          <p:spPr>
            <a:xfrm>
              <a:off x="4498105" y="2478924"/>
              <a:ext cx="314370" cy="301618"/>
            </a:xfrm>
            <a:custGeom>
              <a:rect b="b" l="l" r="r" t="t"/>
              <a:pathLst>
                <a:path extrusionOk="0" h="10833" w="11291">
                  <a:moveTo>
                    <a:pt x="4894" y="0"/>
                  </a:moveTo>
                  <a:cubicBezTo>
                    <a:pt x="4176" y="0"/>
                    <a:pt x="3470" y="175"/>
                    <a:pt x="2831" y="543"/>
                  </a:cubicBezTo>
                  <a:cubicBezTo>
                    <a:pt x="572" y="1848"/>
                    <a:pt x="0" y="5088"/>
                    <a:pt x="1553" y="7778"/>
                  </a:cubicBezTo>
                  <a:cubicBezTo>
                    <a:pt x="2667" y="9708"/>
                    <a:pt x="4573" y="10832"/>
                    <a:pt x="6395" y="10832"/>
                  </a:cubicBezTo>
                  <a:cubicBezTo>
                    <a:pt x="7114" y="10832"/>
                    <a:pt x="7819" y="10657"/>
                    <a:pt x="8459" y="10288"/>
                  </a:cubicBezTo>
                  <a:cubicBezTo>
                    <a:pt x="10717" y="8985"/>
                    <a:pt x="11291" y="5745"/>
                    <a:pt x="9737" y="3053"/>
                  </a:cubicBezTo>
                  <a:cubicBezTo>
                    <a:pt x="8622" y="1124"/>
                    <a:pt x="6717" y="0"/>
                    <a:pt x="48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0"/>
            <p:cNvSpPr/>
            <p:nvPr/>
          </p:nvSpPr>
          <p:spPr>
            <a:xfrm>
              <a:off x="4489028" y="2470849"/>
              <a:ext cx="319437" cy="375540"/>
            </a:xfrm>
            <a:custGeom>
              <a:rect b="b" l="l" r="r" t="t"/>
              <a:pathLst>
                <a:path extrusionOk="0" h="13488" w="11473">
                  <a:moveTo>
                    <a:pt x="5221" y="576"/>
                  </a:moveTo>
                  <a:cubicBezTo>
                    <a:pt x="5729" y="576"/>
                    <a:pt x="6254" y="671"/>
                    <a:pt x="6777" y="860"/>
                  </a:cubicBezTo>
                  <a:cubicBezTo>
                    <a:pt x="8017" y="1311"/>
                    <a:pt x="9096" y="2245"/>
                    <a:pt x="9814" y="3487"/>
                  </a:cubicBezTo>
                  <a:cubicBezTo>
                    <a:pt x="11286" y="6038"/>
                    <a:pt x="10759" y="9106"/>
                    <a:pt x="8641" y="10330"/>
                  </a:cubicBezTo>
                  <a:cubicBezTo>
                    <a:pt x="8048" y="10672"/>
                    <a:pt x="7392" y="10834"/>
                    <a:pt x="6723" y="10834"/>
                  </a:cubicBezTo>
                  <a:cubicBezTo>
                    <a:pt x="5001" y="10834"/>
                    <a:pt x="3189" y="9761"/>
                    <a:pt x="2129" y="7924"/>
                  </a:cubicBezTo>
                  <a:cubicBezTo>
                    <a:pt x="657" y="5375"/>
                    <a:pt x="1183" y="2305"/>
                    <a:pt x="3302" y="1082"/>
                  </a:cubicBezTo>
                  <a:cubicBezTo>
                    <a:pt x="3885" y="746"/>
                    <a:pt x="4539" y="576"/>
                    <a:pt x="5221" y="576"/>
                  </a:cubicBezTo>
                  <a:close/>
                  <a:moveTo>
                    <a:pt x="5220" y="0"/>
                  </a:moveTo>
                  <a:cubicBezTo>
                    <a:pt x="4438" y="0"/>
                    <a:pt x="3687" y="196"/>
                    <a:pt x="3014" y="585"/>
                  </a:cubicBezTo>
                  <a:cubicBezTo>
                    <a:pt x="620" y="1966"/>
                    <a:pt x="1" y="5389"/>
                    <a:pt x="1630" y="8212"/>
                  </a:cubicBezTo>
                  <a:cubicBezTo>
                    <a:pt x="2660" y="9995"/>
                    <a:pt x="4345" y="11120"/>
                    <a:pt x="6049" y="11359"/>
                  </a:cubicBezTo>
                  <a:cubicBezTo>
                    <a:pt x="7273" y="11747"/>
                    <a:pt x="8380" y="12449"/>
                    <a:pt x="9252" y="13394"/>
                  </a:cubicBezTo>
                  <a:cubicBezTo>
                    <a:pt x="9308" y="13455"/>
                    <a:pt x="9386" y="13487"/>
                    <a:pt x="9463" y="13487"/>
                  </a:cubicBezTo>
                  <a:cubicBezTo>
                    <a:pt x="9532" y="13487"/>
                    <a:pt x="9603" y="13462"/>
                    <a:pt x="9658" y="13410"/>
                  </a:cubicBezTo>
                  <a:cubicBezTo>
                    <a:pt x="9775" y="13303"/>
                    <a:pt x="9782" y="13121"/>
                    <a:pt x="9675" y="13004"/>
                  </a:cubicBezTo>
                  <a:cubicBezTo>
                    <a:pt x="9049" y="12326"/>
                    <a:pt x="8311" y="11765"/>
                    <a:pt x="7499" y="11342"/>
                  </a:cubicBezTo>
                  <a:cubicBezTo>
                    <a:pt x="7995" y="11258"/>
                    <a:pt x="8477" y="11088"/>
                    <a:pt x="8929" y="10828"/>
                  </a:cubicBezTo>
                  <a:cubicBezTo>
                    <a:pt x="9379" y="10569"/>
                    <a:pt x="9765" y="10236"/>
                    <a:pt x="10087" y="9849"/>
                  </a:cubicBezTo>
                  <a:lnTo>
                    <a:pt x="10087" y="9849"/>
                  </a:lnTo>
                  <a:cubicBezTo>
                    <a:pt x="10048" y="10764"/>
                    <a:pt x="10165" y="11683"/>
                    <a:pt x="10440" y="12563"/>
                  </a:cubicBezTo>
                  <a:cubicBezTo>
                    <a:pt x="10477" y="12685"/>
                    <a:pt x="10592" y="12764"/>
                    <a:pt x="10714" y="12764"/>
                  </a:cubicBezTo>
                  <a:cubicBezTo>
                    <a:pt x="10742" y="12764"/>
                    <a:pt x="10771" y="12760"/>
                    <a:pt x="10799" y="12752"/>
                  </a:cubicBezTo>
                  <a:cubicBezTo>
                    <a:pt x="10952" y="12704"/>
                    <a:pt x="11036" y="12543"/>
                    <a:pt x="10988" y="12391"/>
                  </a:cubicBezTo>
                  <a:cubicBezTo>
                    <a:pt x="10607" y="11165"/>
                    <a:pt x="10552" y="9855"/>
                    <a:pt x="10827" y="8601"/>
                  </a:cubicBezTo>
                  <a:cubicBezTo>
                    <a:pt x="11473" y="7006"/>
                    <a:pt x="11341" y="4984"/>
                    <a:pt x="10312" y="3201"/>
                  </a:cubicBezTo>
                  <a:cubicBezTo>
                    <a:pt x="9526" y="1840"/>
                    <a:pt x="8341" y="818"/>
                    <a:pt x="6973" y="320"/>
                  </a:cubicBezTo>
                  <a:cubicBezTo>
                    <a:pt x="6386" y="106"/>
                    <a:pt x="5795" y="0"/>
                    <a:pt x="5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0"/>
            <p:cNvSpPr/>
            <p:nvPr/>
          </p:nvSpPr>
          <p:spPr>
            <a:xfrm>
              <a:off x="4745852" y="2815712"/>
              <a:ext cx="128799" cy="165050"/>
            </a:xfrm>
            <a:custGeom>
              <a:rect b="b" l="l" r="r" t="t"/>
              <a:pathLst>
                <a:path extrusionOk="0" h="5928" w="4626">
                  <a:moveTo>
                    <a:pt x="1645" y="1"/>
                  </a:moveTo>
                  <a:cubicBezTo>
                    <a:pt x="1594" y="1"/>
                    <a:pt x="1542" y="14"/>
                    <a:pt x="1495" y="41"/>
                  </a:cubicBezTo>
                  <a:lnTo>
                    <a:pt x="194" y="793"/>
                  </a:lnTo>
                  <a:cubicBezTo>
                    <a:pt x="51" y="876"/>
                    <a:pt x="1" y="1058"/>
                    <a:pt x="84" y="1201"/>
                  </a:cubicBezTo>
                  <a:lnTo>
                    <a:pt x="2668" y="5677"/>
                  </a:lnTo>
                  <a:cubicBezTo>
                    <a:pt x="2761" y="5838"/>
                    <a:pt x="2929" y="5927"/>
                    <a:pt x="3101" y="5927"/>
                  </a:cubicBezTo>
                  <a:cubicBezTo>
                    <a:pt x="3186" y="5927"/>
                    <a:pt x="3272" y="5906"/>
                    <a:pt x="3350" y="5860"/>
                  </a:cubicBezTo>
                  <a:lnTo>
                    <a:pt x="4306" y="5309"/>
                  </a:lnTo>
                  <a:cubicBezTo>
                    <a:pt x="4544" y="5171"/>
                    <a:pt x="4626" y="4866"/>
                    <a:pt x="4488" y="4627"/>
                  </a:cubicBezTo>
                  <a:lnTo>
                    <a:pt x="1904" y="151"/>
                  </a:lnTo>
                  <a:cubicBezTo>
                    <a:pt x="1849" y="55"/>
                    <a:pt x="1748" y="1"/>
                    <a:pt x="1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0"/>
            <p:cNvSpPr/>
            <p:nvPr/>
          </p:nvSpPr>
          <p:spPr>
            <a:xfrm>
              <a:off x="4762140" y="2844056"/>
              <a:ext cx="66711" cy="57049"/>
            </a:xfrm>
            <a:custGeom>
              <a:rect b="b" l="l" r="r" t="t"/>
              <a:pathLst>
                <a:path extrusionOk="0" h="2049" w="2396">
                  <a:moveTo>
                    <a:pt x="1819" y="0"/>
                  </a:moveTo>
                  <a:lnTo>
                    <a:pt x="0" y="1050"/>
                  </a:lnTo>
                  <a:lnTo>
                    <a:pt x="576" y="2048"/>
                  </a:lnTo>
                  <a:lnTo>
                    <a:pt x="2395" y="997"/>
                  </a:lnTo>
                  <a:lnTo>
                    <a:pt x="1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0"/>
            <p:cNvSpPr/>
            <p:nvPr/>
          </p:nvSpPr>
          <p:spPr>
            <a:xfrm>
              <a:off x="4544074" y="2609424"/>
              <a:ext cx="84057" cy="129885"/>
            </a:xfrm>
            <a:custGeom>
              <a:rect b="b" l="l" r="r" t="t"/>
              <a:pathLst>
                <a:path extrusionOk="0" h="4665" w="3019">
                  <a:moveTo>
                    <a:pt x="328" y="0"/>
                  </a:moveTo>
                  <a:cubicBezTo>
                    <a:pt x="279" y="0"/>
                    <a:pt x="230" y="13"/>
                    <a:pt x="185" y="39"/>
                  </a:cubicBezTo>
                  <a:cubicBezTo>
                    <a:pt x="48" y="118"/>
                    <a:pt x="1" y="295"/>
                    <a:pt x="80" y="431"/>
                  </a:cubicBezTo>
                  <a:lnTo>
                    <a:pt x="2440" y="4521"/>
                  </a:lnTo>
                  <a:cubicBezTo>
                    <a:pt x="2494" y="4612"/>
                    <a:pt x="2590" y="4665"/>
                    <a:pt x="2690" y="4665"/>
                  </a:cubicBezTo>
                  <a:cubicBezTo>
                    <a:pt x="2739" y="4665"/>
                    <a:pt x="2788" y="4651"/>
                    <a:pt x="2834" y="4626"/>
                  </a:cubicBezTo>
                  <a:cubicBezTo>
                    <a:pt x="2971" y="4546"/>
                    <a:pt x="3018" y="4371"/>
                    <a:pt x="2939" y="4233"/>
                  </a:cubicBezTo>
                  <a:lnTo>
                    <a:pt x="578" y="145"/>
                  </a:lnTo>
                  <a:cubicBezTo>
                    <a:pt x="524" y="52"/>
                    <a:pt x="428" y="0"/>
                    <a:pt x="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0"/>
            <p:cNvSpPr/>
            <p:nvPr/>
          </p:nvSpPr>
          <p:spPr>
            <a:xfrm>
              <a:off x="4548417" y="2551204"/>
              <a:ext cx="128911" cy="207510"/>
            </a:xfrm>
            <a:custGeom>
              <a:rect b="b" l="l" r="r" t="t"/>
              <a:pathLst>
                <a:path extrusionOk="0" h="7453" w="4630">
                  <a:moveTo>
                    <a:pt x="330" y="0"/>
                  </a:moveTo>
                  <a:cubicBezTo>
                    <a:pt x="281" y="0"/>
                    <a:pt x="232" y="13"/>
                    <a:pt x="186" y="39"/>
                  </a:cubicBezTo>
                  <a:cubicBezTo>
                    <a:pt x="48" y="118"/>
                    <a:pt x="1" y="294"/>
                    <a:pt x="81" y="432"/>
                  </a:cubicBezTo>
                  <a:lnTo>
                    <a:pt x="4051" y="7308"/>
                  </a:lnTo>
                  <a:cubicBezTo>
                    <a:pt x="4105" y="7401"/>
                    <a:pt x="4201" y="7452"/>
                    <a:pt x="4300" y="7452"/>
                  </a:cubicBezTo>
                  <a:cubicBezTo>
                    <a:pt x="4349" y="7452"/>
                    <a:pt x="4399" y="7440"/>
                    <a:pt x="4444" y="7414"/>
                  </a:cubicBezTo>
                  <a:cubicBezTo>
                    <a:pt x="4582" y="7335"/>
                    <a:pt x="4629" y="7158"/>
                    <a:pt x="4549" y="7022"/>
                  </a:cubicBezTo>
                  <a:lnTo>
                    <a:pt x="579" y="144"/>
                  </a:lnTo>
                  <a:cubicBezTo>
                    <a:pt x="526" y="52"/>
                    <a:pt x="430"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0"/>
            <p:cNvSpPr/>
            <p:nvPr/>
          </p:nvSpPr>
          <p:spPr>
            <a:xfrm>
              <a:off x="4570330" y="2523361"/>
              <a:ext cx="141050" cy="228615"/>
            </a:xfrm>
            <a:custGeom>
              <a:rect b="b" l="l" r="r" t="t"/>
              <a:pathLst>
                <a:path extrusionOk="0" h="8211" w="5066">
                  <a:moveTo>
                    <a:pt x="330" y="0"/>
                  </a:moveTo>
                  <a:cubicBezTo>
                    <a:pt x="281" y="0"/>
                    <a:pt x="231" y="13"/>
                    <a:pt x="186" y="39"/>
                  </a:cubicBezTo>
                  <a:cubicBezTo>
                    <a:pt x="48" y="118"/>
                    <a:pt x="1" y="294"/>
                    <a:pt x="81" y="432"/>
                  </a:cubicBezTo>
                  <a:lnTo>
                    <a:pt x="4489" y="8067"/>
                  </a:lnTo>
                  <a:cubicBezTo>
                    <a:pt x="4541" y="8158"/>
                    <a:pt x="4639" y="8211"/>
                    <a:pt x="4738" y="8211"/>
                  </a:cubicBezTo>
                  <a:cubicBezTo>
                    <a:pt x="4786" y="8211"/>
                    <a:pt x="4836" y="8197"/>
                    <a:pt x="4882" y="8172"/>
                  </a:cubicBezTo>
                  <a:cubicBezTo>
                    <a:pt x="5019" y="8092"/>
                    <a:pt x="5066" y="7917"/>
                    <a:pt x="4986" y="7779"/>
                  </a:cubicBezTo>
                  <a:lnTo>
                    <a:pt x="579" y="144"/>
                  </a:lnTo>
                  <a:cubicBezTo>
                    <a:pt x="526" y="52"/>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0"/>
            <p:cNvSpPr/>
            <p:nvPr/>
          </p:nvSpPr>
          <p:spPr>
            <a:xfrm>
              <a:off x="4598813" y="2506906"/>
              <a:ext cx="141050" cy="228615"/>
            </a:xfrm>
            <a:custGeom>
              <a:rect b="b" l="l" r="r" t="t"/>
              <a:pathLst>
                <a:path extrusionOk="0" h="8211" w="5066">
                  <a:moveTo>
                    <a:pt x="329" y="0"/>
                  </a:moveTo>
                  <a:cubicBezTo>
                    <a:pt x="281" y="0"/>
                    <a:pt x="231" y="12"/>
                    <a:pt x="186" y="38"/>
                  </a:cubicBezTo>
                  <a:cubicBezTo>
                    <a:pt x="48" y="118"/>
                    <a:pt x="1" y="295"/>
                    <a:pt x="80" y="431"/>
                  </a:cubicBezTo>
                  <a:lnTo>
                    <a:pt x="4489" y="8066"/>
                  </a:lnTo>
                  <a:cubicBezTo>
                    <a:pt x="4542" y="8159"/>
                    <a:pt x="4638" y="8210"/>
                    <a:pt x="4738" y="8210"/>
                  </a:cubicBezTo>
                  <a:cubicBezTo>
                    <a:pt x="4787" y="8210"/>
                    <a:pt x="4835" y="8198"/>
                    <a:pt x="4882" y="8172"/>
                  </a:cubicBezTo>
                  <a:cubicBezTo>
                    <a:pt x="5018" y="8092"/>
                    <a:pt x="5066" y="7916"/>
                    <a:pt x="4987" y="7778"/>
                  </a:cubicBezTo>
                  <a:lnTo>
                    <a:pt x="579" y="145"/>
                  </a:lnTo>
                  <a:cubicBezTo>
                    <a:pt x="526" y="52"/>
                    <a:pt x="429"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0"/>
            <p:cNvSpPr/>
            <p:nvPr/>
          </p:nvSpPr>
          <p:spPr>
            <a:xfrm>
              <a:off x="4633895" y="2501866"/>
              <a:ext cx="128883" cy="207482"/>
            </a:xfrm>
            <a:custGeom>
              <a:rect b="b" l="l" r="r" t="t"/>
              <a:pathLst>
                <a:path extrusionOk="0" h="7452" w="4629">
                  <a:moveTo>
                    <a:pt x="329" y="0"/>
                  </a:moveTo>
                  <a:cubicBezTo>
                    <a:pt x="280" y="0"/>
                    <a:pt x="230" y="13"/>
                    <a:pt x="185" y="39"/>
                  </a:cubicBezTo>
                  <a:cubicBezTo>
                    <a:pt x="48" y="118"/>
                    <a:pt x="1" y="294"/>
                    <a:pt x="80" y="432"/>
                  </a:cubicBezTo>
                  <a:lnTo>
                    <a:pt x="4050" y="7308"/>
                  </a:lnTo>
                  <a:cubicBezTo>
                    <a:pt x="4104" y="7401"/>
                    <a:pt x="4200" y="7452"/>
                    <a:pt x="4300" y="7452"/>
                  </a:cubicBezTo>
                  <a:cubicBezTo>
                    <a:pt x="4349" y="7452"/>
                    <a:pt x="4399" y="7440"/>
                    <a:pt x="4444" y="7414"/>
                  </a:cubicBezTo>
                  <a:cubicBezTo>
                    <a:pt x="4580" y="7335"/>
                    <a:pt x="4628" y="7158"/>
                    <a:pt x="4549" y="7021"/>
                  </a:cubicBezTo>
                  <a:lnTo>
                    <a:pt x="579" y="144"/>
                  </a:lnTo>
                  <a:cubicBezTo>
                    <a:pt x="525" y="52"/>
                    <a:pt x="428"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0"/>
            <p:cNvSpPr/>
            <p:nvPr/>
          </p:nvSpPr>
          <p:spPr>
            <a:xfrm>
              <a:off x="4686490" y="2527204"/>
              <a:ext cx="79657" cy="122256"/>
            </a:xfrm>
            <a:custGeom>
              <a:rect b="b" l="l" r="r" t="t"/>
              <a:pathLst>
                <a:path extrusionOk="0" h="4391" w="2861">
                  <a:moveTo>
                    <a:pt x="330" y="0"/>
                  </a:moveTo>
                  <a:cubicBezTo>
                    <a:pt x="281" y="0"/>
                    <a:pt x="231" y="13"/>
                    <a:pt x="186" y="39"/>
                  </a:cubicBezTo>
                  <a:cubicBezTo>
                    <a:pt x="49" y="118"/>
                    <a:pt x="1" y="294"/>
                    <a:pt x="80" y="432"/>
                  </a:cubicBezTo>
                  <a:lnTo>
                    <a:pt x="2283" y="4247"/>
                  </a:lnTo>
                  <a:cubicBezTo>
                    <a:pt x="2337" y="4338"/>
                    <a:pt x="2433" y="4390"/>
                    <a:pt x="2532" y="4390"/>
                  </a:cubicBezTo>
                  <a:cubicBezTo>
                    <a:pt x="2582" y="4390"/>
                    <a:pt x="2630" y="4377"/>
                    <a:pt x="2676" y="4351"/>
                  </a:cubicBezTo>
                  <a:cubicBezTo>
                    <a:pt x="2813" y="4272"/>
                    <a:pt x="2861" y="4097"/>
                    <a:pt x="2782" y="3959"/>
                  </a:cubicBezTo>
                  <a:lnTo>
                    <a:pt x="579" y="144"/>
                  </a:lnTo>
                  <a:cubicBezTo>
                    <a:pt x="526" y="51"/>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0"/>
            <p:cNvSpPr/>
            <p:nvPr/>
          </p:nvSpPr>
          <p:spPr>
            <a:xfrm>
              <a:off x="4551062" y="2519714"/>
              <a:ext cx="126850" cy="78711"/>
            </a:xfrm>
            <a:custGeom>
              <a:rect b="b" l="l" r="r" t="t"/>
              <a:pathLst>
                <a:path extrusionOk="0" h="2827" w="4556">
                  <a:moveTo>
                    <a:pt x="4227" y="1"/>
                  </a:moveTo>
                  <a:cubicBezTo>
                    <a:pt x="4178" y="1"/>
                    <a:pt x="4129" y="13"/>
                    <a:pt x="4083" y="39"/>
                  </a:cubicBezTo>
                  <a:lnTo>
                    <a:pt x="185" y="2290"/>
                  </a:lnTo>
                  <a:cubicBezTo>
                    <a:pt x="47" y="2369"/>
                    <a:pt x="1" y="2545"/>
                    <a:pt x="80" y="2682"/>
                  </a:cubicBezTo>
                  <a:cubicBezTo>
                    <a:pt x="133" y="2775"/>
                    <a:pt x="230" y="2826"/>
                    <a:pt x="329" y="2826"/>
                  </a:cubicBezTo>
                  <a:cubicBezTo>
                    <a:pt x="378" y="2826"/>
                    <a:pt x="428" y="2814"/>
                    <a:pt x="473" y="2787"/>
                  </a:cubicBezTo>
                  <a:lnTo>
                    <a:pt x="4371" y="537"/>
                  </a:lnTo>
                  <a:cubicBezTo>
                    <a:pt x="4509" y="458"/>
                    <a:pt x="4555" y="282"/>
                    <a:pt x="4476" y="144"/>
                  </a:cubicBezTo>
                  <a:cubicBezTo>
                    <a:pt x="4423" y="52"/>
                    <a:pt x="4326" y="1"/>
                    <a:pt x="4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0"/>
            <p:cNvSpPr/>
            <p:nvPr/>
          </p:nvSpPr>
          <p:spPr>
            <a:xfrm>
              <a:off x="4539675" y="2532132"/>
              <a:ext cx="182508" cy="110841"/>
            </a:xfrm>
            <a:custGeom>
              <a:rect b="b" l="l" r="r" t="t"/>
              <a:pathLst>
                <a:path extrusionOk="0" h="3981" w="6555">
                  <a:moveTo>
                    <a:pt x="6227" y="1"/>
                  </a:moveTo>
                  <a:cubicBezTo>
                    <a:pt x="6178" y="1"/>
                    <a:pt x="6128" y="13"/>
                    <a:pt x="6083" y="40"/>
                  </a:cubicBezTo>
                  <a:lnTo>
                    <a:pt x="186" y="3444"/>
                  </a:lnTo>
                  <a:cubicBezTo>
                    <a:pt x="48" y="3523"/>
                    <a:pt x="0" y="3699"/>
                    <a:pt x="81" y="3837"/>
                  </a:cubicBezTo>
                  <a:cubicBezTo>
                    <a:pt x="133" y="3929"/>
                    <a:pt x="231" y="3981"/>
                    <a:pt x="329" y="3981"/>
                  </a:cubicBezTo>
                  <a:cubicBezTo>
                    <a:pt x="378" y="3981"/>
                    <a:pt x="428" y="3968"/>
                    <a:pt x="473" y="3941"/>
                  </a:cubicBezTo>
                  <a:lnTo>
                    <a:pt x="6370" y="537"/>
                  </a:lnTo>
                  <a:cubicBezTo>
                    <a:pt x="6507" y="458"/>
                    <a:pt x="6555" y="283"/>
                    <a:pt x="6475" y="145"/>
                  </a:cubicBezTo>
                  <a:cubicBezTo>
                    <a:pt x="6422" y="52"/>
                    <a:pt x="6326" y="1"/>
                    <a:pt x="6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0"/>
            <p:cNvSpPr/>
            <p:nvPr/>
          </p:nvSpPr>
          <p:spPr>
            <a:xfrm>
              <a:off x="4549865" y="2556995"/>
              <a:ext cx="195065" cy="118108"/>
            </a:xfrm>
            <a:custGeom>
              <a:rect b="b" l="l" r="r" t="t"/>
              <a:pathLst>
                <a:path extrusionOk="0" h="4242" w="7006">
                  <a:moveTo>
                    <a:pt x="6677" y="0"/>
                  </a:moveTo>
                  <a:cubicBezTo>
                    <a:pt x="6628" y="0"/>
                    <a:pt x="6578" y="13"/>
                    <a:pt x="6533" y="40"/>
                  </a:cubicBezTo>
                  <a:lnTo>
                    <a:pt x="184" y="3705"/>
                  </a:lnTo>
                  <a:cubicBezTo>
                    <a:pt x="46" y="3784"/>
                    <a:pt x="0" y="3960"/>
                    <a:pt x="79" y="4097"/>
                  </a:cubicBezTo>
                  <a:cubicBezTo>
                    <a:pt x="133" y="4189"/>
                    <a:pt x="229" y="4241"/>
                    <a:pt x="328" y="4241"/>
                  </a:cubicBezTo>
                  <a:cubicBezTo>
                    <a:pt x="377" y="4241"/>
                    <a:pt x="427" y="4229"/>
                    <a:pt x="472" y="4202"/>
                  </a:cubicBezTo>
                  <a:lnTo>
                    <a:pt x="6820" y="537"/>
                  </a:lnTo>
                  <a:cubicBezTo>
                    <a:pt x="6958" y="458"/>
                    <a:pt x="7006" y="282"/>
                    <a:pt x="6925" y="145"/>
                  </a:cubicBezTo>
                  <a:cubicBezTo>
                    <a:pt x="6872"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0"/>
            <p:cNvSpPr/>
            <p:nvPr/>
          </p:nvSpPr>
          <p:spPr>
            <a:xfrm>
              <a:off x="4566292" y="2585479"/>
              <a:ext cx="195092" cy="118108"/>
            </a:xfrm>
            <a:custGeom>
              <a:rect b="b" l="l" r="r" t="t"/>
              <a:pathLst>
                <a:path extrusionOk="0" h="4242" w="7007">
                  <a:moveTo>
                    <a:pt x="6677" y="0"/>
                  </a:moveTo>
                  <a:cubicBezTo>
                    <a:pt x="6628" y="0"/>
                    <a:pt x="6579" y="13"/>
                    <a:pt x="6534" y="39"/>
                  </a:cubicBezTo>
                  <a:lnTo>
                    <a:pt x="185" y="3705"/>
                  </a:lnTo>
                  <a:cubicBezTo>
                    <a:pt x="48" y="3784"/>
                    <a:pt x="0" y="3960"/>
                    <a:pt x="80" y="4098"/>
                  </a:cubicBezTo>
                  <a:cubicBezTo>
                    <a:pt x="133" y="4189"/>
                    <a:pt x="230" y="4242"/>
                    <a:pt x="330" y="4242"/>
                  </a:cubicBezTo>
                  <a:cubicBezTo>
                    <a:pt x="378" y="4242"/>
                    <a:pt x="427" y="4228"/>
                    <a:pt x="472" y="4203"/>
                  </a:cubicBezTo>
                  <a:lnTo>
                    <a:pt x="6821" y="538"/>
                  </a:lnTo>
                  <a:cubicBezTo>
                    <a:pt x="6958" y="458"/>
                    <a:pt x="7006" y="281"/>
                    <a:pt x="6927" y="145"/>
                  </a:cubicBezTo>
                  <a:cubicBezTo>
                    <a:pt x="6873"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0"/>
            <p:cNvSpPr/>
            <p:nvPr/>
          </p:nvSpPr>
          <p:spPr>
            <a:xfrm>
              <a:off x="4589012" y="2617610"/>
              <a:ext cx="182508" cy="110841"/>
            </a:xfrm>
            <a:custGeom>
              <a:rect b="b" l="l" r="r" t="t"/>
              <a:pathLst>
                <a:path extrusionOk="0" h="3981" w="6555">
                  <a:moveTo>
                    <a:pt x="6226" y="0"/>
                  </a:moveTo>
                  <a:cubicBezTo>
                    <a:pt x="6177" y="0"/>
                    <a:pt x="6128" y="12"/>
                    <a:pt x="6083" y="38"/>
                  </a:cubicBezTo>
                  <a:lnTo>
                    <a:pt x="186" y="3444"/>
                  </a:lnTo>
                  <a:cubicBezTo>
                    <a:pt x="48" y="3523"/>
                    <a:pt x="0" y="3699"/>
                    <a:pt x="81" y="3836"/>
                  </a:cubicBezTo>
                  <a:cubicBezTo>
                    <a:pt x="133" y="3928"/>
                    <a:pt x="230" y="3980"/>
                    <a:pt x="330" y="3980"/>
                  </a:cubicBezTo>
                  <a:cubicBezTo>
                    <a:pt x="378" y="3980"/>
                    <a:pt x="428" y="3967"/>
                    <a:pt x="474" y="3941"/>
                  </a:cubicBezTo>
                  <a:lnTo>
                    <a:pt x="6371" y="537"/>
                  </a:lnTo>
                  <a:cubicBezTo>
                    <a:pt x="6507" y="457"/>
                    <a:pt x="6555" y="281"/>
                    <a:pt x="6475" y="143"/>
                  </a:cubicBezTo>
                  <a:cubicBezTo>
                    <a:pt x="6422" y="52"/>
                    <a:pt x="6326"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0"/>
            <p:cNvSpPr/>
            <p:nvPr/>
          </p:nvSpPr>
          <p:spPr>
            <a:xfrm>
              <a:off x="4646118" y="2662158"/>
              <a:ext cx="114043" cy="71277"/>
            </a:xfrm>
            <a:custGeom>
              <a:rect b="b" l="l" r="r" t="t"/>
              <a:pathLst>
                <a:path extrusionOk="0" h="2560" w="4096">
                  <a:moveTo>
                    <a:pt x="3766" y="0"/>
                  </a:moveTo>
                  <a:cubicBezTo>
                    <a:pt x="3718" y="0"/>
                    <a:pt x="3668" y="13"/>
                    <a:pt x="3623" y="39"/>
                  </a:cubicBezTo>
                  <a:lnTo>
                    <a:pt x="185" y="2023"/>
                  </a:lnTo>
                  <a:cubicBezTo>
                    <a:pt x="48" y="2102"/>
                    <a:pt x="1" y="2279"/>
                    <a:pt x="80" y="2416"/>
                  </a:cubicBezTo>
                  <a:cubicBezTo>
                    <a:pt x="134" y="2508"/>
                    <a:pt x="230" y="2560"/>
                    <a:pt x="329" y="2560"/>
                  </a:cubicBezTo>
                  <a:cubicBezTo>
                    <a:pt x="379" y="2560"/>
                    <a:pt x="428" y="2547"/>
                    <a:pt x="473" y="2522"/>
                  </a:cubicBezTo>
                  <a:lnTo>
                    <a:pt x="3911" y="536"/>
                  </a:lnTo>
                  <a:cubicBezTo>
                    <a:pt x="4048" y="457"/>
                    <a:pt x="4095" y="281"/>
                    <a:pt x="4016" y="144"/>
                  </a:cubicBezTo>
                  <a:cubicBezTo>
                    <a:pt x="3963" y="52"/>
                    <a:pt x="386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0"/>
            <p:cNvSpPr/>
            <p:nvPr/>
          </p:nvSpPr>
          <p:spPr>
            <a:xfrm>
              <a:off x="4524194" y="2733297"/>
              <a:ext cx="245153" cy="245181"/>
            </a:xfrm>
            <a:custGeom>
              <a:rect b="b" l="l" r="r" t="t"/>
              <a:pathLst>
                <a:path extrusionOk="0" h="8806" w="8805">
                  <a:moveTo>
                    <a:pt x="4402" y="1"/>
                  </a:moveTo>
                  <a:cubicBezTo>
                    <a:pt x="1971" y="1"/>
                    <a:pt x="0" y="1972"/>
                    <a:pt x="0" y="4404"/>
                  </a:cubicBezTo>
                  <a:cubicBezTo>
                    <a:pt x="0" y="6835"/>
                    <a:pt x="1971" y="8806"/>
                    <a:pt x="4402" y="8806"/>
                  </a:cubicBezTo>
                  <a:cubicBezTo>
                    <a:pt x="6834" y="8806"/>
                    <a:pt x="8805" y="6835"/>
                    <a:pt x="8805" y="4404"/>
                  </a:cubicBezTo>
                  <a:cubicBezTo>
                    <a:pt x="8805" y="1972"/>
                    <a:pt x="6834" y="1"/>
                    <a:pt x="4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0"/>
            <p:cNvSpPr/>
            <p:nvPr/>
          </p:nvSpPr>
          <p:spPr>
            <a:xfrm>
              <a:off x="4524138" y="2733297"/>
              <a:ext cx="242898" cy="245181"/>
            </a:xfrm>
            <a:custGeom>
              <a:rect b="b" l="l" r="r" t="t"/>
              <a:pathLst>
                <a:path extrusionOk="0" h="8806" w="8724">
                  <a:moveTo>
                    <a:pt x="4404" y="1"/>
                  </a:moveTo>
                  <a:cubicBezTo>
                    <a:pt x="4271" y="1"/>
                    <a:pt x="4140" y="7"/>
                    <a:pt x="4011" y="19"/>
                  </a:cubicBezTo>
                  <a:cubicBezTo>
                    <a:pt x="3820" y="260"/>
                    <a:pt x="3512" y="696"/>
                    <a:pt x="3230" y="1318"/>
                  </a:cubicBezTo>
                  <a:cubicBezTo>
                    <a:pt x="2834" y="2193"/>
                    <a:pt x="2413" y="3617"/>
                    <a:pt x="2629" y="5472"/>
                  </a:cubicBezTo>
                  <a:cubicBezTo>
                    <a:pt x="2277" y="5397"/>
                    <a:pt x="1939" y="5289"/>
                    <a:pt x="1622" y="5152"/>
                  </a:cubicBezTo>
                  <a:cubicBezTo>
                    <a:pt x="1753" y="3699"/>
                    <a:pt x="862" y="2705"/>
                    <a:pt x="573" y="2424"/>
                  </a:cubicBezTo>
                  <a:cubicBezTo>
                    <a:pt x="556" y="2409"/>
                    <a:pt x="530" y="2390"/>
                    <a:pt x="498" y="2371"/>
                  </a:cubicBezTo>
                  <a:cubicBezTo>
                    <a:pt x="406" y="2549"/>
                    <a:pt x="325" y="2733"/>
                    <a:pt x="257" y="2923"/>
                  </a:cubicBezTo>
                  <a:cubicBezTo>
                    <a:pt x="529" y="3214"/>
                    <a:pt x="1059" y="3905"/>
                    <a:pt x="1059" y="4865"/>
                  </a:cubicBezTo>
                  <a:cubicBezTo>
                    <a:pt x="744" y="4677"/>
                    <a:pt x="456" y="4455"/>
                    <a:pt x="204" y="4204"/>
                  </a:cubicBezTo>
                  <a:cubicBezTo>
                    <a:pt x="172" y="4171"/>
                    <a:pt x="102" y="4103"/>
                    <a:pt x="18" y="4025"/>
                  </a:cubicBezTo>
                  <a:cubicBezTo>
                    <a:pt x="7" y="4149"/>
                    <a:pt x="1" y="4276"/>
                    <a:pt x="1" y="4404"/>
                  </a:cubicBezTo>
                  <a:cubicBezTo>
                    <a:pt x="1" y="4544"/>
                    <a:pt x="8" y="4682"/>
                    <a:pt x="22" y="4820"/>
                  </a:cubicBezTo>
                  <a:cubicBezTo>
                    <a:pt x="309" y="5073"/>
                    <a:pt x="633" y="5294"/>
                    <a:pt x="981" y="5481"/>
                  </a:cubicBezTo>
                  <a:cubicBezTo>
                    <a:pt x="889" y="5809"/>
                    <a:pt x="703" y="6081"/>
                    <a:pt x="426" y="6292"/>
                  </a:cubicBezTo>
                  <a:lnTo>
                    <a:pt x="708" y="6797"/>
                  </a:lnTo>
                  <a:cubicBezTo>
                    <a:pt x="718" y="6791"/>
                    <a:pt x="724" y="6787"/>
                    <a:pt x="729" y="6785"/>
                  </a:cubicBezTo>
                  <a:cubicBezTo>
                    <a:pt x="1108" y="6509"/>
                    <a:pt x="1369" y="6154"/>
                    <a:pt x="1508" y="5727"/>
                  </a:cubicBezTo>
                  <a:cubicBezTo>
                    <a:pt x="1891" y="5883"/>
                    <a:pt x="2299" y="6002"/>
                    <a:pt x="2721" y="6077"/>
                  </a:cubicBezTo>
                  <a:cubicBezTo>
                    <a:pt x="3005" y="7555"/>
                    <a:pt x="3613" y="8401"/>
                    <a:pt x="3966" y="8785"/>
                  </a:cubicBezTo>
                  <a:cubicBezTo>
                    <a:pt x="4110" y="8798"/>
                    <a:pt x="4256" y="8806"/>
                    <a:pt x="4404" y="8806"/>
                  </a:cubicBezTo>
                  <a:cubicBezTo>
                    <a:pt x="4557" y="8806"/>
                    <a:pt x="4710" y="8798"/>
                    <a:pt x="4859" y="8782"/>
                  </a:cubicBezTo>
                  <a:cubicBezTo>
                    <a:pt x="4737" y="8691"/>
                    <a:pt x="4624" y="8613"/>
                    <a:pt x="4578" y="8577"/>
                  </a:cubicBezTo>
                  <a:cubicBezTo>
                    <a:pt x="4568" y="8570"/>
                    <a:pt x="3709" y="7885"/>
                    <a:pt x="3326" y="6155"/>
                  </a:cubicBezTo>
                  <a:lnTo>
                    <a:pt x="3326" y="6155"/>
                  </a:lnTo>
                  <a:cubicBezTo>
                    <a:pt x="3506" y="6171"/>
                    <a:pt x="3690" y="6178"/>
                    <a:pt x="3876" y="6178"/>
                  </a:cubicBezTo>
                  <a:cubicBezTo>
                    <a:pt x="4265" y="6178"/>
                    <a:pt x="4648" y="6144"/>
                    <a:pt x="5018" y="6078"/>
                  </a:cubicBezTo>
                  <a:cubicBezTo>
                    <a:pt x="5362" y="6475"/>
                    <a:pt x="5858" y="6610"/>
                    <a:pt x="6376" y="6610"/>
                  </a:cubicBezTo>
                  <a:cubicBezTo>
                    <a:pt x="7181" y="6610"/>
                    <a:pt x="8042" y="6283"/>
                    <a:pt x="8469" y="6096"/>
                  </a:cubicBezTo>
                  <a:lnTo>
                    <a:pt x="8697" y="5382"/>
                  </a:lnTo>
                  <a:lnTo>
                    <a:pt x="8697" y="5382"/>
                  </a:lnTo>
                  <a:cubicBezTo>
                    <a:pt x="8601" y="5408"/>
                    <a:pt x="8519" y="5436"/>
                    <a:pt x="8477" y="5456"/>
                  </a:cubicBezTo>
                  <a:cubicBezTo>
                    <a:pt x="8461" y="5465"/>
                    <a:pt x="7310" y="6038"/>
                    <a:pt x="6375" y="6038"/>
                  </a:cubicBezTo>
                  <a:cubicBezTo>
                    <a:pt x="6138" y="6038"/>
                    <a:pt x="5915" y="6001"/>
                    <a:pt x="5728" y="5909"/>
                  </a:cubicBezTo>
                  <a:cubicBezTo>
                    <a:pt x="6181" y="5772"/>
                    <a:pt x="6610" y="5583"/>
                    <a:pt x="7005" y="5345"/>
                  </a:cubicBezTo>
                  <a:cubicBezTo>
                    <a:pt x="7771" y="4886"/>
                    <a:pt x="8370" y="4258"/>
                    <a:pt x="8724" y="3550"/>
                  </a:cubicBezTo>
                  <a:cubicBezTo>
                    <a:pt x="8663" y="3243"/>
                    <a:pt x="8571" y="2948"/>
                    <a:pt x="8451" y="2667"/>
                  </a:cubicBezTo>
                  <a:cubicBezTo>
                    <a:pt x="8396" y="2815"/>
                    <a:pt x="8352" y="2954"/>
                    <a:pt x="8336" y="3000"/>
                  </a:cubicBezTo>
                  <a:cubicBezTo>
                    <a:pt x="7899" y="4170"/>
                    <a:pt x="6730" y="5069"/>
                    <a:pt x="5287" y="5431"/>
                  </a:cubicBezTo>
                  <a:cubicBezTo>
                    <a:pt x="5209" y="5242"/>
                    <a:pt x="5194" y="5036"/>
                    <a:pt x="5243" y="4808"/>
                  </a:cubicBezTo>
                  <a:cubicBezTo>
                    <a:pt x="5362" y="4244"/>
                    <a:pt x="5862" y="3557"/>
                    <a:pt x="6688" y="2822"/>
                  </a:cubicBezTo>
                  <a:cubicBezTo>
                    <a:pt x="7331" y="2250"/>
                    <a:pt x="7947" y="1851"/>
                    <a:pt x="7957" y="1845"/>
                  </a:cubicBezTo>
                  <a:cubicBezTo>
                    <a:pt x="7963" y="1841"/>
                    <a:pt x="7970" y="1837"/>
                    <a:pt x="7977" y="1832"/>
                  </a:cubicBezTo>
                  <a:cubicBezTo>
                    <a:pt x="7864" y="1674"/>
                    <a:pt x="7741" y="1526"/>
                    <a:pt x="7608" y="1385"/>
                  </a:cubicBezTo>
                  <a:cubicBezTo>
                    <a:pt x="7276" y="1605"/>
                    <a:pt x="5007" y="3146"/>
                    <a:pt x="4681" y="4688"/>
                  </a:cubicBezTo>
                  <a:cubicBezTo>
                    <a:pt x="4616" y="4991"/>
                    <a:pt x="4628" y="5277"/>
                    <a:pt x="4715" y="5543"/>
                  </a:cubicBezTo>
                  <a:cubicBezTo>
                    <a:pt x="4442" y="5582"/>
                    <a:pt x="4161" y="5604"/>
                    <a:pt x="3876" y="5604"/>
                  </a:cubicBezTo>
                  <a:cubicBezTo>
                    <a:pt x="3654" y="5604"/>
                    <a:pt x="3435" y="5592"/>
                    <a:pt x="3221" y="5569"/>
                  </a:cubicBezTo>
                  <a:cubicBezTo>
                    <a:pt x="3218" y="5550"/>
                    <a:pt x="3216" y="5533"/>
                    <a:pt x="3213" y="5516"/>
                  </a:cubicBezTo>
                  <a:cubicBezTo>
                    <a:pt x="2985" y="3750"/>
                    <a:pt x="3376" y="2401"/>
                    <a:pt x="3744" y="1580"/>
                  </a:cubicBezTo>
                  <a:cubicBezTo>
                    <a:pt x="4142" y="693"/>
                    <a:pt x="4601" y="212"/>
                    <a:pt x="4610" y="202"/>
                  </a:cubicBezTo>
                  <a:cubicBezTo>
                    <a:pt x="4638" y="173"/>
                    <a:pt x="4711" y="106"/>
                    <a:pt x="4800" y="19"/>
                  </a:cubicBezTo>
                  <a:cubicBezTo>
                    <a:pt x="4670" y="7"/>
                    <a:pt x="4538" y="1"/>
                    <a:pt x="4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 name="Google Shape;2315;p40"/>
          <p:cNvGrpSpPr/>
          <p:nvPr/>
        </p:nvGrpSpPr>
        <p:grpSpPr>
          <a:xfrm>
            <a:off x="2520559" y="1623620"/>
            <a:ext cx="760693" cy="798315"/>
            <a:chOff x="1359481" y="2470849"/>
            <a:chExt cx="510053" cy="535279"/>
          </a:xfrm>
        </p:grpSpPr>
        <p:sp>
          <p:nvSpPr>
            <p:cNvPr id="2316" name="Google Shape;2316;p40"/>
            <p:cNvSpPr/>
            <p:nvPr/>
          </p:nvSpPr>
          <p:spPr>
            <a:xfrm>
              <a:off x="1733690" y="2807777"/>
              <a:ext cx="97532" cy="171064"/>
            </a:xfrm>
            <a:custGeom>
              <a:rect b="b" l="l" r="r" t="t"/>
              <a:pathLst>
                <a:path extrusionOk="0" h="6144" w="3503">
                  <a:moveTo>
                    <a:pt x="1222" y="1"/>
                  </a:moveTo>
                  <a:lnTo>
                    <a:pt x="1" y="487"/>
                  </a:lnTo>
                  <a:lnTo>
                    <a:pt x="2282" y="6144"/>
                  </a:lnTo>
                  <a:lnTo>
                    <a:pt x="3503" y="5656"/>
                  </a:lnTo>
                  <a:lnTo>
                    <a:pt x="12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0"/>
            <p:cNvSpPr/>
            <p:nvPr/>
          </p:nvSpPr>
          <p:spPr>
            <a:xfrm>
              <a:off x="1758219" y="2918926"/>
              <a:ext cx="111314" cy="87203"/>
            </a:xfrm>
            <a:custGeom>
              <a:rect b="b" l="l" r="r" t="t"/>
              <a:pathLst>
                <a:path extrusionOk="0" h="3132" w="3998">
                  <a:moveTo>
                    <a:pt x="2959" y="1"/>
                  </a:moveTo>
                  <a:lnTo>
                    <a:pt x="1" y="1181"/>
                  </a:lnTo>
                  <a:lnTo>
                    <a:pt x="768" y="2902"/>
                  </a:lnTo>
                  <a:cubicBezTo>
                    <a:pt x="830" y="3042"/>
                    <a:pt x="968" y="3131"/>
                    <a:pt x="1120" y="3131"/>
                  </a:cubicBezTo>
                  <a:lnTo>
                    <a:pt x="3542" y="3131"/>
                  </a:lnTo>
                  <a:cubicBezTo>
                    <a:pt x="3811" y="3131"/>
                    <a:pt x="3997" y="2865"/>
                    <a:pt x="3906" y="2613"/>
                  </a:cubicBezTo>
                  <a:lnTo>
                    <a:pt x="29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0"/>
            <p:cNvSpPr/>
            <p:nvPr/>
          </p:nvSpPr>
          <p:spPr>
            <a:xfrm>
              <a:off x="1736168" y="2871537"/>
              <a:ext cx="114182" cy="97087"/>
            </a:xfrm>
            <a:custGeom>
              <a:rect b="b" l="l" r="r" t="t"/>
              <a:pathLst>
                <a:path extrusionOk="0" h="3487" w="4101">
                  <a:moveTo>
                    <a:pt x="3019" y="0"/>
                  </a:moveTo>
                  <a:cubicBezTo>
                    <a:pt x="2980" y="0"/>
                    <a:pt x="2941" y="8"/>
                    <a:pt x="2902" y="23"/>
                  </a:cubicBezTo>
                  <a:lnTo>
                    <a:pt x="239" y="1085"/>
                  </a:lnTo>
                  <a:cubicBezTo>
                    <a:pt x="79" y="1150"/>
                    <a:pt x="1" y="1332"/>
                    <a:pt x="66" y="1492"/>
                  </a:cubicBezTo>
                  <a:lnTo>
                    <a:pt x="791" y="3291"/>
                  </a:lnTo>
                  <a:cubicBezTo>
                    <a:pt x="841" y="3413"/>
                    <a:pt x="959" y="3487"/>
                    <a:pt x="1084" y="3487"/>
                  </a:cubicBezTo>
                  <a:cubicBezTo>
                    <a:pt x="1122" y="3487"/>
                    <a:pt x="1161" y="3480"/>
                    <a:pt x="1199" y="3465"/>
                  </a:cubicBezTo>
                  <a:lnTo>
                    <a:pt x="3862" y="2401"/>
                  </a:lnTo>
                  <a:cubicBezTo>
                    <a:pt x="4022" y="2338"/>
                    <a:pt x="4100" y="2156"/>
                    <a:pt x="4036" y="1996"/>
                  </a:cubicBezTo>
                  <a:lnTo>
                    <a:pt x="3310" y="196"/>
                  </a:lnTo>
                  <a:cubicBezTo>
                    <a:pt x="3261" y="75"/>
                    <a:pt x="3143" y="0"/>
                    <a:pt x="3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0"/>
            <p:cNvSpPr/>
            <p:nvPr/>
          </p:nvSpPr>
          <p:spPr>
            <a:xfrm>
              <a:off x="1393143" y="2719125"/>
              <a:ext cx="170814" cy="29624"/>
            </a:xfrm>
            <a:custGeom>
              <a:rect b="b" l="l" r="r" t="t"/>
              <a:pathLst>
                <a:path extrusionOk="0" h="1064" w="6135">
                  <a:moveTo>
                    <a:pt x="0" y="0"/>
                  </a:moveTo>
                  <a:lnTo>
                    <a:pt x="0" y="1064"/>
                  </a:lnTo>
                  <a:lnTo>
                    <a:pt x="6135" y="1064"/>
                  </a:lnTo>
                  <a:lnTo>
                    <a:pt x="6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0"/>
            <p:cNvSpPr/>
            <p:nvPr/>
          </p:nvSpPr>
          <p:spPr>
            <a:xfrm>
              <a:off x="1393143" y="2651467"/>
              <a:ext cx="170814" cy="29680"/>
            </a:xfrm>
            <a:custGeom>
              <a:rect b="b" l="l" r="r" t="t"/>
              <a:pathLst>
                <a:path extrusionOk="0" h="1066" w="6135">
                  <a:moveTo>
                    <a:pt x="0" y="1"/>
                  </a:moveTo>
                  <a:lnTo>
                    <a:pt x="0" y="1065"/>
                  </a:lnTo>
                  <a:lnTo>
                    <a:pt x="6135" y="1065"/>
                  </a:lnTo>
                  <a:lnTo>
                    <a:pt x="61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0"/>
            <p:cNvSpPr/>
            <p:nvPr/>
          </p:nvSpPr>
          <p:spPr>
            <a:xfrm>
              <a:off x="1393143" y="2491314"/>
              <a:ext cx="170814" cy="29680"/>
            </a:xfrm>
            <a:custGeom>
              <a:rect b="b" l="l" r="r" t="t"/>
              <a:pathLst>
                <a:path extrusionOk="0" h="1066" w="6135">
                  <a:moveTo>
                    <a:pt x="0" y="1"/>
                  </a:moveTo>
                  <a:lnTo>
                    <a:pt x="0" y="1066"/>
                  </a:lnTo>
                  <a:lnTo>
                    <a:pt x="6135" y="1066"/>
                  </a:lnTo>
                  <a:lnTo>
                    <a:pt x="61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0"/>
            <p:cNvSpPr/>
            <p:nvPr/>
          </p:nvSpPr>
          <p:spPr>
            <a:xfrm>
              <a:off x="1393143" y="2879278"/>
              <a:ext cx="170814" cy="29624"/>
            </a:xfrm>
            <a:custGeom>
              <a:rect b="b" l="l" r="r" t="t"/>
              <a:pathLst>
                <a:path extrusionOk="0" h="1064" w="6135">
                  <a:moveTo>
                    <a:pt x="0" y="0"/>
                  </a:moveTo>
                  <a:lnTo>
                    <a:pt x="0" y="1064"/>
                  </a:lnTo>
                  <a:lnTo>
                    <a:pt x="6135" y="1064"/>
                  </a:lnTo>
                  <a:lnTo>
                    <a:pt x="6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0"/>
            <p:cNvSpPr/>
            <p:nvPr/>
          </p:nvSpPr>
          <p:spPr>
            <a:xfrm>
              <a:off x="1359481" y="2470849"/>
              <a:ext cx="238137" cy="458566"/>
            </a:xfrm>
            <a:custGeom>
              <a:rect b="b" l="l" r="r" t="t"/>
              <a:pathLst>
                <a:path extrusionOk="0" h="16470" w="8553">
                  <a:moveTo>
                    <a:pt x="7357" y="0"/>
                  </a:moveTo>
                  <a:cubicBezTo>
                    <a:pt x="7255" y="0"/>
                    <a:pt x="7172" y="82"/>
                    <a:pt x="7167" y="185"/>
                  </a:cubicBezTo>
                  <a:cubicBezTo>
                    <a:pt x="7079" y="1827"/>
                    <a:pt x="5825" y="3208"/>
                    <a:pt x="4183" y="3434"/>
                  </a:cubicBezTo>
                  <a:cubicBezTo>
                    <a:pt x="3032" y="3592"/>
                    <a:pt x="1975" y="4161"/>
                    <a:pt x="1205" y="5036"/>
                  </a:cubicBezTo>
                  <a:cubicBezTo>
                    <a:pt x="429" y="5921"/>
                    <a:pt x="0" y="7056"/>
                    <a:pt x="0" y="8234"/>
                  </a:cubicBezTo>
                  <a:cubicBezTo>
                    <a:pt x="0" y="9412"/>
                    <a:pt x="429" y="10548"/>
                    <a:pt x="1205" y="11432"/>
                  </a:cubicBezTo>
                  <a:cubicBezTo>
                    <a:pt x="1975" y="12308"/>
                    <a:pt x="3032" y="12877"/>
                    <a:pt x="4183" y="13035"/>
                  </a:cubicBezTo>
                  <a:cubicBezTo>
                    <a:pt x="5825" y="13260"/>
                    <a:pt x="7079" y="14641"/>
                    <a:pt x="7167" y="16285"/>
                  </a:cubicBezTo>
                  <a:cubicBezTo>
                    <a:pt x="7172" y="16387"/>
                    <a:pt x="7255" y="16469"/>
                    <a:pt x="7357" y="16469"/>
                  </a:cubicBezTo>
                  <a:lnTo>
                    <a:pt x="8354" y="16469"/>
                  </a:lnTo>
                  <a:cubicBezTo>
                    <a:pt x="8464" y="16469"/>
                    <a:pt x="8553" y="16378"/>
                    <a:pt x="8548" y="16269"/>
                  </a:cubicBezTo>
                  <a:cubicBezTo>
                    <a:pt x="8503" y="15163"/>
                    <a:pt x="8079" y="14104"/>
                    <a:pt x="7346" y="13270"/>
                  </a:cubicBezTo>
                  <a:cubicBezTo>
                    <a:pt x="6577" y="12394"/>
                    <a:pt x="5521" y="11826"/>
                    <a:pt x="4370" y="11667"/>
                  </a:cubicBezTo>
                  <a:cubicBezTo>
                    <a:pt x="2667" y="11433"/>
                    <a:pt x="1381" y="9958"/>
                    <a:pt x="1381" y="8234"/>
                  </a:cubicBezTo>
                  <a:cubicBezTo>
                    <a:pt x="1381" y="6511"/>
                    <a:pt x="2667" y="5035"/>
                    <a:pt x="4370" y="4801"/>
                  </a:cubicBezTo>
                  <a:cubicBezTo>
                    <a:pt x="5521" y="4644"/>
                    <a:pt x="6577" y="4074"/>
                    <a:pt x="7346" y="3198"/>
                  </a:cubicBezTo>
                  <a:cubicBezTo>
                    <a:pt x="8079" y="2364"/>
                    <a:pt x="8503" y="1307"/>
                    <a:pt x="8548" y="200"/>
                  </a:cubicBezTo>
                  <a:cubicBezTo>
                    <a:pt x="8553" y="91"/>
                    <a:pt x="8464" y="0"/>
                    <a:pt x="8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0"/>
            <p:cNvSpPr/>
            <p:nvPr/>
          </p:nvSpPr>
          <p:spPr>
            <a:xfrm>
              <a:off x="1359481" y="2814738"/>
              <a:ext cx="119082" cy="114683"/>
            </a:xfrm>
            <a:custGeom>
              <a:rect b="b" l="l" r="r" t="t"/>
              <a:pathLst>
                <a:path extrusionOk="0" h="4119" w="4277">
                  <a:moveTo>
                    <a:pt x="2290" y="1"/>
                  </a:moveTo>
                  <a:cubicBezTo>
                    <a:pt x="2059" y="145"/>
                    <a:pt x="1840" y="308"/>
                    <a:pt x="1635" y="490"/>
                  </a:cubicBezTo>
                  <a:cubicBezTo>
                    <a:pt x="1483" y="623"/>
                    <a:pt x="1341" y="767"/>
                    <a:pt x="1205" y="919"/>
                  </a:cubicBezTo>
                  <a:cubicBezTo>
                    <a:pt x="472" y="1753"/>
                    <a:pt x="50" y="2812"/>
                    <a:pt x="5" y="3918"/>
                  </a:cubicBezTo>
                  <a:cubicBezTo>
                    <a:pt x="0" y="4027"/>
                    <a:pt x="89" y="4118"/>
                    <a:pt x="198" y="4118"/>
                  </a:cubicBezTo>
                  <a:lnTo>
                    <a:pt x="1192" y="4118"/>
                  </a:lnTo>
                  <a:cubicBezTo>
                    <a:pt x="1294" y="4118"/>
                    <a:pt x="1380" y="4039"/>
                    <a:pt x="1386" y="3936"/>
                  </a:cubicBezTo>
                  <a:cubicBezTo>
                    <a:pt x="1446" y="2792"/>
                    <a:pt x="2070" y="1776"/>
                    <a:pt x="2998" y="1187"/>
                  </a:cubicBezTo>
                  <a:cubicBezTo>
                    <a:pt x="3379" y="945"/>
                    <a:pt x="3811" y="775"/>
                    <a:pt x="4276" y="698"/>
                  </a:cubicBezTo>
                  <a:cubicBezTo>
                    <a:pt x="4245" y="693"/>
                    <a:pt x="4214" y="689"/>
                    <a:pt x="4183" y="684"/>
                  </a:cubicBezTo>
                  <a:cubicBezTo>
                    <a:pt x="3507" y="592"/>
                    <a:pt x="2863" y="357"/>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0"/>
            <p:cNvSpPr/>
            <p:nvPr/>
          </p:nvSpPr>
          <p:spPr>
            <a:xfrm>
              <a:off x="1359481" y="2470849"/>
              <a:ext cx="238109" cy="343911"/>
            </a:xfrm>
            <a:custGeom>
              <a:rect b="b" l="l" r="r" t="t"/>
              <a:pathLst>
                <a:path extrusionOk="0" h="12352" w="8552">
                  <a:moveTo>
                    <a:pt x="198" y="0"/>
                  </a:moveTo>
                  <a:cubicBezTo>
                    <a:pt x="89" y="0"/>
                    <a:pt x="0" y="91"/>
                    <a:pt x="5" y="200"/>
                  </a:cubicBezTo>
                  <a:cubicBezTo>
                    <a:pt x="50" y="1307"/>
                    <a:pt x="472" y="2364"/>
                    <a:pt x="1205" y="3198"/>
                  </a:cubicBezTo>
                  <a:cubicBezTo>
                    <a:pt x="1340" y="3352"/>
                    <a:pt x="1483" y="3495"/>
                    <a:pt x="1635" y="3629"/>
                  </a:cubicBezTo>
                  <a:cubicBezTo>
                    <a:pt x="2348" y="4261"/>
                    <a:pt x="3234" y="4672"/>
                    <a:pt x="4183" y="4801"/>
                  </a:cubicBezTo>
                  <a:cubicBezTo>
                    <a:pt x="4683" y="4870"/>
                    <a:pt x="5147" y="5046"/>
                    <a:pt x="5553" y="5303"/>
                  </a:cubicBezTo>
                  <a:cubicBezTo>
                    <a:pt x="6530" y="5924"/>
                    <a:pt x="7171" y="7017"/>
                    <a:pt x="7171" y="8234"/>
                  </a:cubicBezTo>
                  <a:cubicBezTo>
                    <a:pt x="7171" y="9451"/>
                    <a:pt x="6530" y="10545"/>
                    <a:pt x="5553" y="11165"/>
                  </a:cubicBezTo>
                  <a:cubicBezTo>
                    <a:pt x="5173" y="11406"/>
                    <a:pt x="4741" y="11576"/>
                    <a:pt x="4276" y="11653"/>
                  </a:cubicBezTo>
                  <a:cubicBezTo>
                    <a:pt x="4307" y="11659"/>
                    <a:pt x="4339" y="11664"/>
                    <a:pt x="4370" y="11667"/>
                  </a:cubicBezTo>
                  <a:cubicBezTo>
                    <a:pt x="5046" y="11760"/>
                    <a:pt x="5690" y="11996"/>
                    <a:pt x="6262" y="12352"/>
                  </a:cubicBezTo>
                  <a:cubicBezTo>
                    <a:pt x="6494" y="12208"/>
                    <a:pt x="6712" y="12044"/>
                    <a:pt x="6918" y="11863"/>
                  </a:cubicBezTo>
                  <a:cubicBezTo>
                    <a:pt x="7069" y="11730"/>
                    <a:pt x="7212" y="11586"/>
                    <a:pt x="7346" y="11432"/>
                  </a:cubicBezTo>
                  <a:cubicBezTo>
                    <a:pt x="8124" y="10548"/>
                    <a:pt x="8551" y="9412"/>
                    <a:pt x="8551" y="8234"/>
                  </a:cubicBezTo>
                  <a:cubicBezTo>
                    <a:pt x="8551" y="7056"/>
                    <a:pt x="8124" y="5921"/>
                    <a:pt x="7346" y="5036"/>
                  </a:cubicBezTo>
                  <a:cubicBezTo>
                    <a:pt x="7212" y="4884"/>
                    <a:pt x="7069" y="4740"/>
                    <a:pt x="6918" y="4607"/>
                  </a:cubicBezTo>
                  <a:cubicBezTo>
                    <a:pt x="6205" y="3974"/>
                    <a:pt x="5319" y="3564"/>
                    <a:pt x="4370" y="3434"/>
                  </a:cubicBezTo>
                  <a:cubicBezTo>
                    <a:pt x="3869" y="3365"/>
                    <a:pt x="3406" y="3190"/>
                    <a:pt x="3000" y="2931"/>
                  </a:cubicBezTo>
                  <a:cubicBezTo>
                    <a:pt x="2071" y="2342"/>
                    <a:pt x="1446" y="1326"/>
                    <a:pt x="1386" y="182"/>
                  </a:cubicBezTo>
                  <a:cubicBezTo>
                    <a:pt x="1380" y="80"/>
                    <a:pt x="1294" y="0"/>
                    <a:pt x="1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0"/>
            <p:cNvSpPr/>
            <p:nvPr/>
          </p:nvSpPr>
          <p:spPr>
            <a:xfrm>
              <a:off x="1538483" y="2536587"/>
              <a:ext cx="324003" cy="324031"/>
            </a:xfrm>
            <a:custGeom>
              <a:rect b="b" l="l" r="r" t="t"/>
              <a:pathLst>
                <a:path extrusionOk="0" h="11638" w="11637">
                  <a:moveTo>
                    <a:pt x="5819" y="1"/>
                  </a:moveTo>
                  <a:cubicBezTo>
                    <a:pt x="2605" y="1"/>
                    <a:pt x="0" y="2606"/>
                    <a:pt x="0" y="5820"/>
                  </a:cubicBezTo>
                  <a:cubicBezTo>
                    <a:pt x="0" y="9032"/>
                    <a:pt x="2605" y="11637"/>
                    <a:pt x="5819" y="11637"/>
                  </a:cubicBezTo>
                  <a:cubicBezTo>
                    <a:pt x="9033" y="11637"/>
                    <a:pt x="11637" y="9032"/>
                    <a:pt x="11637" y="5820"/>
                  </a:cubicBezTo>
                  <a:cubicBezTo>
                    <a:pt x="11637" y="2606"/>
                    <a:pt x="9033" y="1"/>
                    <a:pt x="5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0"/>
            <p:cNvSpPr/>
            <p:nvPr/>
          </p:nvSpPr>
          <p:spPr>
            <a:xfrm>
              <a:off x="1580554" y="2578657"/>
              <a:ext cx="239863" cy="239891"/>
            </a:xfrm>
            <a:custGeom>
              <a:rect b="b" l="l" r="r" t="t"/>
              <a:pathLst>
                <a:path extrusionOk="0" h="8616" w="8615">
                  <a:moveTo>
                    <a:pt x="4308" y="1"/>
                  </a:moveTo>
                  <a:cubicBezTo>
                    <a:pt x="1929" y="1"/>
                    <a:pt x="0" y="1929"/>
                    <a:pt x="0" y="4309"/>
                  </a:cubicBezTo>
                  <a:cubicBezTo>
                    <a:pt x="0" y="6687"/>
                    <a:pt x="1929" y="8615"/>
                    <a:pt x="4308" y="8615"/>
                  </a:cubicBezTo>
                  <a:cubicBezTo>
                    <a:pt x="6686" y="8615"/>
                    <a:pt x="8615" y="6687"/>
                    <a:pt x="8615" y="4309"/>
                  </a:cubicBezTo>
                  <a:cubicBezTo>
                    <a:pt x="8615" y="1929"/>
                    <a:pt x="6686" y="1"/>
                    <a:pt x="43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0"/>
            <p:cNvSpPr/>
            <p:nvPr/>
          </p:nvSpPr>
          <p:spPr>
            <a:xfrm>
              <a:off x="1584090" y="2624710"/>
              <a:ext cx="125430" cy="44966"/>
            </a:xfrm>
            <a:custGeom>
              <a:rect b="b" l="l" r="r" t="t"/>
              <a:pathLst>
                <a:path extrusionOk="0" h="1615" w="4505">
                  <a:moveTo>
                    <a:pt x="787" y="1"/>
                  </a:moveTo>
                  <a:cubicBezTo>
                    <a:pt x="420" y="470"/>
                    <a:pt x="148" y="1018"/>
                    <a:pt x="0" y="1614"/>
                  </a:cubicBezTo>
                  <a:lnTo>
                    <a:pt x="4504" y="1614"/>
                  </a:lnTo>
                  <a:lnTo>
                    <a:pt x="45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0"/>
            <p:cNvSpPr/>
            <p:nvPr/>
          </p:nvSpPr>
          <p:spPr>
            <a:xfrm>
              <a:off x="1584006" y="2727255"/>
              <a:ext cx="125514" cy="44938"/>
            </a:xfrm>
            <a:custGeom>
              <a:rect b="b" l="l" r="r" t="t"/>
              <a:pathLst>
                <a:path extrusionOk="0" h="1614" w="4508">
                  <a:moveTo>
                    <a:pt x="1" y="1"/>
                  </a:moveTo>
                  <a:cubicBezTo>
                    <a:pt x="146" y="596"/>
                    <a:pt x="417" y="1144"/>
                    <a:pt x="783" y="1613"/>
                  </a:cubicBezTo>
                  <a:lnTo>
                    <a:pt x="4507" y="1613"/>
                  </a:lnTo>
                  <a:lnTo>
                    <a:pt x="45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0"/>
            <p:cNvSpPr/>
            <p:nvPr/>
          </p:nvSpPr>
          <p:spPr>
            <a:xfrm>
              <a:off x="1652221" y="2578657"/>
              <a:ext cx="108252" cy="239891"/>
            </a:xfrm>
            <a:custGeom>
              <a:rect b="b" l="l" r="r" t="t"/>
              <a:pathLst>
                <a:path extrusionOk="0" h="8616" w="3888">
                  <a:moveTo>
                    <a:pt x="1734" y="1"/>
                  </a:moveTo>
                  <a:cubicBezTo>
                    <a:pt x="1121" y="1"/>
                    <a:pt x="538" y="129"/>
                    <a:pt x="10" y="361"/>
                  </a:cubicBezTo>
                  <a:cubicBezTo>
                    <a:pt x="1108" y="1331"/>
                    <a:pt x="1796" y="2751"/>
                    <a:pt x="1796" y="4302"/>
                  </a:cubicBezTo>
                  <a:cubicBezTo>
                    <a:pt x="1796" y="5859"/>
                    <a:pt x="1105" y="7281"/>
                    <a:pt x="1" y="8253"/>
                  </a:cubicBezTo>
                  <a:cubicBezTo>
                    <a:pt x="532" y="8486"/>
                    <a:pt x="1117" y="8615"/>
                    <a:pt x="1734" y="8615"/>
                  </a:cubicBezTo>
                  <a:cubicBezTo>
                    <a:pt x="2011" y="8615"/>
                    <a:pt x="2282" y="8589"/>
                    <a:pt x="2545" y="8538"/>
                  </a:cubicBezTo>
                  <a:cubicBezTo>
                    <a:pt x="3416" y="7305"/>
                    <a:pt x="3888" y="5828"/>
                    <a:pt x="3888" y="4302"/>
                  </a:cubicBezTo>
                  <a:cubicBezTo>
                    <a:pt x="3888" y="2783"/>
                    <a:pt x="3418" y="1309"/>
                    <a:pt x="2552" y="79"/>
                  </a:cubicBezTo>
                  <a:cubicBezTo>
                    <a:pt x="2288" y="28"/>
                    <a:pt x="2013"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4" name="Shape 2334"/>
        <p:cNvGrpSpPr/>
        <p:nvPr/>
      </p:nvGrpSpPr>
      <p:grpSpPr>
        <a:xfrm>
          <a:off x="0" y="0"/>
          <a:ext cx="0" cy="0"/>
          <a:chOff x="0" y="0"/>
          <a:chExt cx="0" cy="0"/>
        </a:xfrm>
      </p:grpSpPr>
      <p:sp>
        <p:nvSpPr>
          <p:cNvPr id="2335" name="Google Shape;2335;p41"/>
          <p:cNvSpPr txBox="1"/>
          <p:nvPr>
            <p:ph type="title"/>
          </p:nvPr>
        </p:nvSpPr>
        <p:spPr>
          <a:xfrm>
            <a:off x="2135550" y="1616473"/>
            <a:ext cx="4872900" cy="119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2336" name="Google Shape;2336;p41"/>
          <p:cNvSpPr txBox="1"/>
          <p:nvPr>
            <p:ph idx="1" type="subTitle"/>
          </p:nvPr>
        </p:nvSpPr>
        <p:spPr>
          <a:xfrm>
            <a:off x="2135550" y="2855927"/>
            <a:ext cx="48729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if you haven’t done so yet</a:t>
            </a:r>
            <a:endParaRPr/>
          </a:p>
        </p:txBody>
      </p:sp>
      <p:grpSp>
        <p:nvGrpSpPr>
          <p:cNvPr id="2337" name="Google Shape;2337;p41"/>
          <p:cNvGrpSpPr/>
          <p:nvPr/>
        </p:nvGrpSpPr>
        <p:grpSpPr>
          <a:xfrm rot="2411935">
            <a:off x="307308" y="1652480"/>
            <a:ext cx="1627858" cy="2182577"/>
            <a:chOff x="1400935" y="1333409"/>
            <a:chExt cx="760984" cy="1020399"/>
          </a:xfrm>
        </p:grpSpPr>
        <p:sp>
          <p:nvSpPr>
            <p:cNvPr id="2338" name="Google Shape;2338;p41"/>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1"/>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1"/>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1"/>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1"/>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1"/>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1"/>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1"/>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1"/>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1"/>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1"/>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1"/>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1"/>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1"/>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41"/>
          <p:cNvGrpSpPr/>
          <p:nvPr/>
        </p:nvGrpSpPr>
        <p:grpSpPr>
          <a:xfrm rot="-1005538">
            <a:off x="7424631" y="527798"/>
            <a:ext cx="1279692" cy="2666046"/>
            <a:chOff x="503795" y="323625"/>
            <a:chExt cx="502785" cy="1047439"/>
          </a:xfrm>
        </p:grpSpPr>
        <p:sp>
          <p:nvSpPr>
            <p:cNvPr id="2353" name="Google Shape;2353;p41"/>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1"/>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1"/>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1"/>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1"/>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1"/>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1"/>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1"/>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1"/>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1"/>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1"/>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1"/>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1"/>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41"/>
          <p:cNvGrpSpPr/>
          <p:nvPr/>
        </p:nvGrpSpPr>
        <p:grpSpPr>
          <a:xfrm>
            <a:off x="7316262" y="3464214"/>
            <a:ext cx="1010814" cy="1038152"/>
            <a:chOff x="1742490" y="367839"/>
            <a:chExt cx="629242" cy="646260"/>
          </a:xfrm>
        </p:grpSpPr>
        <p:sp>
          <p:nvSpPr>
            <p:cNvPr id="2367" name="Google Shape;2367;p41"/>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1"/>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1"/>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1"/>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1"/>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1"/>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1"/>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1"/>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1"/>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1"/>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1"/>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8" name="Google Shape;2378;p41"/>
          <p:cNvSpPr/>
          <p:nvPr/>
        </p:nvSpPr>
        <p:spPr>
          <a:xfrm>
            <a:off x="3943798" y="4048304"/>
            <a:ext cx="1167736" cy="454078"/>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1"/>
          <p:cNvSpPr/>
          <p:nvPr/>
        </p:nvSpPr>
        <p:spPr>
          <a:xfrm>
            <a:off x="6891816" y="11539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1"/>
          <p:cNvSpPr/>
          <p:nvPr/>
        </p:nvSpPr>
        <p:spPr>
          <a:xfrm>
            <a:off x="915966" y="11539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1"/>
          <p:cNvSpPr/>
          <p:nvPr/>
        </p:nvSpPr>
        <p:spPr>
          <a:xfrm>
            <a:off x="1360428" y="788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1"/>
          <p:cNvSpPr/>
          <p:nvPr/>
        </p:nvSpPr>
        <p:spPr>
          <a:xfrm>
            <a:off x="6474866" y="8305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6" name="Shape 2386"/>
        <p:cNvGrpSpPr/>
        <p:nvPr/>
      </p:nvGrpSpPr>
      <p:grpSpPr>
        <a:xfrm>
          <a:off x="0" y="0"/>
          <a:ext cx="0" cy="0"/>
          <a:chOff x="0" y="0"/>
          <a:chExt cx="0" cy="0"/>
        </a:xfrm>
      </p:grpSpPr>
      <p:sp>
        <p:nvSpPr>
          <p:cNvPr id="2387" name="Google Shape;2387;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Start by </a:t>
            </a:r>
            <a:r>
              <a:rPr lang="en">
                <a:highlight>
                  <a:schemeClr val="dk2"/>
                </a:highlight>
              </a:rPr>
              <a:t>organizing your notes</a:t>
            </a:r>
            <a:endParaRPr>
              <a:highlight>
                <a:schemeClr val="dk2"/>
              </a:highlight>
            </a:endParaRPr>
          </a:p>
        </p:txBody>
      </p:sp>
      <p:sp>
        <p:nvSpPr>
          <p:cNvPr id="2388" name="Google Shape;2388;p42"/>
          <p:cNvSpPr txBox="1"/>
          <p:nvPr>
            <p:ph idx="1" type="subTitle"/>
          </p:nvPr>
        </p:nvSpPr>
        <p:spPr>
          <a:xfrm>
            <a:off x="4832075" y="1667625"/>
            <a:ext cx="3254100" cy="20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2389" name="Google Shape;2389;p42"/>
          <p:cNvSpPr txBox="1"/>
          <p:nvPr>
            <p:ph idx="2" type="subTitle"/>
          </p:nvPr>
        </p:nvSpPr>
        <p:spPr>
          <a:xfrm>
            <a:off x="816925" y="1667625"/>
            <a:ext cx="3254100" cy="20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a:t>
            </a:r>
            <a:r>
              <a:rPr lang="en"/>
              <a:t>It has no moons</a:t>
            </a:r>
            <a:endParaRPr/>
          </a:p>
        </p:txBody>
      </p:sp>
      <p:grpSp>
        <p:nvGrpSpPr>
          <p:cNvPr id="2390" name="Google Shape;2390;p42"/>
          <p:cNvGrpSpPr/>
          <p:nvPr/>
        </p:nvGrpSpPr>
        <p:grpSpPr>
          <a:xfrm flipH="1" rot="-1837553">
            <a:off x="5826213" y="3189929"/>
            <a:ext cx="1513811" cy="2029860"/>
            <a:chOff x="1400935" y="1333409"/>
            <a:chExt cx="760984" cy="1020399"/>
          </a:xfrm>
        </p:grpSpPr>
        <p:sp>
          <p:nvSpPr>
            <p:cNvPr id="2391" name="Google Shape;2391;p42"/>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2"/>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2"/>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2"/>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2"/>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2"/>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2"/>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2"/>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2"/>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2"/>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2"/>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2"/>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2"/>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2"/>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5" name="Google Shape;2405;p42"/>
          <p:cNvSpPr/>
          <p:nvPr/>
        </p:nvSpPr>
        <p:spPr>
          <a:xfrm rot="144386">
            <a:off x="3451452" y="3419308"/>
            <a:ext cx="1770886" cy="1490097"/>
          </a:xfrm>
          <a:custGeom>
            <a:rect b="b" l="l" r="r" t="t"/>
            <a:pathLst>
              <a:path extrusionOk="0" h="20150" w="23947">
                <a:moveTo>
                  <a:pt x="6831" y="1"/>
                </a:moveTo>
                <a:cubicBezTo>
                  <a:pt x="6782" y="1"/>
                  <a:pt x="6732" y="1"/>
                  <a:pt x="6683" y="3"/>
                </a:cubicBezTo>
                <a:cubicBezTo>
                  <a:pt x="6612" y="3"/>
                  <a:pt x="6538" y="6"/>
                  <a:pt x="6467" y="10"/>
                </a:cubicBezTo>
                <a:cubicBezTo>
                  <a:pt x="6352" y="17"/>
                  <a:pt x="6265" y="112"/>
                  <a:pt x="6270" y="228"/>
                </a:cubicBezTo>
                <a:cubicBezTo>
                  <a:pt x="6277" y="337"/>
                  <a:pt x="6368" y="423"/>
                  <a:pt x="6475" y="423"/>
                </a:cubicBezTo>
                <a:cubicBezTo>
                  <a:pt x="6480" y="423"/>
                  <a:pt x="6484" y="423"/>
                  <a:pt x="6488" y="422"/>
                </a:cubicBezTo>
                <a:cubicBezTo>
                  <a:pt x="6555" y="419"/>
                  <a:pt x="6625" y="417"/>
                  <a:pt x="6692" y="415"/>
                </a:cubicBezTo>
                <a:cubicBezTo>
                  <a:pt x="6734" y="414"/>
                  <a:pt x="6777" y="414"/>
                  <a:pt x="6819" y="414"/>
                </a:cubicBezTo>
                <a:cubicBezTo>
                  <a:pt x="6995" y="414"/>
                  <a:pt x="7172" y="422"/>
                  <a:pt x="7346" y="437"/>
                </a:cubicBezTo>
                <a:cubicBezTo>
                  <a:pt x="7353" y="437"/>
                  <a:pt x="7358" y="438"/>
                  <a:pt x="7364" y="438"/>
                </a:cubicBezTo>
                <a:cubicBezTo>
                  <a:pt x="7470" y="438"/>
                  <a:pt x="7560" y="357"/>
                  <a:pt x="7569" y="249"/>
                </a:cubicBezTo>
                <a:cubicBezTo>
                  <a:pt x="7580" y="135"/>
                  <a:pt x="7496" y="34"/>
                  <a:pt x="7381" y="26"/>
                </a:cubicBezTo>
                <a:cubicBezTo>
                  <a:pt x="7200" y="9"/>
                  <a:pt x="7016" y="1"/>
                  <a:pt x="6831" y="1"/>
                </a:cubicBezTo>
                <a:close/>
                <a:moveTo>
                  <a:pt x="5596" y="114"/>
                </a:moveTo>
                <a:cubicBezTo>
                  <a:pt x="5583" y="114"/>
                  <a:pt x="5571" y="115"/>
                  <a:pt x="5558" y="118"/>
                </a:cubicBezTo>
                <a:cubicBezTo>
                  <a:pt x="5260" y="174"/>
                  <a:pt x="4962" y="249"/>
                  <a:pt x="4672" y="343"/>
                </a:cubicBezTo>
                <a:cubicBezTo>
                  <a:pt x="4564" y="378"/>
                  <a:pt x="4503" y="495"/>
                  <a:pt x="4539" y="603"/>
                </a:cubicBezTo>
                <a:cubicBezTo>
                  <a:pt x="4567" y="692"/>
                  <a:pt x="4649" y="747"/>
                  <a:pt x="4736" y="747"/>
                </a:cubicBezTo>
                <a:cubicBezTo>
                  <a:pt x="4757" y="747"/>
                  <a:pt x="4778" y="743"/>
                  <a:pt x="4799" y="736"/>
                </a:cubicBezTo>
                <a:cubicBezTo>
                  <a:pt x="5072" y="648"/>
                  <a:pt x="5352" y="577"/>
                  <a:pt x="5634" y="525"/>
                </a:cubicBezTo>
                <a:cubicBezTo>
                  <a:pt x="5746" y="504"/>
                  <a:pt x="5820" y="396"/>
                  <a:pt x="5799" y="284"/>
                </a:cubicBezTo>
                <a:cubicBezTo>
                  <a:pt x="5780" y="184"/>
                  <a:pt x="5693" y="114"/>
                  <a:pt x="5596" y="114"/>
                </a:cubicBezTo>
                <a:close/>
                <a:moveTo>
                  <a:pt x="8241" y="162"/>
                </a:moveTo>
                <a:cubicBezTo>
                  <a:pt x="8147" y="162"/>
                  <a:pt x="8062" y="227"/>
                  <a:pt x="8039" y="323"/>
                </a:cubicBezTo>
                <a:cubicBezTo>
                  <a:pt x="8014" y="435"/>
                  <a:pt x="8083" y="545"/>
                  <a:pt x="8195" y="571"/>
                </a:cubicBezTo>
                <a:cubicBezTo>
                  <a:pt x="8469" y="635"/>
                  <a:pt x="8746" y="718"/>
                  <a:pt x="9017" y="819"/>
                </a:cubicBezTo>
                <a:cubicBezTo>
                  <a:pt x="9040" y="828"/>
                  <a:pt x="9065" y="834"/>
                  <a:pt x="9090" y="834"/>
                </a:cubicBezTo>
                <a:cubicBezTo>
                  <a:pt x="9173" y="834"/>
                  <a:pt x="9251" y="782"/>
                  <a:pt x="9283" y="699"/>
                </a:cubicBezTo>
                <a:cubicBezTo>
                  <a:pt x="9323" y="593"/>
                  <a:pt x="9269" y="474"/>
                  <a:pt x="9162" y="433"/>
                </a:cubicBezTo>
                <a:cubicBezTo>
                  <a:pt x="8875" y="325"/>
                  <a:pt x="8581" y="236"/>
                  <a:pt x="8287" y="167"/>
                </a:cubicBezTo>
                <a:cubicBezTo>
                  <a:pt x="8271" y="164"/>
                  <a:pt x="8256" y="162"/>
                  <a:pt x="8241" y="162"/>
                </a:cubicBezTo>
                <a:close/>
                <a:moveTo>
                  <a:pt x="3910" y="660"/>
                </a:moveTo>
                <a:cubicBezTo>
                  <a:pt x="3881" y="660"/>
                  <a:pt x="3851" y="666"/>
                  <a:pt x="3823" y="679"/>
                </a:cubicBezTo>
                <a:cubicBezTo>
                  <a:pt x="3546" y="811"/>
                  <a:pt x="3277" y="959"/>
                  <a:pt x="3022" y="1122"/>
                </a:cubicBezTo>
                <a:cubicBezTo>
                  <a:pt x="2926" y="1184"/>
                  <a:pt x="2898" y="1312"/>
                  <a:pt x="2960" y="1408"/>
                </a:cubicBezTo>
                <a:cubicBezTo>
                  <a:pt x="3001" y="1470"/>
                  <a:pt x="3066" y="1503"/>
                  <a:pt x="3135" y="1503"/>
                </a:cubicBezTo>
                <a:cubicBezTo>
                  <a:pt x="3173" y="1503"/>
                  <a:pt x="3212" y="1493"/>
                  <a:pt x="3245" y="1470"/>
                </a:cubicBezTo>
                <a:cubicBezTo>
                  <a:pt x="3486" y="1316"/>
                  <a:pt x="3740" y="1176"/>
                  <a:pt x="3998" y="1053"/>
                </a:cubicBezTo>
                <a:cubicBezTo>
                  <a:pt x="4103" y="1006"/>
                  <a:pt x="4147" y="881"/>
                  <a:pt x="4098" y="779"/>
                </a:cubicBezTo>
                <a:cubicBezTo>
                  <a:pt x="4063" y="704"/>
                  <a:pt x="3988" y="660"/>
                  <a:pt x="3910" y="660"/>
                </a:cubicBezTo>
                <a:close/>
                <a:moveTo>
                  <a:pt x="9899" y="785"/>
                </a:moveTo>
                <a:cubicBezTo>
                  <a:pt x="9824" y="785"/>
                  <a:pt x="9752" y="825"/>
                  <a:pt x="9715" y="896"/>
                </a:cubicBezTo>
                <a:cubicBezTo>
                  <a:pt x="9662" y="997"/>
                  <a:pt x="9701" y="1121"/>
                  <a:pt x="9802" y="1174"/>
                </a:cubicBezTo>
                <a:cubicBezTo>
                  <a:pt x="10052" y="1307"/>
                  <a:pt x="10300" y="1457"/>
                  <a:pt x="10539" y="1622"/>
                </a:cubicBezTo>
                <a:cubicBezTo>
                  <a:pt x="10575" y="1647"/>
                  <a:pt x="10615" y="1658"/>
                  <a:pt x="10656" y="1658"/>
                </a:cubicBezTo>
                <a:cubicBezTo>
                  <a:pt x="10722" y="1658"/>
                  <a:pt x="10787" y="1628"/>
                  <a:pt x="10826" y="1569"/>
                </a:cubicBezTo>
                <a:cubicBezTo>
                  <a:pt x="10892" y="1475"/>
                  <a:pt x="10867" y="1346"/>
                  <a:pt x="10773" y="1282"/>
                </a:cubicBezTo>
                <a:cubicBezTo>
                  <a:pt x="10521" y="1107"/>
                  <a:pt x="10259" y="949"/>
                  <a:pt x="9995" y="809"/>
                </a:cubicBezTo>
                <a:cubicBezTo>
                  <a:pt x="9964" y="793"/>
                  <a:pt x="9932" y="785"/>
                  <a:pt x="9899" y="785"/>
                </a:cubicBezTo>
                <a:close/>
                <a:moveTo>
                  <a:pt x="2421" y="1617"/>
                </a:moveTo>
                <a:cubicBezTo>
                  <a:pt x="2374" y="1617"/>
                  <a:pt x="2326" y="1633"/>
                  <a:pt x="2287" y="1667"/>
                </a:cubicBezTo>
                <a:cubicBezTo>
                  <a:pt x="2054" y="1863"/>
                  <a:pt x="1833" y="2076"/>
                  <a:pt x="1629" y="2299"/>
                </a:cubicBezTo>
                <a:cubicBezTo>
                  <a:pt x="1551" y="2384"/>
                  <a:pt x="1556" y="2515"/>
                  <a:pt x="1641" y="2592"/>
                </a:cubicBezTo>
                <a:cubicBezTo>
                  <a:pt x="1680" y="2629"/>
                  <a:pt x="1732" y="2646"/>
                  <a:pt x="1781" y="2646"/>
                </a:cubicBezTo>
                <a:cubicBezTo>
                  <a:pt x="1836" y="2646"/>
                  <a:pt x="1893" y="2623"/>
                  <a:pt x="1934" y="2579"/>
                </a:cubicBezTo>
                <a:cubicBezTo>
                  <a:pt x="2127" y="2368"/>
                  <a:pt x="2336" y="2168"/>
                  <a:pt x="2554" y="1982"/>
                </a:cubicBezTo>
                <a:cubicBezTo>
                  <a:pt x="2641" y="1908"/>
                  <a:pt x="2653" y="1778"/>
                  <a:pt x="2579" y="1691"/>
                </a:cubicBezTo>
                <a:cubicBezTo>
                  <a:pt x="2538" y="1642"/>
                  <a:pt x="2480" y="1617"/>
                  <a:pt x="2421" y="1617"/>
                </a:cubicBezTo>
                <a:close/>
                <a:moveTo>
                  <a:pt x="11359" y="1786"/>
                </a:moveTo>
                <a:cubicBezTo>
                  <a:pt x="11301" y="1786"/>
                  <a:pt x="11243" y="1810"/>
                  <a:pt x="11202" y="1858"/>
                </a:cubicBezTo>
                <a:cubicBezTo>
                  <a:pt x="11129" y="1945"/>
                  <a:pt x="11138" y="2076"/>
                  <a:pt x="11225" y="2150"/>
                </a:cubicBezTo>
                <a:cubicBezTo>
                  <a:pt x="11441" y="2335"/>
                  <a:pt x="11654" y="2535"/>
                  <a:pt x="11854" y="2746"/>
                </a:cubicBezTo>
                <a:cubicBezTo>
                  <a:pt x="11895" y="2788"/>
                  <a:pt x="11950" y="2810"/>
                  <a:pt x="12005" y="2810"/>
                </a:cubicBezTo>
                <a:cubicBezTo>
                  <a:pt x="12056" y="2810"/>
                  <a:pt x="12107" y="2790"/>
                  <a:pt x="12146" y="2753"/>
                </a:cubicBezTo>
                <a:cubicBezTo>
                  <a:pt x="12230" y="2673"/>
                  <a:pt x="12231" y="2542"/>
                  <a:pt x="12154" y="2460"/>
                </a:cubicBezTo>
                <a:cubicBezTo>
                  <a:pt x="11943" y="2239"/>
                  <a:pt x="11721" y="2030"/>
                  <a:pt x="11494" y="1835"/>
                </a:cubicBezTo>
                <a:cubicBezTo>
                  <a:pt x="11455" y="1802"/>
                  <a:pt x="11407" y="1786"/>
                  <a:pt x="11359" y="1786"/>
                </a:cubicBezTo>
                <a:close/>
                <a:moveTo>
                  <a:pt x="23069" y="3254"/>
                </a:moveTo>
                <a:cubicBezTo>
                  <a:pt x="22994" y="3254"/>
                  <a:pt x="22918" y="3255"/>
                  <a:pt x="22843" y="3256"/>
                </a:cubicBezTo>
                <a:cubicBezTo>
                  <a:pt x="22729" y="3258"/>
                  <a:pt x="22637" y="3352"/>
                  <a:pt x="22641" y="3467"/>
                </a:cubicBezTo>
                <a:cubicBezTo>
                  <a:pt x="22643" y="3579"/>
                  <a:pt x="22735" y="3669"/>
                  <a:pt x="22847" y="3669"/>
                </a:cubicBezTo>
                <a:cubicBezTo>
                  <a:pt x="22848" y="3669"/>
                  <a:pt x="22849" y="3669"/>
                  <a:pt x="22850" y="3669"/>
                </a:cubicBezTo>
                <a:cubicBezTo>
                  <a:pt x="22923" y="3668"/>
                  <a:pt x="22996" y="3667"/>
                  <a:pt x="23069" y="3667"/>
                </a:cubicBezTo>
                <a:cubicBezTo>
                  <a:pt x="23288" y="3667"/>
                  <a:pt x="23507" y="3673"/>
                  <a:pt x="23724" y="3685"/>
                </a:cubicBezTo>
                <a:lnTo>
                  <a:pt x="23734" y="3685"/>
                </a:lnTo>
                <a:cubicBezTo>
                  <a:pt x="23844" y="3685"/>
                  <a:pt x="23934" y="3600"/>
                  <a:pt x="23941" y="3488"/>
                </a:cubicBezTo>
                <a:cubicBezTo>
                  <a:pt x="23947" y="3375"/>
                  <a:pt x="23860" y="3277"/>
                  <a:pt x="23745" y="3272"/>
                </a:cubicBezTo>
                <a:cubicBezTo>
                  <a:pt x="23521" y="3260"/>
                  <a:pt x="23295" y="3254"/>
                  <a:pt x="23069" y="3254"/>
                </a:cubicBezTo>
                <a:close/>
                <a:moveTo>
                  <a:pt x="21962" y="3303"/>
                </a:moveTo>
                <a:cubicBezTo>
                  <a:pt x="21955" y="3303"/>
                  <a:pt x="21949" y="3303"/>
                  <a:pt x="21943" y="3304"/>
                </a:cubicBezTo>
                <a:cubicBezTo>
                  <a:pt x="21643" y="3331"/>
                  <a:pt x="21342" y="3369"/>
                  <a:pt x="21046" y="3416"/>
                </a:cubicBezTo>
                <a:cubicBezTo>
                  <a:pt x="20934" y="3435"/>
                  <a:pt x="20856" y="3541"/>
                  <a:pt x="20876" y="3653"/>
                </a:cubicBezTo>
                <a:cubicBezTo>
                  <a:pt x="20892" y="3756"/>
                  <a:pt x="20979" y="3827"/>
                  <a:pt x="21080" y="3827"/>
                </a:cubicBezTo>
                <a:cubicBezTo>
                  <a:pt x="21090" y="3827"/>
                  <a:pt x="21101" y="3827"/>
                  <a:pt x="21111" y="3825"/>
                </a:cubicBezTo>
                <a:cubicBezTo>
                  <a:pt x="21399" y="3779"/>
                  <a:pt x="21689" y="3742"/>
                  <a:pt x="21978" y="3717"/>
                </a:cubicBezTo>
                <a:cubicBezTo>
                  <a:pt x="22093" y="3706"/>
                  <a:pt x="22176" y="3605"/>
                  <a:pt x="22166" y="3492"/>
                </a:cubicBezTo>
                <a:cubicBezTo>
                  <a:pt x="22156" y="3385"/>
                  <a:pt x="22067" y="3303"/>
                  <a:pt x="21962" y="3303"/>
                </a:cubicBezTo>
                <a:close/>
                <a:moveTo>
                  <a:pt x="1225" y="2925"/>
                </a:moveTo>
                <a:cubicBezTo>
                  <a:pt x="1160" y="2925"/>
                  <a:pt x="1095" y="2956"/>
                  <a:pt x="1055" y="3013"/>
                </a:cubicBezTo>
                <a:cubicBezTo>
                  <a:pt x="878" y="3267"/>
                  <a:pt x="720" y="3531"/>
                  <a:pt x="585" y="3798"/>
                </a:cubicBezTo>
                <a:cubicBezTo>
                  <a:pt x="534" y="3901"/>
                  <a:pt x="575" y="4025"/>
                  <a:pt x="676" y="4077"/>
                </a:cubicBezTo>
                <a:cubicBezTo>
                  <a:pt x="706" y="4093"/>
                  <a:pt x="738" y="4100"/>
                  <a:pt x="770" y="4100"/>
                </a:cubicBezTo>
                <a:cubicBezTo>
                  <a:pt x="844" y="4100"/>
                  <a:pt x="917" y="4057"/>
                  <a:pt x="954" y="3984"/>
                </a:cubicBezTo>
                <a:cubicBezTo>
                  <a:pt x="1080" y="3735"/>
                  <a:pt x="1229" y="3488"/>
                  <a:pt x="1395" y="3249"/>
                </a:cubicBezTo>
                <a:cubicBezTo>
                  <a:pt x="1461" y="3157"/>
                  <a:pt x="1438" y="3027"/>
                  <a:pt x="1344" y="2962"/>
                </a:cubicBezTo>
                <a:cubicBezTo>
                  <a:pt x="1308" y="2937"/>
                  <a:pt x="1266" y="2925"/>
                  <a:pt x="1225" y="2925"/>
                </a:cubicBezTo>
                <a:close/>
                <a:moveTo>
                  <a:pt x="12588" y="3065"/>
                </a:moveTo>
                <a:cubicBezTo>
                  <a:pt x="12542" y="3065"/>
                  <a:pt x="12497" y="3080"/>
                  <a:pt x="12458" y="3111"/>
                </a:cubicBezTo>
                <a:cubicBezTo>
                  <a:pt x="12370" y="3182"/>
                  <a:pt x="12356" y="3311"/>
                  <a:pt x="12426" y="3400"/>
                </a:cubicBezTo>
                <a:cubicBezTo>
                  <a:pt x="12604" y="3625"/>
                  <a:pt x="12776" y="3862"/>
                  <a:pt x="12937" y="4105"/>
                </a:cubicBezTo>
                <a:cubicBezTo>
                  <a:pt x="12976" y="4165"/>
                  <a:pt x="13041" y="4197"/>
                  <a:pt x="13109" y="4197"/>
                </a:cubicBezTo>
                <a:cubicBezTo>
                  <a:pt x="13148" y="4197"/>
                  <a:pt x="13188" y="4186"/>
                  <a:pt x="13224" y="4163"/>
                </a:cubicBezTo>
                <a:cubicBezTo>
                  <a:pt x="13318" y="4100"/>
                  <a:pt x="13344" y="3972"/>
                  <a:pt x="13281" y="3876"/>
                </a:cubicBezTo>
                <a:cubicBezTo>
                  <a:pt x="13114" y="3623"/>
                  <a:pt x="12935" y="3377"/>
                  <a:pt x="12749" y="3143"/>
                </a:cubicBezTo>
                <a:cubicBezTo>
                  <a:pt x="12708" y="3092"/>
                  <a:pt x="12648" y="3065"/>
                  <a:pt x="12588" y="3065"/>
                </a:cubicBezTo>
                <a:close/>
                <a:moveTo>
                  <a:pt x="20208" y="3586"/>
                </a:moveTo>
                <a:cubicBezTo>
                  <a:pt x="20192" y="3586"/>
                  <a:pt x="20177" y="3588"/>
                  <a:pt x="20162" y="3591"/>
                </a:cubicBezTo>
                <a:cubicBezTo>
                  <a:pt x="19869" y="3660"/>
                  <a:pt x="19575" y="3740"/>
                  <a:pt x="19290" y="3828"/>
                </a:cubicBezTo>
                <a:cubicBezTo>
                  <a:pt x="19182" y="3864"/>
                  <a:pt x="19120" y="3979"/>
                  <a:pt x="19155" y="4089"/>
                </a:cubicBezTo>
                <a:cubicBezTo>
                  <a:pt x="19182" y="4178"/>
                  <a:pt x="19263" y="4234"/>
                  <a:pt x="19352" y="4234"/>
                </a:cubicBezTo>
                <a:cubicBezTo>
                  <a:pt x="19373" y="4234"/>
                  <a:pt x="19393" y="4231"/>
                  <a:pt x="19414" y="4224"/>
                </a:cubicBezTo>
                <a:cubicBezTo>
                  <a:pt x="19690" y="4139"/>
                  <a:pt x="19974" y="4061"/>
                  <a:pt x="20256" y="3993"/>
                </a:cubicBezTo>
                <a:cubicBezTo>
                  <a:pt x="20367" y="3968"/>
                  <a:pt x="20436" y="3857"/>
                  <a:pt x="20410" y="3745"/>
                </a:cubicBezTo>
                <a:cubicBezTo>
                  <a:pt x="20387" y="3649"/>
                  <a:pt x="20301" y="3586"/>
                  <a:pt x="20208" y="3586"/>
                </a:cubicBezTo>
                <a:close/>
                <a:moveTo>
                  <a:pt x="18515" y="4115"/>
                </a:moveTo>
                <a:cubicBezTo>
                  <a:pt x="18490" y="4115"/>
                  <a:pt x="18464" y="4120"/>
                  <a:pt x="18439" y="4130"/>
                </a:cubicBezTo>
                <a:cubicBezTo>
                  <a:pt x="18297" y="4185"/>
                  <a:pt x="18154" y="4245"/>
                  <a:pt x="18016" y="4305"/>
                </a:cubicBezTo>
                <a:cubicBezTo>
                  <a:pt x="17881" y="4364"/>
                  <a:pt x="17746" y="4426"/>
                  <a:pt x="17612" y="4489"/>
                </a:cubicBezTo>
                <a:cubicBezTo>
                  <a:pt x="17509" y="4539"/>
                  <a:pt x="17464" y="4663"/>
                  <a:pt x="17514" y="4766"/>
                </a:cubicBezTo>
                <a:cubicBezTo>
                  <a:pt x="17550" y="4840"/>
                  <a:pt x="17624" y="4883"/>
                  <a:pt x="17700" y="4883"/>
                </a:cubicBezTo>
                <a:cubicBezTo>
                  <a:pt x="17730" y="4883"/>
                  <a:pt x="17760" y="4876"/>
                  <a:pt x="17791" y="4863"/>
                </a:cubicBezTo>
                <a:cubicBezTo>
                  <a:pt x="17920" y="4801"/>
                  <a:pt x="18051" y="4741"/>
                  <a:pt x="18180" y="4684"/>
                </a:cubicBezTo>
                <a:cubicBezTo>
                  <a:pt x="18315" y="4626"/>
                  <a:pt x="18453" y="4567"/>
                  <a:pt x="18590" y="4514"/>
                </a:cubicBezTo>
                <a:cubicBezTo>
                  <a:pt x="18696" y="4472"/>
                  <a:pt x="18749" y="4353"/>
                  <a:pt x="18707" y="4247"/>
                </a:cubicBezTo>
                <a:cubicBezTo>
                  <a:pt x="18674" y="4165"/>
                  <a:pt x="18597" y="4115"/>
                  <a:pt x="18515" y="4115"/>
                </a:cubicBezTo>
                <a:close/>
                <a:moveTo>
                  <a:pt x="16912" y="4877"/>
                </a:moveTo>
                <a:cubicBezTo>
                  <a:pt x="16878" y="4877"/>
                  <a:pt x="16844" y="4885"/>
                  <a:pt x="16812" y="4902"/>
                </a:cubicBezTo>
                <a:cubicBezTo>
                  <a:pt x="16562" y="5041"/>
                  <a:pt x="16302" y="5193"/>
                  <a:pt x="16038" y="5358"/>
                </a:cubicBezTo>
                <a:cubicBezTo>
                  <a:pt x="15940" y="5416"/>
                  <a:pt x="15910" y="5544"/>
                  <a:pt x="15971" y="5641"/>
                </a:cubicBezTo>
                <a:cubicBezTo>
                  <a:pt x="16010" y="5705"/>
                  <a:pt x="16077" y="5741"/>
                  <a:pt x="16146" y="5741"/>
                </a:cubicBezTo>
                <a:cubicBezTo>
                  <a:pt x="16183" y="5741"/>
                  <a:pt x="16220" y="5730"/>
                  <a:pt x="16254" y="5709"/>
                </a:cubicBezTo>
                <a:cubicBezTo>
                  <a:pt x="16513" y="5549"/>
                  <a:pt x="16768" y="5400"/>
                  <a:pt x="17013" y="5264"/>
                </a:cubicBezTo>
                <a:cubicBezTo>
                  <a:pt x="17112" y="5209"/>
                  <a:pt x="17147" y="5083"/>
                  <a:pt x="17092" y="4984"/>
                </a:cubicBezTo>
                <a:cubicBezTo>
                  <a:pt x="17055" y="4915"/>
                  <a:pt x="16984" y="4877"/>
                  <a:pt x="16912" y="4877"/>
                </a:cubicBezTo>
                <a:close/>
                <a:moveTo>
                  <a:pt x="13566" y="4544"/>
                </a:moveTo>
                <a:cubicBezTo>
                  <a:pt x="13533" y="4544"/>
                  <a:pt x="13500" y="4552"/>
                  <a:pt x="13468" y="4569"/>
                </a:cubicBezTo>
                <a:cubicBezTo>
                  <a:pt x="13367" y="4622"/>
                  <a:pt x="13330" y="4748"/>
                  <a:pt x="13383" y="4849"/>
                </a:cubicBezTo>
                <a:cubicBezTo>
                  <a:pt x="13516" y="5097"/>
                  <a:pt x="13637" y="5361"/>
                  <a:pt x="13740" y="5632"/>
                </a:cubicBezTo>
                <a:cubicBezTo>
                  <a:pt x="13771" y="5716"/>
                  <a:pt x="13849" y="5765"/>
                  <a:pt x="13933" y="5765"/>
                </a:cubicBezTo>
                <a:cubicBezTo>
                  <a:pt x="13958" y="5765"/>
                  <a:pt x="13982" y="5762"/>
                  <a:pt x="14007" y="5753"/>
                </a:cubicBezTo>
                <a:cubicBezTo>
                  <a:pt x="14113" y="5712"/>
                  <a:pt x="14167" y="5592"/>
                  <a:pt x="14126" y="5485"/>
                </a:cubicBezTo>
                <a:cubicBezTo>
                  <a:pt x="14016" y="5198"/>
                  <a:pt x="13890" y="4918"/>
                  <a:pt x="13748" y="4654"/>
                </a:cubicBezTo>
                <a:cubicBezTo>
                  <a:pt x="13712" y="4584"/>
                  <a:pt x="13640" y="4544"/>
                  <a:pt x="13566" y="4544"/>
                </a:cubicBezTo>
                <a:close/>
                <a:moveTo>
                  <a:pt x="434" y="4507"/>
                </a:moveTo>
                <a:cubicBezTo>
                  <a:pt x="346" y="4507"/>
                  <a:pt x="264" y="4563"/>
                  <a:pt x="236" y="4651"/>
                </a:cubicBezTo>
                <a:cubicBezTo>
                  <a:pt x="142" y="4948"/>
                  <a:pt x="75" y="5251"/>
                  <a:pt x="36" y="5553"/>
                </a:cubicBezTo>
                <a:cubicBezTo>
                  <a:pt x="22" y="5666"/>
                  <a:pt x="102" y="5769"/>
                  <a:pt x="215" y="5783"/>
                </a:cubicBezTo>
                <a:cubicBezTo>
                  <a:pt x="224" y="5785"/>
                  <a:pt x="233" y="5785"/>
                  <a:pt x="242" y="5785"/>
                </a:cubicBezTo>
                <a:cubicBezTo>
                  <a:pt x="344" y="5785"/>
                  <a:pt x="433" y="5709"/>
                  <a:pt x="447" y="5604"/>
                </a:cubicBezTo>
                <a:cubicBezTo>
                  <a:pt x="483" y="5329"/>
                  <a:pt x="543" y="5049"/>
                  <a:pt x="630" y="4775"/>
                </a:cubicBezTo>
                <a:cubicBezTo>
                  <a:pt x="665" y="4667"/>
                  <a:pt x="605" y="4550"/>
                  <a:pt x="495" y="4516"/>
                </a:cubicBezTo>
                <a:cubicBezTo>
                  <a:pt x="475" y="4510"/>
                  <a:pt x="454" y="4507"/>
                  <a:pt x="434" y="4507"/>
                </a:cubicBezTo>
                <a:close/>
                <a:moveTo>
                  <a:pt x="15399" y="5807"/>
                </a:moveTo>
                <a:cubicBezTo>
                  <a:pt x="15359" y="5807"/>
                  <a:pt x="15320" y="5818"/>
                  <a:pt x="15285" y="5842"/>
                </a:cubicBezTo>
                <a:cubicBezTo>
                  <a:pt x="15058" y="5992"/>
                  <a:pt x="14817" y="6159"/>
                  <a:pt x="14548" y="6347"/>
                </a:cubicBezTo>
                <a:cubicBezTo>
                  <a:pt x="14454" y="6412"/>
                  <a:pt x="14432" y="6540"/>
                  <a:pt x="14498" y="6634"/>
                </a:cubicBezTo>
                <a:cubicBezTo>
                  <a:pt x="14537" y="6692"/>
                  <a:pt x="14603" y="6722"/>
                  <a:pt x="14666" y="6722"/>
                </a:cubicBezTo>
                <a:cubicBezTo>
                  <a:pt x="14707" y="6722"/>
                  <a:pt x="14750" y="6710"/>
                  <a:pt x="14785" y="6685"/>
                </a:cubicBezTo>
                <a:cubicBezTo>
                  <a:pt x="15051" y="6499"/>
                  <a:pt x="15290" y="6336"/>
                  <a:pt x="15513" y="6185"/>
                </a:cubicBezTo>
                <a:cubicBezTo>
                  <a:pt x="15609" y="6122"/>
                  <a:pt x="15634" y="5994"/>
                  <a:pt x="15572" y="5898"/>
                </a:cubicBezTo>
                <a:cubicBezTo>
                  <a:pt x="15532" y="5839"/>
                  <a:pt x="15466" y="5807"/>
                  <a:pt x="15399" y="5807"/>
                </a:cubicBezTo>
                <a:close/>
                <a:moveTo>
                  <a:pt x="214" y="6258"/>
                </a:moveTo>
                <a:cubicBezTo>
                  <a:pt x="209" y="6258"/>
                  <a:pt x="205" y="6258"/>
                  <a:pt x="201" y="6258"/>
                </a:cubicBezTo>
                <a:cubicBezTo>
                  <a:pt x="87" y="6267"/>
                  <a:pt x="1" y="6364"/>
                  <a:pt x="8" y="6480"/>
                </a:cubicBezTo>
                <a:cubicBezTo>
                  <a:pt x="11" y="6513"/>
                  <a:pt x="13" y="6547"/>
                  <a:pt x="16" y="6582"/>
                </a:cubicBezTo>
                <a:cubicBezTo>
                  <a:pt x="41" y="6857"/>
                  <a:pt x="94" y="7132"/>
                  <a:pt x="178" y="7397"/>
                </a:cubicBezTo>
                <a:cubicBezTo>
                  <a:pt x="204" y="7486"/>
                  <a:pt x="286" y="7543"/>
                  <a:pt x="374" y="7543"/>
                </a:cubicBezTo>
                <a:cubicBezTo>
                  <a:pt x="394" y="7543"/>
                  <a:pt x="415" y="7539"/>
                  <a:pt x="435" y="7534"/>
                </a:cubicBezTo>
                <a:cubicBezTo>
                  <a:pt x="545" y="7500"/>
                  <a:pt x="607" y="7383"/>
                  <a:pt x="573" y="7275"/>
                </a:cubicBezTo>
                <a:cubicBezTo>
                  <a:pt x="498" y="7036"/>
                  <a:pt x="451" y="6791"/>
                  <a:pt x="428" y="6545"/>
                </a:cubicBezTo>
                <a:cubicBezTo>
                  <a:pt x="426" y="6513"/>
                  <a:pt x="422" y="6483"/>
                  <a:pt x="420" y="6451"/>
                </a:cubicBezTo>
                <a:cubicBezTo>
                  <a:pt x="414" y="6342"/>
                  <a:pt x="322" y="6258"/>
                  <a:pt x="214" y="6258"/>
                </a:cubicBezTo>
                <a:close/>
                <a:moveTo>
                  <a:pt x="14200" y="6198"/>
                </a:moveTo>
                <a:cubicBezTo>
                  <a:pt x="14183" y="6198"/>
                  <a:pt x="14166" y="6200"/>
                  <a:pt x="14149" y="6205"/>
                </a:cubicBezTo>
                <a:cubicBezTo>
                  <a:pt x="14039" y="6233"/>
                  <a:pt x="13972" y="6347"/>
                  <a:pt x="14000" y="6456"/>
                </a:cubicBezTo>
                <a:cubicBezTo>
                  <a:pt x="14037" y="6600"/>
                  <a:pt x="14071" y="6747"/>
                  <a:pt x="14099" y="6894"/>
                </a:cubicBezTo>
                <a:cubicBezTo>
                  <a:pt x="14059" y="6847"/>
                  <a:pt x="14000" y="6823"/>
                  <a:pt x="13942" y="6823"/>
                </a:cubicBezTo>
                <a:cubicBezTo>
                  <a:pt x="13900" y="6823"/>
                  <a:pt x="13859" y="6835"/>
                  <a:pt x="13823" y="6861"/>
                </a:cubicBezTo>
                <a:lnTo>
                  <a:pt x="13552" y="7055"/>
                </a:lnTo>
                <a:cubicBezTo>
                  <a:pt x="13401" y="7164"/>
                  <a:pt x="13250" y="7272"/>
                  <a:pt x="13100" y="7378"/>
                </a:cubicBezTo>
                <a:cubicBezTo>
                  <a:pt x="13008" y="7445"/>
                  <a:pt x="12986" y="7573"/>
                  <a:pt x="13052" y="7667"/>
                </a:cubicBezTo>
                <a:cubicBezTo>
                  <a:pt x="13093" y="7724"/>
                  <a:pt x="13157" y="7754"/>
                  <a:pt x="13220" y="7754"/>
                </a:cubicBezTo>
                <a:cubicBezTo>
                  <a:pt x="13263" y="7754"/>
                  <a:pt x="13304" y="7741"/>
                  <a:pt x="13341" y="7715"/>
                </a:cubicBezTo>
                <a:cubicBezTo>
                  <a:pt x="13491" y="7607"/>
                  <a:pt x="13642" y="7498"/>
                  <a:pt x="13793" y="7390"/>
                </a:cubicBezTo>
                <a:lnTo>
                  <a:pt x="14062" y="7197"/>
                </a:lnTo>
                <a:cubicBezTo>
                  <a:pt x="14097" y="7172"/>
                  <a:pt x="14124" y="7137"/>
                  <a:pt x="14136" y="7100"/>
                </a:cubicBezTo>
                <a:cubicBezTo>
                  <a:pt x="14149" y="7167"/>
                  <a:pt x="14160" y="7236"/>
                  <a:pt x="14170" y="7305"/>
                </a:cubicBezTo>
                <a:cubicBezTo>
                  <a:pt x="14185" y="7409"/>
                  <a:pt x="14273" y="7483"/>
                  <a:pt x="14375" y="7483"/>
                </a:cubicBezTo>
                <a:cubicBezTo>
                  <a:pt x="14384" y="7483"/>
                  <a:pt x="14394" y="7482"/>
                  <a:pt x="14404" y="7481"/>
                </a:cubicBezTo>
                <a:cubicBezTo>
                  <a:pt x="14517" y="7463"/>
                  <a:pt x="14595" y="7358"/>
                  <a:pt x="14580" y="7245"/>
                </a:cubicBezTo>
                <a:cubicBezTo>
                  <a:pt x="14535" y="6944"/>
                  <a:pt x="14475" y="6643"/>
                  <a:pt x="14401" y="6354"/>
                </a:cubicBezTo>
                <a:cubicBezTo>
                  <a:pt x="14377" y="6261"/>
                  <a:pt x="14293" y="6198"/>
                  <a:pt x="14200" y="6198"/>
                </a:cubicBezTo>
                <a:close/>
                <a:moveTo>
                  <a:pt x="12494" y="7851"/>
                </a:moveTo>
                <a:cubicBezTo>
                  <a:pt x="12454" y="7851"/>
                  <a:pt x="12413" y="7863"/>
                  <a:pt x="12377" y="7888"/>
                </a:cubicBezTo>
                <a:cubicBezTo>
                  <a:pt x="12208" y="8005"/>
                  <a:pt x="12054" y="8112"/>
                  <a:pt x="11902" y="8213"/>
                </a:cubicBezTo>
                <a:cubicBezTo>
                  <a:pt x="11817" y="8269"/>
                  <a:pt x="11732" y="8326"/>
                  <a:pt x="11647" y="8383"/>
                </a:cubicBezTo>
                <a:cubicBezTo>
                  <a:pt x="11551" y="8445"/>
                  <a:pt x="11524" y="8572"/>
                  <a:pt x="11586" y="8668"/>
                </a:cubicBezTo>
                <a:cubicBezTo>
                  <a:pt x="11625" y="8730"/>
                  <a:pt x="11693" y="8762"/>
                  <a:pt x="11760" y="8762"/>
                </a:cubicBezTo>
                <a:cubicBezTo>
                  <a:pt x="11799" y="8762"/>
                  <a:pt x="11838" y="8751"/>
                  <a:pt x="11872" y="8728"/>
                </a:cubicBezTo>
                <a:cubicBezTo>
                  <a:pt x="11960" y="8672"/>
                  <a:pt x="12047" y="8613"/>
                  <a:pt x="12132" y="8556"/>
                </a:cubicBezTo>
                <a:cubicBezTo>
                  <a:pt x="12286" y="8454"/>
                  <a:pt x="12442" y="8346"/>
                  <a:pt x="12612" y="8229"/>
                </a:cubicBezTo>
                <a:cubicBezTo>
                  <a:pt x="12706" y="8163"/>
                  <a:pt x="12729" y="8034"/>
                  <a:pt x="12664" y="7940"/>
                </a:cubicBezTo>
                <a:cubicBezTo>
                  <a:pt x="12624" y="7883"/>
                  <a:pt x="12560" y="7851"/>
                  <a:pt x="12494" y="7851"/>
                </a:cubicBezTo>
                <a:close/>
                <a:moveTo>
                  <a:pt x="729" y="7941"/>
                </a:moveTo>
                <a:cubicBezTo>
                  <a:pt x="694" y="7941"/>
                  <a:pt x="659" y="7949"/>
                  <a:pt x="626" y="7968"/>
                </a:cubicBezTo>
                <a:cubicBezTo>
                  <a:pt x="527" y="8025"/>
                  <a:pt x="493" y="8151"/>
                  <a:pt x="550" y="8250"/>
                </a:cubicBezTo>
                <a:cubicBezTo>
                  <a:pt x="700" y="8512"/>
                  <a:pt x="881" y="8767"/>
                  <a:pt x="1089" y="9005"/>
                </a:cubicBezTo>
                <a:cubicBezTo>
                  <a:pt x="1129" y="9051"/>
                  <a:pt x="1188" y="9076"/>
                  <a:pt x="1245" y="9076"/>
                </a:cubicBezTo>
                <a:cubicBezTo>
                  <a:pt x="1292" y="9076"/>
                  <a:pt x="1342" y="9058"/>
                  <a:pt x="1381" y="9024"/>
                </a:cubicBezTo>
                <a:cubicBezTo>
                  <a:pt x="1466" y="8948"/>
                  <a:pt x="1475" y="8819"/>
                  <a:pt x="1400" y="8732"/>
                </a:cubicBezTo>
                <a:cubicBezTo>
                  <a:pt x="1211" y="8516"/>
                  <a:pt x="1046" y="8284"/>
                  <a:pt x="908" y="8044"/>
                </a:cubicBezTo>
                <a:cubicBezTo>
                  <a:pt x="870" y="7978"/>
                  <a:pt x="801" y="7941"/>
                  <a:pt x="729" y="7941"/>
                </a:cubicBezTo>
                <a:close/>
                <a:moveTo>
                  <a:pt x="14457" y="7952"/>
                </a:moveTo>
                <a:cubicBezTo>
                  <a:pt x="14455" y="7952"/>
                  <a:pt x="14452" y="7952"/>
                  <a:pt x="14450" y="7952"/>
                </a:cubicBezTo>
                <a:cubicBezTo>
                  <a:pt x="14335" y="7959"/>
                  <a:pt x="14246" y="8055"/>
                  <a:pt x="14253" y="8170"/>
                </a:cubicBezTo>
                <a:cubicBezTo>
                  <a:pt x="14259" y="8291"/>
                  <a:pt x="14262" y="8413"/>
                  <a:pt x="14262" y="8535"/>
                </a:cubicBezTo>
                <a:cubicBezTo>
                  <a:pt x="14262" y="8562"/>
                  <a:pt x="14264" y="8588"/>
                  <a:pt x="14264" y="8615"/>
                </a:cubicBezTo>
                <a:cubicBezTo>
                  <a:pt x="14264" y="8755"/>
                  <a:pt x="14261" y="8897"/>
                  <a:pt x="14253" y="9038"/>
                </a:cubicBezTo>
                <a:cubicBezTo>
                  <a:pt x="14248" y="9152"/>
                  <a:pt x="14337" y="9249"/>
                  <a:pt x="14450" y="9255"/>
                </a:cubicBezTo>
                <a:lnTo>
                  <a:pt x="14461" y="9255"/>
                </a:lnTo>
                <a:cubicBezTo>
                  <a:pt x="14571" y="9255"/>
                  <a:pt x="14661" y="9168"/>
                  <a:pt x="14666" y="9056"/>
                </a:cubicBezTo>
                <a:cubicBezTo>
                  <a:pt x="14673" y="8909"/>
                  <a:pt x="14677" y="8760"/>
                  <a:pt x="14677" y="8615"/>
                </a:cubicBezTo>
                <a:cubicBezTo>
                  <a:pt x="14677" y="8587"/>
                  <a:pt x="14677" y="8560"/>
                  <a:pt x="14677" y="8532"/>
                </a:cubicBezTo>
                <a:cubicBezTo>
                  <a:pt x="14675" y="8404"/>
                  <a:pt x="14672" y="8276"/>
                  <a:pt x="14666" y="8149"/>
                </a:cubicBezTo>
                <a:cubicBezTo>
                  <a:pt x="14661" y="8038"/>
                  <a:pt x="14567" y="7952"/>
                  <a:pt x="14457" y="7952"/>
                </a:cubicBezTo>
                <a:close/>
                <a:moveTo>
                  <a:pt x="11007" y="8820"/>
                </a:moveTo>
                <a:cubicBezTo>
                  <a:pt x="10971" y="8820"/>
                  <a:pt x="10934" y="8830"/>
                  <a:pt x="10901" y="8851"/>
                </a:cubicBezTo>
                <a:cubicBezTo>
                  <a:pt x="10642" y="9005"/>
                  <a:pt x="10385" y="9150"/>
                  <a:pt x="10137" y="9283"/>
                </a:cubicBezTo>
                <a:cubicBezTo>
                  <a:pt x="10036" y="9336"/>
                  <a:pt x="9999" y="9462"/>
                  <a:pt x="10052" y="9561"/>
                </a:cubicBezTo>
                <a:cubicBezTo>
                  <a:pt x="10089" y="9632"/>
                  <a:pt x="10160" y="9671"/>
                  <a:pt x="10234" y="9671"/>
                </a:cubicBezTo>
                <a:cubicBezTo>
                  <a:pt x="10266" y="9671"/>
                  <a:pt x="10300" y="9664"/>
                  <a:pt x="10332" y="9648"/>
                </a:cubicBezTo>
                <a:cubicBezTo>
                  <a:pt x="10585" y="9512"/>
                  <a:pt x="10849" y="9363"/>
                  <a:pt x="11113" y="9205"/>
                </a:cubicBezTo>
                <a:cubicBezTo>
                  <a:pt x="11211" y="9147"/>
                  <a:pt x="11243" y="9019"/>
                  <a:pt x="11184" y="8921"/>
                </a:cubicBezTo>
                <a:cubicBezTo>
                  <a:pt x="11146" y="8856"/>
                  <a:pt x="11077" y="8820"/>
                  <a:pt x="11007" y="8820"/>
                </a:cubicBezTo>
                <a:close/>
                <a:moveTo>
                  <a:pt x="1885" y="9275"/>
                </a:moveTo>
                <a:cubicBezTo>
                  <a:pt x="1825" y="9275"/>
                  <a:pt x="1765" y="9302"/>
                  <a:pt x="1725" y="9352"/>
                </a:cubicBezTo>
                <a:cubicBezTo>
                  <a:pt x="1652" y="9441"/>
                  <a:pt x="1666" y="9572"/>
                  <a:pt x="1755" y="9643"/>
                </a:cubicBezTo>
                <a:cubicBezTo>
                  <a:pt x="1991" y="9832"/>
                  <a:pt x="2246" y="10008"/>
                  <a:pt x="2513" y="10162"/>
                </a:cubicBezTo>
                <a:cubicBezTo>
                  <a:pt x="2547" y="10181"/>
                  <a:pt x="2582" y="10190"/>
                  <a:pt x="2616" y="10190"/>
                </a:cubicBezTo>
                <a:cubicBezTo>
                  <a:pt x="2689" y="10190"/>
                  <a:pt x="2758" y="10153"/>
                  <a:pt x="2797" y="10087"/>
                </a:cubicBezTo>
                <a:cubicBezTo>
                  <a:pt x="2854" y="9988"/>
                  <a:pt x="2820" y="9862"/>
                  <a:pt x="2721" y="9804"/>
                </a:cubicBezTo>
                <a:cubicBezTo>
                  <a:pt x="2471" y="9660"/>
                  <a:pt x="2233" y="9497"/>
                  <a:pt x="2015" y="9322"/>
                </a:cubicBezTo>
                <a:cubicBezTo>
                  <a:pt x="1977" y="9291"/>
                  <a:pt x="1931" y="9275"/>
                  <a:pt x="1885" y="9275"/>
                </a:cubicBezTo>
                <a:close/>
                <a:moveTo>
                  <a:pt x="9438" y="9652"/>
                </a:moveTo>
                <a:cubicBezTo>
                  <a:pt x="9409" y="9652"/>
                  <a:pt x="9380" y="9658"/>
                  <a:pt x="9352" y="9671"/>
                </a:cubicBezTo>
                <a:cubicBezTo>
                  <a:pt x="9081" y="9795"/>
                  <a:pt x="8810" y="9909"/>
                  <a:pt x="8547" y="10006"/>
                </a:cubicBezTo>
                <a:cubicBezTo>
                  <a:pt x="8439" y="10047"/>
                  <a:pt x="8384" y="10165"/>
                  <a:pt x="8425" y="10272"/>
                </a:cubicBezTo>
                <a:cubicBezTo>
                  <a:pt x="8455" y="10355"/>
                  <a:pt x="8535" y="10406"/>
                  <a:pt x="8618" y="10406"/>
                </a:cubicBezTo>
                <a:cubicBezTo>
                  <a:pt x="8643" y="10406"/>
                  <a:pt x="8668" y="10403"/>
                  <a:pt x="8691" y="10394"/>
                </a:cubicBezTo>
                <a:cubicBezTo>
                  <a:pt x="8964" y="10291"/>
                  <a:pt x="9244" y="10176"/>
                  <a:pt x="9524" y="10047"/>
                </a:cubicBezTo>
                <a:cubicBezTo>
                  <a:pt x="9628" y="9999"/>
                  <a:pt x="9674" y="9877"/>
                  <a:pt x="9627" y="9774"/>
                </a:cubicBezTo>
                <a:cubicBezTo>
                  <a:pt x="9592" y="9697"/>
                  <a:pt x="9517" y="9652"/>
                  <a:pt x="9438" y="9652"/>
                </a:cubicBezTo>
                <a:close/>
                <a:moveTo>
                  <a:pt x="3417" y="10162"/>
                </a:moveTo>
                <a:cubicBezTo>
                  <a:pt x="3335" y="10162"/>
                  <a:pt x="3257" y="10211"/>
                  <a:pt x="3224" y="10293"/>
                </a:cubicBezTo>
                <a:cubicBezTo>
                  <a:pt x="3181" y="10399"/>
                  <a:pt x="3235" y="10520"/>
                  <a:pt x="3341" y="10561"/>
                </a:cubicBezTo>
                <a:cubicBezTo>
                  <a:pt x="3626" y="10674"/>
                  <a:pt x="3920" y="10766"/>
                  <a:pt x="4216" y="10835"/>
                </a:cubicBezTo>
                <a:cubicBezTo>
                  <a:pt x="4232" y="10839"/>
                  <a:pt x="4248" y="10841"/>
                  <a:pt x="4264" y="10841"/>
                </a:cubicBezTo>
                <a:cubicBezTo>
                  <a:pt x="4358" y="10841"/>
                  <a:pt x="4443" y="10775"/>
                  <a:pt x="4464" y="10681"/>
                </a:cubicBezTo>
                <a:cubicBezTo>
                  <a:pt x="4491" y="10570"/>
                  <a:pt x="4422" y="10458"/>
                  <a:pt x="4310" y="10433"/>
                </a:cubicBezTo>
                <a:cubicBezTo>
                  <a:pt x="4034" y="10367"/>
                  <a:pt x="3759" y="10282"/>
                  <a:pt x="3492" y="10176"/>
                </a:cubicBezTo>
                <a:cubicBezTo>
                  <a:pt x="3467" y="10167"/>
                  <a:pt x="3442" y="10162"/>
                  <a:pt x="3417" y="10162"/>
                </a:cubicBezTo>
                <a:close/>
                <a:moveTo>
                  <a:pt x="7775" y="10268"/>
                </a:moveTo>
                <a:cubicBezTo>
                  <a:pt x="7757" y="10268"/>
                  <a:pt x="7738" y="10270"/>
                  <a:pt x="7720" y="10275"/>
                </a:cubicBezTo>
                <a:cubicBezTo>
                  <a:pt x="7434" y="10355"/>
                  <a:pt x="7151" y="10419"/>
                  <a:pt x="6874" y="10467"/>
                </a:cubicBezTo>
                <a:cubicBezTo>
                  <a:pt x="6761" y="10486"/>
                  <a:pt x="6685" y="10593"/>
                  <a:pt x="6704" y="10706"/>
                </a:cubicBezTo>
                <a:cubicBezTo>
                  <a:pt x="6722" y="10805"/>
                  <a:pt x="6811" y="10878"/>
                  <a:pt x="6908" y="10878"/>
                </a:cubicBezTo>
                <a:cubicBezTo>
                  <a:pt x="6921" y="10878"/>
                  <a:pt x="6931" y="10876"/>
                  <a:pt x="6944" y="10874"/>
                </a:cubicBezTo>
                <a:cubicBezTo>
                  <a:pt x="7234" y="10825"/>
                  <a:pt x="7532" y="10757"/>
                  <a:pt x="7830" y="10674"/>
                </a:cubicBezTo>
                <a:cubicBezTo>
                  <a:pt x="7939" y="10644"/>
                  <a:pt x="8005" y="10529"/>
                  <a:pt x="7973" y="10419"/>
                </a:cubicBezTo>
                <a:cubicBezTo>
                  <a:pt x="7948" y="10327"/>
                  <a:pt x="7865" y="10268"/>
                  <a:pt x="7775" y="10268"/>
                </a:cubicBezTo>
                <a:close/>
                <a:moveTo>
                  <a:pt x="5139" y="10562"/>
                </a:moveTo>
                <a:cubicBezTo>
                  <a:pt x="5033" y="10562"/>
                  <a:pt x="4942" y="10644"/>
                  <a:pt x="4934" y="10752"/>
                </a:cubicBezTo>
                <a:cubicBezTo>
                  <a:pt x="4925" y="10867"/>
                  <a:pt x="5012" y="10966"/>
                  <a:pt x="5125" y="10974"/>
                </a:cubicBezTo>
                <a:cubicBezTo>
                  <a:pt x="5189" y="10979"/>
                  <a:pt x="5253" y="10982"/>
                  <a:pt x="5317" y="10986"/>
                </a:cubicBezTo>
                <a:cubicBezTo>
                  <a:pt x="5412" y="10989"/>
                  <a:pt x="5512" y="10991"/>
                  <a:pt x="5607" y="10991"/>
                </a:cubicBezTo>
                <a:lnTo>
                  <a:pt x="5609" y="10991"/>
                </a:lnTo>
                <a:cubicBezTo>
                  <a:pt x="5751" y="10991"/>
                  <a:pt x="5896" y="10988"/>
                  <a:pt x="6040" y="10979"/>
                </a:cubicBezTo>
                <a:cubicBezTo>
                  <a:pt x="6153" y="10972"/>
                  <a:pt x="6240" y="10874"/>
                  <a:pt x="6233" y="10761"/>
                </a:cubicBezTo>
                <a:cubicBezTo>
                  <a:pt x="6228" y="10650"/>
                  <a:pt x="6136" y="10566"/>
                  <a:pt x="6028" y="10566"/>
                </a:cubicBezTo>
                <a:cubicBezTo>
                  <a:pt x="6024" y="10566"/>
                  <a:pt x="6019" y="10566"/>
                  <a:pt x="6015" y="10566"/>
                </a:cubicBezTo>
                <a:cubicBezTo>
                  <a:pt x="5880" y="10573"/>
                  <a:pt x="5742" y="10578"/>
                  <a:pt x="5609" y="10578"/>
                </a:cubicBezTo>
                <a:lnTo>
                  <a:pt x="5607" y="10578"/>
                </a:lnTo>
                <a:cubicBezTo>
                  <a:pt x="5517" y="10578"/>
                  <a:pt x="5423" y="10577"/>
                  <a:pt x="5333" y="10571"/>
                </a:cubicBezTo>
                <a:cubicBezTo>
                  <a:pt x="5274" y="10570"/>
                  <a:pt x="5214" y="10566"/>
                  <a:pt x="5156" y="10562"/>
                </a:cubicBezTo>
                <a:cubicBezTo>
                  <a:pt x="5150" y="10562"/>
                  <a:pt x="5145" y="10562"/>
                  <a:pt x="5139" y="10562"/>
                </a:cubicBezTo>
                <a:close/>
                <a:moveTo>
                  <a:pt x="14381" y="9724"/>
                </a:moveTo>
                <a:cubicBezTo>
                  <a:pt x="14279" y="9724"/>
                  <a:pt x="14190" y="9799"/>
                  <a:pt x="14175" y="9903"/>
                </a:cubicBezTo>
                <a:cubicBezTo>
                  <a:pt x="14136" y="10189"/>
                  <a:pt x="14083" y="10476"/>
                  <a:pt x="14020" y="10759"/>
                </a:cubicBezTo>
                <a:cubicBezTo>
                  <a:pt x="13995" y="10871"/>
                  <a:pt x="14064" y="10981"/>
                  <a:pt x="14175" y="11007"/>
                </a:cubicBezTo>
                <a:cubicBezTo>
                  <a:pt x="14191" y="11009"/>
                  <a:pt x="14207" y="11011"/>
                  <a:pt x="14222" y="11011"/>
                </a:cubicBezTo>
                <a:cubicBezTo>
                  <a:pt x="14315" y="11011"/>
                  <a:pt x="14402" y="10947"/>
                  <a:pt x="14424" y="10851"/>
                </a:cubicBezTo>
                <a:cubicBezTo>
                  <a:pt x="14491" y="10555"/>
                  <a:pt x="14544" y="10256"/>
                  <a:pt x="14585" y="9960"/>
                </a:cubicBezTo>
                <a:cubicBezTo>
                  <a:pt x="14601" y="9846"/>
                  <a:pt x="14521" y="9742"/>
                  <a:pt x="14408" y="9726"/>
                </a:cubicBezTo>
                <a:cubicBezTo>
                  <a:pt x="14399" y="9725"/>
                  <a:pt x="14390" y="9724"/>
                  <a:pt x="14381" y="9724"/>
                </a:cubicBezTo>
                <a:close/>
                <a:moveTo>
                  <a:pt x="13988" y="11454"/>
                </a:moveTo>
                <a:cubicBezTo>
                  <a:pt x="13901" y="11454"/>
                  <a:pt x="13819" y="11511"/>
                  <a:pt x="13791" y="11599"/>
                </a:cubicBezTo>
                <a:cubicBezTo>
                  <a:pt x="13704" y="11872"/>
                  <a:pt x="13605" y="12148"/>
                  <a:pt x="13495" y="12418"/>
                </a:cubicBezTo>
                <a:cubicBezTo>
                  <a:pt x="13451" y="12522"/>
                  <a:pt x="13502" y="12643"/>
                  <a:pt x="13608" y="12687"/>
                </a:cubicBezTo>
                <a:cubicBezTo>
                  <a:pt x="13633" y="12698"/>
                  <a:pt x="13660" y="12703"/>
                  <a:pt x="13686" y="12703"/>
                </a:cubicBezTo>
                <a:cubicBezTo>
                  <a:pt x="13768" y="12703"/>
                  <a:pt x="13844" y="12653"/>
                  <a:pt x="13878" y="12574"/>
                </a:cubicBezTo>
                <a:cubicBezTo>
                  <a:pt x="13991" y="12294"/>
                  <a:pt x="14096" y="12008"/>
                  <a:pt x="14186" y="11723"/>
                </a:cubicBezTo>
                <a:cubicBezTo>
                  <a:pt x="14220" y="11615"/>
                  <a:pt x="14160" y="11498"/>
                  <a:pt x="14051" y="11464"/>
                </a:cubicBezTo>
                <a:cubicBezTo>
                  <a:pt x="14030" y="11458"/>
                  <a:pt x="14009" y="11454"/>
                  <a:pt x="13988" y="11454"/>
                </a:cubicBezTo>
                <a:close/>
                <a:moveTo>
                  <a:pt x="13317" y="13096"/>
                </a:moveTo>
                <a:cubicBezTo>
                  <a:pt x="13242" y="13096"/>
                  <a:pt x="13168" y="13137"/>
                  <a:pt x="13132" y="13210"/>
                </a:cubicBezTo>
                <a:cubicBezTo>
                  <a:pt x="13002" y="13467"/>
                  <a:pt x="12861" y="13724"/>
                  <a:pt x="12710" y="13972"/>
                </a:cubicBezTo>
                <a:cubicBezTo>
                  <a:pt x="12650" y="14069"/>
                  <a:pt x="12682" y="14197"/>
                  <a:pt x="12779" y="14255"/>
                </a:cubicBezTo>
                <a:cubicBezTo>
                  <a:pt x="12813" y="14277"/>
                  <a:pt x="12850" y="14286"/>
                  <a:pt x="12885" y="14286"/>
                </a:cubicBezTo>
                <a:cubicBezTo>
                  <a:pt x="12956" y="14286"/>
                  <a:pt x="13024" y="14250"/>
                  <a:pt x="13063" y="14186"/>
                </a:cubicBezTo>
                <a:cubicBezTo>
                  <a:pt x="13219" y="13929"/>
                  <a:pt x="13367" y="13664"/>
                  <a:pt x="13502" y="13396"/>
                </a:cubicBezTo>
                <a:cubicBezTo>
                  <a:pt x="13553" y="13295"/>
                  <a:pt x="13513" y="13169"/>
                  <a:pt x="13410" y="13118"/>
                </a:cubicBezTo>
                <a:cubicBezTo>
                  <a:pt x="13380" y="13103"/>
                  <a:pt x="13349" y="13096"/>
                  <a:pt x="13317" y="13096"/>
                </a:cubicBezTo>
                <a:close/>
                <a:moveTo>
                  <a:pt x="12397" y="14613"/>
                </a:moveTo>
                <a:cubicBezTo>
                  <a:pt x="12333" y="14613"/>
                  <a:pt x="12269" y="14643"/>
                  <a:pt x="12230" y="14700"/>
                </a:cubicBezTo>
                <a:cubicBezTo>
                  <a:pt x="12061" y="14936"/>
                  <a:pt x="11881" y="15168"/>
                  <a:pt x="11695" y="15390"/>
                </a:cubicBezTo>
                <a:cubicBezTo>
                  <a:pt x="11622" y="15476"/>
                  <a:pt x="11633" y="15608"/>
                  <a:pt x="11721" y="15680"/>
                </a:cubicBezTo>
                <a:cubicBezTo>
                  <a:pt x="11760" y="15714"/>
                  <a:pt x="11806" y="15728"/>
                  <a:pt x="11854" y="15728"/>
                </a:cubicBezTo>
                <a:cubicBezTo>
                  <a:pt x="11913" y="15728"/>
                  <a:pt x="11971" y="15703"/>
                  <a:pt x="12012" y="15655"/>
                </a:cubicBezTo>
                <a:cubicBezTo>
                  <a:pt x="12205" y="15425"/>
                  <a:pt x="12391" y="15184"/>
                  <a:pt x="12565" y="14941"/>
                </a:cubicBezTo>
                <a:cubicBezTo>
                  <a:pt x="12632" y="14847"/>
                  <a:pt x="12611" y="14718"/>
                  <a:pt x="12517" y="14652"/>
                </a:cubicBezTo>
                <a:cubicBezTo>
                  <a:pt x="12480" y="14626"/>
                  <a:pt x="12438" y="14613"/>
                  <a:pt x="12397" y="14613"/>
                </a:cubicBezTo>
                <a:close/>
                <a:moveTo>
                  <a:pt x="11258" y="15974"/>
                </a:moveTo>
                <a:cubicBezTo>
                  <a:pt x="11204" y="15974"/>
                  <a:pt x="11150" y="15995"/>
                  <a:pt x="11110" y="16036"/>
                </a:cubicBezTo>
                <a:cubicBezTo>
                  <a:pt x="10908" y="16246"/>
                  <a:pt x="10695" y="16448"/>
                  <a:pt x="10479" y="16639"/>
                </a:cubicBezTo>
                <a:cubicBezTo>
                  <a:pt x="10394" y="16713"/>
                  <a:pt x="10385" y="16844"/>
                  <a:pt x="10461" y="16930"/>
                </a:cubicBezTo>
                <a:cubicBezTo>
                  <a:pt x="10502" y="16977"/>
                  <a:pt x="10559" y="17000"/>
                  <a:pt x="10615" y="17000"/>
                </a:cubicBezTo>
                <a:cubicBezTo>
                  <a:pt x="10665" y="17000"/>
                  <a:pt x="10713" y="16983"/>
                  <a:pt x="10752" y="16949"/>
                </a:cubicBezTo>
                <a:cubicBezTo>
                  <a:pt x="10977" y="16751"/>
                  <a:pt x="11197" y="16541"/>
                  <a:pt x="11407" y="16325"/>
                </a:cubicBezTo>
                <a:cubicBezTo>
                  <a:pt x="11487" y="16244"/>
                  <a:pt x="11485" y="16113"/>
                  <a:pt x="11402" y="16033"/>
                </a:cubicBezTo>
                <a:cubicBezTo>
                  <a:pt x="11362" y="15994"/>
                  <a:pt x="11310" y="15974"/>
                  <a:pt x="11258" y="15974"/>
                </a:cubicBezTo>
                <a:close/>
                <a:moveTo>
                  <a:pt x="9928" y="17148"/>
                </a:moveTo>
                <a:cubicBezTo>
                  <a:pt x="9884" y="17148"/>
                  <a:pt x="9841" y="17162"/>
                  <a:pt x="9804" y="17190"/>
                </a:cubicBezTo>
                <a:cubicBezTo>
                  <a:pt x="9697" y="17270"/>
                  <a:pt x="9588" y="17350"/>
                  <a:pt x="9478" y="17426"/>
                </a:cubicBezTo>
                <a:cubicBezTo>
                  <a:pt x="9350" y="17514"/>
                  <a:pt x="9219" y="17603"/>
                  <a:pt x="9088" y="17688"/>
                </a:cubicBezTo>
                <a:cubicBezTo>
                  <a:pt x="8990" y="17748"/>
                  <a:pt x="8964" y="17876"/>
                  <a:pt x="9024" y="17973"/>
                </a:cubicBezTo>
                <a:cubicBezTo>
                  <a:pt x="9065" y="18034"/>
                  <a:pt x="9130" y="18067"/>
                  <a:pt x="9199" y="18067"/>
                </a:cubicBezTo>
                <a:cubicBezTo>
                  <a:pt x="9237" y="18067"/>
                  <a:pt x="9276" y="18057"/>
                  <a:pt x="9309" y="18035"/>
                </a:cubicBezTo>
                <a:cubicBezTo>
                  <a:pt x="9446" y="17948"/>
                  <a:pt x="9582" y="17856"/>
                  <a:pt x="9715" y="17764"/>
                </a:cubicBezTo>
                <a:cubicBezTo>
                  <a:pt x="9829" y="17686"/>
                  <a:pt x="9942" y="17603"/>
                  <a:pt x="10052" y="17520"/>
                </a:cubicBezTo>
                <a:cubicBezTo>
                  <a:pt x="10144" y="17451"/>
                  <a:pt x="10162" y="17321"/>
                  <a:pt x="10093" y="17231"/>
                </a:cubicBezTo>
                <a:cubicBezTo>
                  <a:pt x="10052" y="17176"/>
                  <a:pt x="9990" y="17148"/>
                  <a:pt x="9928" y="17148"/>
                </a:cubicBezTo>
                <a:close/>
                <a:moveTo>
                  <a:pt x="8434" y="18106"/>
                </a:moveTo>
                <a:cubicBezTo>
                  <a:pt x="8400" y="18106"/>
                  <a:pt x="8366" y="18114"/>
                  <a:pt x="8335" y="18131"/>
                </a:cubicBezTo>
                <a:cubicBezTo>
                  <a:pt x="8081" y="18269"/>
                  <a:pt x="7819" y="18399"/>
                  <a:pt x="7553" y="18521"/>
                </a:cubicBezTo>
                <a:cubicBezTo>
                  <a:pt x="7450" y="18567"/>
                  <a:pt x="7404" y="18691"/>
                  <a:pt x="7450" y="18794"/>
                </a:cubicBezTo>
                <a:cubicBezTo>
                  <a:pt x="7486" y="18870"/>
                  <a:pt x="7560" y="18916"/>
                  <a:pt x="7640" y="18916"/>
                </a:cubicBezTo>
                <a:cubicBezTo>
                  <a:pt x="7668" y="18916"/>
                  <a:pt x="7697" y="18909"/>
                  <a:pt x="7725" y="18897"/>
                </a:cubicBezTo>
                <a:cubicBezTo>
                  <a:pt x="8000" y="18773"/>
                  <a:pt x="8271" y="18636"/>
                  <a:pt x="8533" y="18494"/>
                </a:cubicBezTo>
                <a:cubicBezTo>
                  <a:pt x="8632" y="18439"/>
                  <a:pt x="8670" y="18314"/>
                  <a:pt x="8616" y="18214"/>
                </a:cubicBezTo>
                <a:cubicBezTo>
                  <a:pt x="8579" y="18145"/>
                  <a:pt x="8508" y="18106"/>
                  <a:pt x="8434" y="18106"/>
                </a:cubicBezTo>
                <a:close/>
                <a:moveTo>
                  <a:pt x="6820" y="18842"/>
                </a:moveTo>
                <a:cubicBezTo>
                  <a:pt x="6796" y="18842"/>
                  <a:pt x="6771" y="18847"/>
                  <a:pt x="6747" y="18856"/>
                </a:cubicBezTo>
                <a:cubicBezTo>
                  <a:pt x="6476" y="18957"/>
                  <a:pt x="6198" y="19051"/>
                  <a:pt x="5919" y="19136"/>
                </a:cubicBezTo>
                <a:cubicBezTo>
                  <a:pt x="5809" y="19168"/>
                  <a:pt x="5747" y="19283"/>
                  <a:pt x="5781" y="19393"/>
                </a:cubicBezTo>
                <a:cubicBezTo>
                  <a:pt x="5808" y="19483"/>
                  <a:pt x="5889" y="19540"/>
                  <a:pt x="5978" y="19540"/>
                </a:cubicBezTo>
                <a:cubicBezTo>
                  <a:pt x="5997" y="19540"/>
                  <a:pt x="6019" y="19536"/>
                  <a:pt x="6038" y="19531"/>
                </a:cubicBezTo>
                <a:cubicBezTo>
                  <a:pt x="6327" y="19444"/>
                  <a:pt x="6614" y="19347"/>
                  <a:pt x="6892" y="19242"/>
                </a:cubicBezTo>
                <a:cubicBezTo>
                  <a:pt x="6998" y="19201"/>
                  <a:pt x="7053" y="19083"/>
                  <a:pt x="7013" y="18976"/>
                </a:cubicBezTo>
                <a:cubicBezTo>
                  <a:pt x="6981" y="18893"/>
                  <a:pt x="6903" y="18842"/>
                  <a:pt x="6820" y="18842"/>
                </a:cubicBezTo>
                <a:close/>
                <a:moveTo>
                  <a:pt x="5120" y="19356"/>
                </a:moveTo>
                <a:cubicBezTo>
                  <a:pt x="5105" y="19356"/>
                  <a:pt x="5089" y="19357"/>
                  <a:pt x="5074" y="19361"/>
                </a:cubicBezTo>
                <a:cubicBezTo>
                  <a:pt x="4792" y="19426"/>
                  <a:pt x="4503" y="19485"/>
                  <a:pt x="4216" y="19535"/>
                </a:cubicBezTo>
                <a:cubicBezTo>
                  <a:pt x="4103" y="19552"/>
                  <a:pt x="4027" y="19660"/>
                  <a:pt x="4046" y="19772"/>
                </a:cubicBezTo>
                <a:cubicBezTo>
                  <a:pt x="4064" y="19873"/>
                  <a:pt x="4151" y="19944"/>
                  <a:pt x="4250" y="19944"/>
                </a:cubicBezTo>
                <a:cubicBezTo>
                  <a:pt x="4262" y="19944"/>
                  <a:pt x="4273" y="19944"/>
                  <a:pt x="4285" y="19942"/>
                </a:cubicBezTo>
                <a:cubicBezTo>
                  <a:pt x="4581" y="19892"/>
                  <a:pt x="4877" y="19832"/>
                  <a:pt x="5168" y="19765"/>
                </a:cubicBezTo>
                <a:cubicBezTo>
                  <a:pt x="5280" y="19738"/>
                  <a:pt x="5349" y="19627"/>
                  <a:pt x="5322" y="19515"/>
                </a:cubicBezTo>
                <a:cubicBezTo>
                  <a:pt x="5299" y="19420"/>
                  <a:pt x="5214" y="19356"/>
                  <a:pt x="5120" y="19356"/>
                </a:cubicBezTo>
                <a:close/>
                <a:moveTo>
                  <a:pt x="3371" y="19652"/>
                </a:moveTo>
                <a:cubicBezTo>
                  <a:pt x="3363" y="19652"/>
                  <a:pt x="3356" y="19652"/>
                  <a:pt x="3348" y="19653"/>
                </a:cubicBezTo>
                <a:cubicBezTo>
                  <a:pt x="3061" y="19685"/>
                  <a:pt x="2767" y="19706"/>
                  <a:pt x="2476" y="19721"/>
                </a:cubicBezTo>
                <a:cubicBezTo>
                  <a:pt x="2361" y="19726"/>
                  <a:pt x="2274" y="19823"/>
                  <a:pt x="2279" y="19937"/>
                </a:cubicBezTo>
                <a:cubicBezTo>
                  <a:pt x="2285" y="20048"/>
                  <a:pt x="2375" y="20133"/>
                  <a:pt x="2485" y="20133"/>
                </a:cubicBezTo>
                <a:lnTo>
                  <a:pt x="2496" y="20133"/>
                </a:lnTo>
                <a:cubicBezTo>
                  <a:pt x="2795" y="20119"/>
                  <a:pt x="3096" y="20096"/>
                  <a:pt x="3392" y="20064"/>
                </a:cubicBezTo>
                <a:cubicBezTo>
                  <a:pt x="3506" y="20052"/>
                  <a:pt x="3589" y="19951"/>
                  <a:pt x="3577" y="19838"/>
                </a:cubicBezTo>
                <a:cubicBezTo>
                  <a:pt x="3565" y="19732"/>
                  <a:pt x="3476" y="19652"/>
                  <a:pt x="3371" y="19652"/>
                </a:cubicBezTo>
                <a:close/>
                <a:moveTo>
                  <a:pt x="712" y="19699"/>
                </a:moveTo>
                <a:cubicBezTo>
                  <a:pt x="604" y="19699"/>
                  <a:pt x="512" y="19782"/>
                  <a:pt x="504" y="19891"/>
                </a:cubicBezTo>
                <a:cubicBezTo>
                  <a:pt x="497" y="20006"/>
                  <a:pt x="582" y="20103"/>
                  <a:pt x="697" y="20112"/>
                </a:cubicBezTo>
                <a:cubicBezTo>
                  <a:pt x="995" y="20133"/>
                  <a:pt x="1296" y="20146"/>
                  <a:pt x="1595" y="20149"/>
                </a:cubicBezTo>
                <a:lnTo>
                  <a:pt x="1597" y="20149"/>
                </a:lnTo>
                <a:cubicBezTo>
                  <a:pt x="1711" y="20149"/>
                  <a:pt x="1803" y="20059"/>
                  <a:pt x="1804" y="19946"/>
                </a:cubicBezTo>
                <a:cubicBezTo>
                  <a:pt x="1806" y="19830"/>
                  <a:pt x="1714" y="19737"/>
                  <a:pt x="1601" y="19737"/>
                </a:cubicBezTo>
                <a:cubicBezTo>
                  <a:pt x="1310" y="19733"/>
                  <a:pt x="1016" y="19721"/>
                  <a:pt x="725" y="19699"/>
                </a:cubicBezTo>
                <a:cubicBezTo>
                  <a:pt x="721" y="19699"/>
                  <a:pt x="716" y="19699"/>
                  <a:pt x="712" y="196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2"/>
          <p:cNvSpPr/>
          <p:nvPr/>
        </p:nvSpPr>
        <p:spPr>
          <a:xfrm>
            <a:off x="7878766" y="4461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2"/>
          <p:cNvSpPr/>
          <p:nvPr/>
        </p:nvSpPr>
        <p:spPr>
          <a:xfrm>
            <a:off x="8327066" y="8817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2"/>
          <p:cNvSpPr/>
          <p:nvPr/>
        </p:nvSpPr>
        <p:spPr>
          <a:xfrm>
            <a:off x="5142166" y="4167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2" name="Shape 2412"/>
        <p:cNvGrpSpPr/>
        <p:nvPr/>
      </p:nvGrpSpPr>
      <p:grpSpPr>
        <a:xfrm>
          <a:off x="0" y="0"/>
          <a:ext cx="0" cy="0"/>
          <a:chOff x="0" y="0"/>
          <a:chExt cx="0" cy="0"/>
        </a:xfrm>
      </p:grpSpPr>
      <p:sp>
        <p:nvSpPr>
          <p:cNvPr id="2413" name="Google Shape;2413;p43"/>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Important </a:t>
            </a:r>
            <a:r>
              <a:rPr lang="en">
                <a:highlight>
                  <a:schemeClr val="dk2"/>
                </a:highlight>
              </a:rPr>
              <a:t>concepts</a:t>
            </a:r>
            <a:endParaRPr>
              <a:highlight>
                <a:schemeClr val="dk2"/>
              </a:highlight>
            </a:endParaRPr>
          </a:p>
        </p:txBody>
      </p:sp>
      <p:sp>
        <p:nvSpPr>
          <p:cNvPr id="2414" name="Google Shape;2414;p43"/>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Clr>
                <a:schemeClr val="accent1"/>
              </a:buClr>
              <a:buSzPts val="1400"/>
              <a:buChar char="●"/>
            </a:pPr>
            <a:r>
              <a:rPr lang="en"/>
              <a:t>They’re simple </a:t>
            </a:r>
            <a:endParaRPr/>
          </a:p>
          <a:p>
            <a:pPr indent="-317500" lvl="0" marL="457200" rtl="0" algn="l">
              <a:spcBef>
                <a:spcPts val="0"/>
              </a:spcBef>
              <a:spcAft>
                <a:spcPts val="0"/>
              </a:spcAft>
              <a:buClr>
                <a:schemeClr val="accent1"/>
              </a:buClr>
              <a:buSzPts val="1400"/>
              <a:buChar char="●"/>
            </a:pPr>
            <a:r>
              <a:rPr lang="en"/>
              <a:t>You can organize your ideas clearly</a:t>
            </a:r>
            <a:endParaRPr/>
          </a:p>
          <a:p>
            <a:pPr indent="-317500" lvl="0" marL="457200" rtl="0" algn="l">
              <a:spcBef>
                <a:spcPts val="0"/>
              </a:spcBef>
              <a:spcAft>
                <a:spcPts val="0"/>
              </a:spcAft>
              <a:buClr>
                <a:schemeClr val="accent1"/>
              </a:buClr>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2415" name="Google Shape;2415;p43"/>
          <p:cNvGrpSpPr/>
          <p:nvPr/>
        </p:nvGrpSpPr>
        <p:grpSpPr>
          <a:xfrm>
            <a:off x="5931748" y="1970410"/>
            <a:ext cx="2039604" cy="1554500"/>
            <a:chOff x="4512152" y="433974"/>
            <a:chExt cx="938483" cy="715271"/>
          </a:xfrm>
        </p:grpSpPr>
        <p:sp>
          <p:nvSpPr>
            <p:cNvPr id="2416" name="Google Shape;2416;p43"/>
            <p:cNvSpPr/>
            <p:nvPr/>
          </p:nvSpPr>
          <p:spPr>
            <a:xfrm>
              <a:off x="4620634" y="433974"/>
              <a:ext cx="720236" cy="700342"/>
            </a:xfrm>
            <a:custGeom>
              <a:rect b="b" l="l" r="r" t="t"/>
              <a:pathLst>
                <a:path extrusionOk="0" h="13131" w="13504">
                  <a:moveTo>
                    <a:pt x="7043" y="0"/>
                  </a:moveTo>
                  <a:cubicBezTo>
                    <a:pt x="6925" y="0"/>
                    <a:pt x="6807" y="3"/>
                    <a:pt x="6689" y="10"/>
                  </a:cubicBezTo>
                  <a:cubicBezTo>
                    <a:pt x="5425" y="82"/>
                    <a:pt x="4378" y="295"/>
                    <a:pt x="3254" y="880"/>
                  </a:cubicBezTo>
                  <a:cubicBezTo>
                    <a:pt x="2907" y="1061"/>
                    <a:pt x="2581" y="1282"/>
                    <a:pt x="2280" y="1532"/>
                  </a:cubicBezTo>
                  <a:cubicBezTo>
                    <a:pt x="1516" y="2168"/>
                    <a:pt x="917" y="3003"/>
                    <a:pt x="534" y="3908"/>
                  </a:cubicBezTo>
                  <a:cubicBezTo>
                    <a:pt x="213" y="4665"/>
                    <a:pt x="199" y="4709"/>
                    <a:pt x="89" y="5530"/>
                  </a:cubicBezTo>
                  <a:cubicBezTo>
                    <a:pt x="80" y="5594"/>
                    <a:pt x="73" y="5657"/>
                    <a:pt x="66" y="5721"/>
                  </a:cubicBezTo>
                  <a:cubicBezTo>
                    <a:pt x="2" y="6281"/>
                    <a:pt x="1" y="6847"/>
                    <a:pt x="96" y="7403"/>
                  </a:cubicBezTo>
                  <a:cubicBezTo>
                    <a:pt x="126" y="7593"/>
                    <a:pt x="169" y="7779"/>
                    <a:pt x="226" y="7967"/>
                  </a:cubicBezTo>
                  <a:cubicBezTo>
                    <a:pt x="343" y="8362"/>
                    <a:pt x="500" y="8746"/>
                    <a:pt x="694" y="9113"/>
                  </a:cubicBezTo>
                  <a:cubicBezTo>
                    <a:pt x="818" y="9420"/>
                    <a:pt x="963" y="9719"/>
                    <a:pt x="1121" y="9985"/>
                  </a:cubicBezTo>
                  <a:cubicBezTo>
                    <a:pt x="1666" y="10912"/>
                    <a:pt x="2513" y="11787"/>
                    <a:pt x="3449" y="12321"/>
                  </a:cubicBezTo>
                  <a:cubicBezTo>
                    <a:pt x="4413" y="12869"/>
                    <a:pt x="5492" y="13131"/>
                    <a:pt x="6580" y="13131"/>
                  </a:cubicBezTo>
                  <a:cubicBezTo>
                    <a:pt x="7122" y="13131"/>
                    <a:pt x="7667" y="13066"/>
                    <a:pt x="8200" y="12939"/>
                  </a:cubicBezTo>
                  <a:cubicBezTo>
                    <a:pt x="8765" y="12806"/>
                    <a:pt x="9359" y="12533"/>
                    <a:pt x="9873" y="12271"/>
                  </a:cubicBezTo>
                  <a:cubicBezTo>
                    <a:pt x="9992" y="12209"/>
                    <a:pt x="10100" y="12138"/>
                    <a:pt x="10210" y="12062"/>
                  </a:cubicBezTo>
                  <a:cubicBezTo>
                    <a:pt x="11020" y="11489"/>
                    <a:pt x="11727" y="10885"/>
                    <a:pt x="12278" y="10082"/>
                  </a:cubicBezTo>
                  <a:cubicBezTo>
                    <a:pt x="12379" y="9939"/>
                    <a:pt x="12474" y="9788"/>
                    <a:pt x="12563" y="9630"/>
                  </a:cubicBezTo>
                  <a:cubicBezTo>
                    <a:pt x="13224" y="8468"/>
                    <a:pt x="13504" y="7114"/>
                    <a:pt x="13391" y="5796"/>
                  </a:cubicBezTo>
                  <a:cubicBezTo>
                    <a:pt x="13307" y="4823"/>
                    <a:pt x="13008" y="3869"/>
                    <a:pt x="12490" y="3026"/>
                  </a:cubicBezTo>
                  <a:cubicBezTo>
                    <a:pt x="12150" y="2473"/>
                    <a:pt x="11735" y="1986"/>
                    <a:pt x="11262" y="1575"/>
                  </a:cubicBezTo>
                  <a:cubicBezTo>
                    <a:pt x="10474" y="885"/>
                    <a:pt x="9526" y="403"/>
                    <a:pt x="8505" y="168"/>
                  </a:cubicBezTo>
                  <a:cubicBezTo>
                    <a:pt x="8031" y="57"/>
                    <a:pt x="7540" y="0"/>
                    <a:pt x="7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3"/>
            <p:cNvSpPr/>
            <p:nvPr/>
          </p:nvSpPr>
          <p:spPr>
            <a:xfrm>
              <a:off x="4624154" y="515683"/>
              <a:ext cx="710689" cy="238354"/>
            </a:xfrm>
            <a:custGeom>
              <a:rect b="b" l="l" r="r" t="t"/>
              <a:pathLst>
                <a:path extrusionOk="0" h="4469" w="13325">
                  <a:moveTo>
                    <a:pt x="2214" y="0"/>
                  </a:moveTo>
                  <a:cubicBezTo>
                    <a:pt x="1450" y="636"/>
                    <a:pt x="851" y="1471"/>
                    <a:pt x="468" y="2376"/>
                  </a:cubicBezTo>
                  <a:cubicBezTo>
                    <a:pt x="454" y="2410"/>
                    <a:pt x="440" y="2442"/>
                    <a:pt x="429" y="2472"/>
                  </a:cubicBezTo>
                  <a:cubicBezTo>
                    <a:pt x="364" y="2623"/>
                    <a:pt x="314" y="2743"/>
                    <a:pt x="273" y="2850"/>
                  </a:cubicBezTo>
                  <a:cubicBezTo>
                    <a:pt x="133" y="3209"/>
                    <a:pt x="105" y="3392"/>
                    <a:pt x="23" y="3998"/>
                  </a:cubicBezTo>
                  <a:cubicBezTo>
                    <a:pt x="14" y="4062"/>
                    <a:pt x="7" y="4125"/>
                    <a:pt x="0" y="4189"/>
                  </a:cubicBezTo>
                  <a:cubicBezTo>
                    <a:pt x="2506" y="4364"/>
                    <a:pt x="5011" y="4469"/>
                    <a:pt x="7514" y="4469"/>
                  </a:cubicBezTo>
                  <a:cubicBezTo>
                    <a:pt x="9453" y="4469"/>
                    <a:pt x="11390" y="4406"/>
                    <a:pt x="13325" y="4264"/>
                  </a:cubicBezTo>
                  <a:cubicBezTo>
                    <a:pt x="13282" y="3775"/>
                    <a:pt x="13186" y="3291"/>
                    <a:pt x="13034" y="2823"/>
                  </a:cubicBezTo>
                  <a:cubicBezTo>
                    <a:pt x="12995" y="2699"/>
                    <a:pt x="12951" y="2577"/>
                    <a:pt x="12903" y="2456"/>
                  </a:cubicBezTo>
                  <a:cubicBezTo>
                    <a:pt x="12772" y="2123"/>
                    <a:pt x="12614" y="1802"/>
                    <a:pt x="12424" y="1494"/>
                  </a:cubicBezTo>
                  <a:cubicBezTo>
                    <a:pt x="12084" y="941"/>
                    <a:pt x="11669" y="454"/>
                    <a:pt x="11196" y="43"/>
                  </a:cubicBezTo>
                  <a:cubicBezTo>
                    <a:pt x="9891" y="118"/>
                    <a:pt x="8582" y="152"/>
                    <a:pt x="7271" y="152"/>
                  </a:cubicBezTo>
                  <a:cubicBezTo>
                    <a:pt x="5587" y="152"/>
                    <a:pt x="3900" y="96"/>
                    <a:pt x="2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3"/>
            <p:cNvSpPr/>
            <p:nvPr/>
          </p:nvSpPr>
          <p:spPr>
            <a:xfrm>
              <a:off x="4625754" y="828757"/>
              <a:ext cx="649727" cy="305556"/>
            </a:xfrm>
            <a:custGeom>
              <a:rect b="b" l="l" r="r" t="t"/>
              <a:pathLst>
                <a:path extrusionOk="0" h="5729" w="12182">
                  <a:moveTo>
                    <a:pt x="0" y="1"/>
                  </a:moveTo>
                  <a:lnTo>
                    <a:pt x="0" y="1"/>
                  </a:lnTo>
                  <a:cubicBezTo>
                    <a:pt x="30" y="191"/>
                    <a:pt x="73" y="377"/>
                    <a:pt x="130" y="565"/>
                  </a:cubicBezTo>
                  <a:cubicBezTo>
                    <a:pt x="247" y="960"/>
                    <a:pt x="404" y="1344"/>
                    <a:pt x="598" y="1711"/>
                  </a:cubicBezTo>
                  <a:cubicBezTo>
                    <a:pt x="722" y="2018"/>
                    <a:pt x="867" y="2317"/>
                    <a:pt x="1025" y="2583"/>
                  </a:cubicBezTo>
                  <a:cubicBezTo>
                    <a:pt x="1570" y="3510"/>
                    <a:pt x="2417" y="4385"/>
                    <a:pt x="3353" y="4919"/>
                  </a:cubicBezTo>
                  <a:cubicBezTo>
                    <a:pt x="4317" y="5467"/>
                    <a:pt x="5396" y="5729"/>
                    <a:pt x="6484" y="5729"/>
                  </a:cubicBezTo>
                  <a:cubicBezTo>
                    <a:pt x="7026" y="5729"/>
                    <a:pt x="7571" y="5664"/>
                    <a:pt x="8104" y="5537"/>
                  </a:cubicBezTo>
                  <a:cubicBezTo>
                    <a:pt x="8669" y="5404"/>
                    <a:pt x="9263" y="5131"/>
                    <a:pt x="9777" y="4869"/>
                  </a:cubicBezTo>
                  <a:cubicBezTo>
                    <a:pt x="9896" y="4807"/>
                    <a:pt x="10004" y="4736"/>
                    <a:pt x="10114" y="4660"/>
                  </a:cubicBezTo>
                  <a:cubicBezTo>
                    <a:pt x="10924" y="4087"/>
                    <a:pt x="11631" y="3483"/>
                    <a:pt x="12182" y="2680"/>
                  </a:cubicBezTo>
                  <a:cubicBezTo>
                    <a:pt x="8065" y="2147"/>
                    <a:pt x="4005" y="117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3"/>
            <p:cNvSpPr/>
            <p:nvPr/>
          </p:nvSpPr>
          <p:spPr>
            <a:xfrm>
              <a:off x="4512152" y="646673"/>
              <a:ext cx="938483" cy="326677"/>
            </a:xfrm>
            <a:custGeom>
              <a:rect b="b" l="l" r="r" t="t"/>
              <a:pathLst>
                <a:path extrusionOk="0" h="6125" w="17596">
                  <a:moveTo>
                    <a:pt x="15003" y="0"/>
                  </a:moveTo>
                  <a:lnTo>
                    <a:pt x="15003" y="0"/>
                  </a:lnTo>
                  <a:cubicBezTo>
                    <a:pt x="15051" y="121"/>
                    <a:pt x="15095" y="243"/>
                    <a:pt x="15134" y="367"/>
                  </a:cubicBezTo>
                  <a:cubicBezTo>
                    <a:pt x="15483" y="519"/>
                    <a:pt x="15793" y="686"/>
                    <a:pt x="16063" y="863"/>
                  </a:cubicBezTo>
                  <a:cubicBezTo>
                    <a:pt x="16676" y="1269"/>
                    <a:pt x="17055" y="1733"/>
                    <a:pt x="17154" y="2210"/>
                  </a:cubicBezTo>
                  <a:cubicBezTo>
                    <a:pt x="17172" y="2297"/>
                    <a:pt x="17183" y="2384"/>
                    <a:pt x="17183" y="2472"/>
                  </a:cubicBezTo>
                  <a:cubicBezTo>
                    <a:pt x="17183" y="3018"/>
                    <a:pt x="16825" y="3569"/>
                    <a:pt x="16153" y="4049"/>
                  </a:cubicBezTo>
                  <a:cubicBezTo>
                    <a:pt x="16045" y="4126"/>
                    <a:pt x="15926" y="4202"/>
                    <a:pt x="15798" y="4276"/>
                  </a:cubicBezTo>
                  <a:cubicBezTo>
                    <a:pt x="15192" y="4632"/>
                    <a:pt x="14386" y="4944"/>
                    <a:pt x="13183" y="5288"/>
                  </a:cubicBezTo>
                  <a:cubicBezTo>
                    <a:pt x="13057" y="5324"/>
                    <a:pt x="12917" y="5361"/>
                    <a:pt x="12763" y="5393"/>
                  </a:cubicBezTo>
                  <a:cubicBezTo>
                    <a:pt x="12219" y="5506"/>
                    <a:pt x="11409" y="5664"/>
                    <a:pt x="10636" y="5736"/>
                  </a:cubicBezTo>
                  <a:cubicBezTo>
                    <a:pt x="9945" y="5803"/>
                    <a:pt x="9252" y="5836"/>
                    <a:pt x="8569" y="5836"/>
                  </a:cubicBezTo>
                  <a:cubicBezTo>
                    <a:pt x="7157" y="5836"/>
                    <a:pt x="5793" y="5695"/>
                    <a:pt x="4599" y="5419"/>
                  </a:cubicBezTo>
                  <a:cubicBezTo>
                    <a:pt x="3449" y="5155"/>
                    <a:pt x="2380" y="4721"/>
                    <a:pt x="1666" y="4232"/>
                  </a:cubicBezTo>
                  <a:cubicBezTo>
                    <a:pt x="1478" y="4103"/>
                    <a:pt x="1296" y="3952"/>
                    <a:pt x="1140" y="3796"/>
                  </a:cubicBezTo>
                  <a:cubicBezTo>
                    <a:pt x="1136" y="3791"/>
                    <a:pt x="1131" y="3787"/>
                    <a:pt x="1126" y="3784"/>
                  </a:cubicBezTo>
                  <a:cubicBezTo>
                    <a:pt x="888" y="3601"/>
                    <a:pt x="695" y="3410"/>
                    <a:pt x="555" y="3218"/>
                  </a:cubicBezTo>
                  <a:cubicBezTo>
                    <a:pt x="493" y="3133"/>
                    <a:pt x="443" y="3048"/>
                    <a:pt x="404" y="2956"/>
                  </a:cubicBezTo>
                  <a:cubicBezTo>
                    <a:pt x="305" y="2717"/>
                    <a:pt x="294" y="2462"/>
                    <a:pt x="374" y="2176"/>
                  </a:cubicBezTo>
                  <a:cubicBezTo>
                    <a:pt x="381" y="2146"/>
                    <a:pt x="390" y="2118"/>
                    <a:pt x="401" y="2086"/>
                  </a:cubicBezTo>
                  <a:cubicBezTo>
                    <a:pt x="532" y="1691"/>
                    <a:pt x="537" y="1684"/>
                    <a:pt x="934" y="1304"/>
                  </a:cubicBezTo>
                  <a:cubicBezTo>
                    <a:pt x="1285" y="968"/>
                    <a:pt x="1776" y="658"/>
                    <a:pt x="2373" y="394"/>
                  </a:cubicBezTo>
                  <a:cubicBezTo>
                    <a:pt x="2414" y="287"/>
                    <a:pt x="2464" y="167"/>
                    <a:pt x="2529" y="16"/>
                  </a:cubicBezTo>
                  <a:lnTo>
                    <a:pt x="2529" y="16"/>
                  </a:lnTo>
                  <a:cubicBezTo>
                    <a:pt x="1776" y="316"/>
                    <a:pt x="1163" y="686"/>
                    <a:pt x="734" y="1095"/>
                  </a:cubicBezTo>
                  <a:cubicBezTo>
                    <a:pt x="314" y="1498"/>
                    <a:pt x="279" y="1540"/>
                    <a:pt x="128" y="1996"/>
                  </a:cubicBezTo>
                  <a:cubicBezTo>
                    <a:pt x="115" y="2031"/>
                    <a:pt x="105" y="2066"/>
                    <a:pt x="96" y="2102"/>
                  </a:cubicBezTo>
                  <a:cubicBezTo>
                    <a:pt x="0" y="2446"/>
                    <a:pt x="16" y="2770"/>
                    <a:pt x="140" y="3066"/>
                  </a:cubicBezTo>
                  <a:cubicBezTo>
                    <a:pt x="185" y="3178"/>
                    <a:pt x="247" y="3287"/>
                    <a:pt x="323" y="3388"/>
                  </a:cubicBezTo>
                  <a:cubicBezTo>
                    <a:pt x="479" y="3601"/>
                    <a:pt x="686" y="3808"/>
                    <a:pt x="943" y="4007"/>
                  </a:cubicBezTo>
                  <a:cubicBezTo>
                    <a:pt x="1111" y="4173"/>
                    <a:pt x="1299" y="4329"/>
                    <a:pt x="1503" y="4469"/>
                  </a:cubicBezTo>
                  <a:cubicBezTo>
                    <a:pt x="2246" y="4978"/>
                    <a:pt x="3350" y="5428"/>
                    <a:pt x="4535" y="5701"/>
                  </a:cubicBezTo>
                  <a:cubicBezTo>
                    <a:pt x="5751" y="5981"/>
                    <a:pt x="7140" y="6125"/>
                    <a:pt x="8575" y="6125"/>
                  </a:cubicBezTo>
                  <a:cubicBezTo>
                    <a:pt x="9265" y="6125"/>
                    <a:pt x="9967" y="6093"/>
                    <a:pt x="10665" y="6025"/>
                  </a:cubicBezTo>
                  <a:cubicBezTo>
                    <a:pt x="11450" y="5949"/>
                    <a:pt x="12270" y="5790"/>
                    <a:pt x="12821" y="5676"/>
                  </a:cubicBezTo>
                  <a:cubicBezTo>
                    <a:pt x="12984" y="5641"/>
                    <a:pt x="13130" y="5602"/>
                    <a:pt x="13261" y="5565"/>
                  </a:cubicBezTo>
                  <a:cubicBezTo>
                    <a:pt x="14489" y="5214"/>
                    <a:pt x="15316" y="4893"/>
                    <a:pt x="15942" y="4524"/>
                  </a:cubicBezTo>
                  <a:cubicBezTo>
                    <a:pt x="16077" y="4446"/>
                    <a:pt x="16204" y="4367"/>
                    <a:pt x="16319" y="4283"/>
                  </a:cubicBezTo>
                  <a:cubicBezTo>
                    <a:pt x="17200" y="3658"/>
                    <a:pt x="17595" y="2899"/>
                    <a:pt x="17436" y="2150"/>
                  </a:cubicBezTo>
                  <a:cubicBezTo>
                    <a:pt x="17321" y="1599"/>
                    <a:pt x="16901" y="1070"/>
                    <a:pt x="16222" y="624"/>
                  </a:cubicBezTo>
                  <a:cubicBezTo>
                    <a:pt x="15876" y="394"/>
                    <a:pt x="15467" y="186"/>
                    <a:pt x="15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3"/>
            <p:cNvSpPr/>
            <p:nvPr/>
          </p:nvSpPr>
          <p:spPr>
            <a:xfrm>
              <a:off x="4542872" y="533337"/>
              <a:ext cx="879494" cy="494362"/>
            </a:xfrm>
            <a:custGeom>
              <a:rect b="b" l="l" r="r" t="t"/>
              <a:pathLst>
                <a:path extrusionOk="0" h="9269" w="16490">
                  <a:moveTo>
                    <a:pt x="3353" y="0"/>
                  </a:moveTo>
                  <a:cubicBezTo>
                    <a:pt x="2544" y="0"/>
                    <a:pt x="1841" y="112"/>
                    <a:pt x="1292" y="332"/>
                  </a:cubicBezTo>
                  <a:cubicBezTo>
                    <a:pt x="753" y="548"/>
                    <a:pt x="706" y="573"/>
                    <a:pt x="394" y="940"/>
                  </a:cubicBezTo>
                  <a:cubicBezTo>
                    <a:pt x="369" y="968"/>
                    <a:pt x="346" y="998"/>
                    <a:pt x="325" y="1026"/>
                  </a:cubicBezTo>
                  <a:cubicBezTo>
                    <a:pt x="108" y="1310"/>
                    <a:pt x="0" y="1617"/>
                    <a:pt x="6" y="1937"/>
                  </a:cubicBezTo>
                  <a:cubicBezTo>
                    <a:pt x="6" y="2060"/>
                    <a:pt x="21" y="2184"/>
                    <a:pt x="53" y="2306"/>
                  </a:cubicBezTo>
                  <a:cubicBezTo>
                    <a:pt x="119" y="2559"/>
                    <a:pt x="234" y="2830"/>
                    <a:pt x="399" y="3110"/>
                  </a:cubicBezTo>
                  <a:cubicBezTo>
                    <a:pt x="493" y="3328"/>
                    <a:pt x="610" y="3543"/>
                    <a:pt x="745" y="3748"/>
                  </a:cubicBezTo>
                  <a:cubicBezTo>
                    <a:pt x="939" y="4041"/>
                    <a:pt x="1188" y="4346"/>
                    <a:pt x="1480" y="4650"/>
                  </a:cubicBezTo>
                  <a:cubicBezTo>
                    <a:pt x="1934" y="5125"/>
                    <a:pt x="2488" y="5598"/>
                    <a:pt x="3098" y="6024"/>
                  </a:cubicBezTo>
                  <a:cubicBezTo>
                    <a:pt x="4613" y="7082"/>
                    <a:pt x="6589" y="8003"/>
                    <a:pt x="8662" y="8615"/>
                  </a:cubicBezTo>
                  <a:cubicBezTo>
                    <a:pt x="9419" y="8838"/>
                    <a:pt x="10239" y="8996"/>
                    <a:pt x="10792" y="9097"/>
                  </a:cubicBezTo>
                  <a:cubicBezTo>
                    <a:pt x="10959" y="9127"/>
                    <a:pt x="11106" y="9143"/>
                    <a:pt x="11242" y="9159"/>
                  </a:cubicBezTo>
                  <a:cubicBezTo>
                    <a:pt x="11852" y="9222"/>
                    <a:pt x="12373" y="9258"/>
                    <a:pt x="12828" y="9267"/>
                  </a:cubicBezTo>
                  <a:cubicBezTo>
                    <a:pt x="12898" y="9267"/>
                    <a:pt x="12965" y="9268"/>
                    <a:pt x="13030" y="9268"/>
                  </a:cubicBezTo>
                  <a:cubicBezTo>
                    <a:pt x="13440" y="9268"/>
                    <a:pt x="13796" y="9244"/>
                    <a:pt x="14118" y="9196"/>
                  </a:cubicBezTo>
                  <a:cubicBezTo>
                    <a:pt x="14273" y="9175"/>
                    <a:pt x="14422" y="9146"/>
                    <a:pt x="14558" y="9113"/>
                  </a:cubicBezTo>
                  <a:cubicBezTo>
                    <a:pt x="15609" y="8861"/>
                    <a:pt x="16259" y="8306"/>
                    <a:pt x="16390" y="7551"/>
                  </a:cubicBezTo>
                  <a:cubicBezTo>
                    <a:pt x="16490" y="6997"/>
                    <a:pt x="16298" y="6350"/>
                    <a:pt x="15836" y="5682"/>
                  </a:cubicBezTo>
                  <a:cubicBezTo>
                    <a:pt x="15586" y="5318"/>
                    <a:pt x="15261" y="4952"/>
                    <a:pt x="14872" y="4587"/>
                  </a:cubicBezTo>
                  <a:cubicBezTo>
                    <a:pt x="14872" y="4714"/>
                    <a:pt x="14866" y="4844"/>
                    <a:pt x="14856" y="4971"/>
                  </a:cubicBezTo>
                  <a:cubicBezTo>
                    <a:pt x="15150" y="5264"/>
                    <a:pt x="15400" y="5558"/>
                    <a:pt x="15598" y="5845"/>
                  </a:cubicBezTo>
                  <a:cubicBezTo>
                    <a:pt x="16016" y="6451"/>
                    <a:pt x="16192" y="7021"/>
                    <a:pt x="16107" y="7500"/>
                  </a:cubicBezTo>
                  <a:cubicBezTo>
                    <a:pt x="15997" y="8136"/>
                    <a:pt x="15423" y="8609"/>
                    <a:pt x="14491" y="8833"/>
                  </a:cubicBezTo>
                  <a:cubicBezTo>
                    <a:pt x="14363" y="8864"/>
                    <a:pt x="14223" y="8889"/>
                    <a:pt x="14078" y="8910"/>
                  </a:cubicBezTo>
                  <a:cubicBezTo>
                    <a:pt x="13791" y="8953"/>
                    <a:pt x="13475" y="8976"/>
                    <a:pt x="13117" y="8980"/>
                  </a:cubicBezTo>
                  <a:cubicBezTo>
                    <a:pt x="13084" y="8980"/>
                    <a:pt x="13050" y="8980"/>
                    <a:pt x="13016" y="8980"/>
                  </a:cubicBezTo>
                  <a:cubicBezTo>
                    <a:pt x="12526" y="8980"/>
                    <a:pt x="11957" y="8944"/>
                    <a:pt x="11273" y="8872"/>
                  </a:cubicBezTo>
                  <a:cubicBezTo>
                    <a:pt x="11143" y="8857"/>
                    <a:pt x="11000" y="8841"/>
                    <a:pt x="10844" y="8813"/>
                  </a:cubicBezTo>
                  <a:cubicBezTo>
                    <a:pt x="10298" y="8714"/>
                    <a:pt x="9486" y="8558"/>
                    <a:pt x="8744" y="8338"/>
                  </a:cubicBezTo>
                  <a:cubicBezTo>
                    <a:pt x="6701" y="7734"/>
                    <a:pt x="4753" y="6828"/>
                    <a:pt x="3261" y="5786"/>
                  </a:cubicBezTo>
                  <a:cubicBezTo>
                    <a:pt x="2577" y="5308"/>
                    <a:pt x="1962" y="4767"/>
                    <a:pt x="1491" y="4237"/>
                  </a:cubicBezTo>
                  <a:cubicBezTo>
                    <a:pt x="1296" y="4018"/>
                    <a:pt x="1126" y="3800"/>
                    <a:pt x="986" y="3589"/>
                  </a:cubicBezTo>
                  <a:cubicBezTo>
                    <a:pt x="860" y="3398"/>
                    <a:pt x="746" y="3190"/>
                    <a:pt x="661" y="2988"/>
                  </a:cubicBezTo>
                  <a:cubicBezTo>
                    <a:pt x="658" y="2981"/>
                    <a:pt x="654" y="2978"/>
                    <a:pt x="652" y="2970"/>
                  </a:cubicBezTo>
                  <a:cubicBezTo>
                    <a:pt x="498" y="2713"/>
                    <a:pt x="392" y="2464"/>
                    <a:pt x="333" y="2233"/>
                  </a:cubicBezTo>
                  <a:cubicBezTo>
                    <a:pt x="307" y="2132"/>
                    <a:pt x="294" y="2035"/>
                    <a:pt x="293" y="1934"/>
                  </a:cubicBezTo>
                  <a:cubicBezTo>
                    <a:pt x="289" y="1675"/>
                    <a:pt x="376" y="1436"/>
                    <a:pt x="555" y="1200"/>
                  </a:cubicBezTo>
                  <a:cubicBezTo>
                    <a:pt x="573" y="1175"/>
                    <a:pt x="592" y="1151"/>
                    <a:pt x="613" y="1126"/>
                  </a:cubicBezTo>
                  <a:cubicBezTo>
                    <a:pt x="883" y="808"/>
                    <a:pt x="890" y="803"/>
                    <a:pt x="1400" y="599"/>
                  </a:cubicBezTo>
                  <a:cubicBezTo>
                    <a:pt x="1857" y="417"/>
                    <a:pt x="2433" y="312"/>
                    <a:pt x="3096" y="291"/>
                  </a:cubicBezTo>
                  <a:cubicBezTo>
                    <a:pt x="3185" y="192"/>
                    <a:pt x="3277" y="94"/>
                    <a:pt x="3373" y="0"/>
                  </a:cubicBezTo>
                  <a:cubicBezTo>
                    <a:pt x="3366" y="0"/>
                    <a:pt x="3360" y="0"/>
                    <a:pt x="3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3"/>
            <p:cNvSpPr/>
            <p:nvPr/>
          </p:nvSpPr>
          <p:spPr>
            <a:xfrm>
              <a:off x="5167953" y="470082"/>
              <a:ext cx="160752" cy="216967"/>
            </a:xfrm>
            <a:custGeom>
              <a:rect b="b" l="l" r="r" t="t"/>
              <a:pathLst>
                <a:path extrusionOk="0" h="4068" w="3014">
                  <a:moveTo>
                    <a:pt x="262" y="1"/>
                  </a:moveTo>
                  <a:cubicBezTo>
                    <a:pt x="204" y="1"/>
                    <a:pt x="147" y="22"/>
                    <a:pt x="100" y="68"/>
                  </a:cubicBezTo>
                  <a:cubicBezTo>
                    <a:pt x="15" y="155"/>
                    <a:pt x="1" y="325"/>
                    <a:pt x="100" y="408"/>
                  </a:cubicBezTo>
                  <a:cubicBezTo>
                    <a:pt x="1202" y="1326"/>
                    <a:pt x="2044" y="2533"/>
                    <a:pt x="2508" y="3891"/>
                  </a:cubicBezTo>
                  <a:cubicBezTo>
                    <a:pt x="2543" y="3993"/>
                    <a:pt x="2636" y="4067"/>
                    <a:pt x="2742" y="4067"/>
                  </a:cubicBezTo>
                  <a:cubicBezTo>
                    <a:pt x="2763" y="4067"/>
                    <a:pt x="2783" y="4065"/>
                    <a:pt x="2804" y="4059"/>
                  </a:cubicBezTo>
                  <a:cubicBezTo>
                    <a:pt x="2923" y="4025"/>
                    <a:pt x="3013" y="3885"/>
                    <a:pt x="2971" y="3763"/>
                  </a:cubicBezTo>
                  <a:cubicBezTo>
                    <a:pt x="2482" y="2329"/>
                    <a:pt x="1605" y="1039"/>
                    <a:pt x="440" y="68"/>
                  </a:cubicBezTo>
                  <a:cubicBezTo>
                    <a:pt x="389" y="26"/>
                    <a:pt x="325"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3"/>
            <p:cNvSpPr/>
            <p:nvPr/>
          </p:nvSpPr>
          <p:spPr>
            <a:xfrm>
              <a:off x="5311263" y="785503"/>
              <a:ext cx="31628" cy="83149"/>
            </a:xfrm>
            <a:custGeom>
              <a:rect b="b" l="l" r="r" t="t"/>
              <a:pathLst>
                <a:path extrusionOk="0" h="1559" w="593">
                  <a:moveTo>
                    <a:pt x="68" y="1010"/>
                  </a:moveTo>
                  <a:cubicBezTo>
                    <a:pt x="68" y="1010"/>
                    <a:pt x="67" y="1017"/>
                    <a:pt x="66" y="1025"/>
                  </a:cubicBezTo>
                  <a:lnTo>
                    <a:pt x="66" y="1025"/>
                  </a:lnTo>
                  <a:cubicBezTo>
                    <a:pt x="68" y="1014"/>
                    <a:pt x="68" y="1010"/>
                    <a:pt x="68" y="1010"/>
                  </a:cubicBezTo>
                  <a:close/>
                  <a:moveTo>
                    <a:pt x="337" y="0"/>
                  </a:moveTo>
                  <a:cubicBezTo>
                    <a:pt x="334" y="0"/>
                    <a:pt x="331" y="0"/>
                    <a:pt x="328" y="0"/>
                  </a:cubicBezTo>
                  <a:cubicBezTo>
                    <a:pt x="204" y="7"/>
                    <a:pt x="80" y="107"/>
                    <a:pt x="87" y="241"/>
                  </a:cubicBezTo>
                  <a:cubicBezTo>
                    <a:pt x="100" y="419"/>
                    <a:pt x="100" y="596"/>
                    <a:pt x="89" y="773"/>
                  </a:cubicBezTo>
                  <a:cubicBezTo>
                    <a:pt x="84" y="859"/>
                    <a:pt x="78" y="947"/>
                    <a:pt x="64" y="1032"/>
                  </a:cubicBezTo>
                  <a:lnTo>
                    <a:pt x="64" y="1032"/>
                  </a:lnTo>
                  <a:cubicBezTo>
                    <a:pt x="63" y="1040"/>
                    <a:pt x="61" y="1049"/>
                    <a:pt x="61" y="1051"/>
                  </a:cubicBezTo>
                  <a:cubicBezTo>
                    <a:pt x="59" y="1072"/>
                    <a:pt x="55" y="1092"/>
                    <a:pt x="52" y="1113"/>
                  </a:cubicBezTo>
                  <a:cubicBezTo>
                    <a:pt x="43" y="1161"/>
                    <a:pt x="34" y="1209"/>
                    <a:pt x="25" y="1257"/>
                  </a:cubicBezTo>
                  <a:cubicBezTo>
                    <a:pt x="0" y="1381"/>
                    <a:pt x="61" y="1523"/>
                    <a:pt x="193" y="1553"/>
                  </a:cubicBezTo>
                  <a:cubicBezTo>
                    <a:pt x="212" y="1557"/>
                    <a:pt x="230" y="1559"/>
                    <a:pt x="249" y="1559"/>
                  </a:cubicBezTo>
                  <a:cubicBezTo>
                    <a:pt x="355" y="1559"/>
                    <a:pt x="467" y="1497"/>
                    <a:pt x="489" y="1384"/>
                  </a:cubicBezTo>
                  <a:cubicBezTo>
                    <a:pt x="564" y="1009"/>
                    <a:pt x="592" y="624"/>
                    <a:pt x="569" y="241"/>
                  </a:cubicBezTo>
                  <a:cubicBezTo>
                    <a:pt x="561" y="118"/>
                    <a:pt x="469"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3"/>
            <p:cNvSpPr/>
            <p:nvPr/>
          </p:nvSpPr>
          <p:spPr>
            <a:xfrm>
              <a:off x="4682769" y="989134"/>
              <a:ext cx="296116" cy="160112"/>
            </a:xfrm>
            <a:custGeom>
              <a:rect b="b" l="l" r="r" t="t"/>
              <a:pathLst>
                <a:path extrusionOk="0" h="3002" w="5552">
                  <a:moveTo>
                    <a:pt x="335" y="1"/>
                  </a:moveTo>
                  <a:cubicBezTo>
                    <a:pt x="167" y="1"/>
                    <a:pt x="1" y="173"/>
                    <a:pt x="117" y="354"/>
                  </a:cubicBezTo>
                  <a:cubicBezTo>
                    <a:pt x="966" y="1674"/>
                    <a:pt x="2371" y="2612"/>
                    <a:pt x="3913" y="2900"/>
                  </a:cubicBezTo>
                  <a:cubicBezTo>
                    <a:pt x="4260" y="2967"/>
                    <a:pt x="4614" y="3001"/>
                    <a:pt x="4968" y="3001"/>
                  </a:cubicBezTo>
                  <a:cubicBezTo>
                    <a:pt x="5060" y="3001"/>
                    <a:pt x="5152" y="2999"/>
                    <a:pt x="5244" y="2994"/>
                  </a:cubicBezTo>
                  <a:cubicBezTo>
                    <a:pt x="5545" y="2977"/>
                    <a:pt x="5552" y="2512"/>
                    <a:pt x="5258" y="2512"/>
                  </a:cubicBezTo>
                  <a:cubicBezTo>
                    <a:pt x="5254" y="2512"/>
                    <a:pt x="5249" y="2512"/>
                    <a:pt x="5244" y="2512"/>
                  </a:cubicBezTo>
                  <a:cubicBezTo>
                    <a:pt x="5153" y="2517"/>
                    <a:pt x="5063" y="2520"/>
                    <a:pt x="4972" y="2520"/>
                  </a:cubicBezTo>
                  <a:cubicBezTo>
                    <a:pt x="3618" y="2520"/>
                    <a:pt x="2284" y="1977"/>
                    <a:pt x="1302" y="1043"/>
                  </a:cubicBezTo>
                  <a:cubicBezTo>
                    <a:pt x="1010" y="763"/>
                    <a:pt x="751" y="453"/>
                    <a:pt x="533" y="113"/>
                  </a:cubicBezTo>
                  <a:cubicBezTo>
                    <a:pt x="483" y="34"/>
                    <a:pt x="409" y="1"/>
                    <a:pt x="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3"/>
            <p:cNvSpPr/>
            <p:nvPr/>
          </p:nvSpPr>
          <p:spPr>
            <a:xfrm>
              <a:off x="4667355" y="439894"/>
              <a:ext cx="211260" cy="134831"/>
            </a:xfrm>
            <a:custGeom>
              <a:rect b="b" l="l" r="r" t="t"/>
              <a:pathLst>
                <a:path extrusionOk="0" h="2528" w="3961">
                  <a:moveTo>
                    <a:pt x="3616" y="1"/>
                  </a:moveTo>
                  <a:cubicBezTo>
                    <a:pt x="3596" y="1"/>
                    <a:pt x="3575" y="3"/>
                    <a:pt x="3553" y="9"/>
                  </a:cubicBezTo>
                  <a:cubicBezTo>
                    <a:pt x="2219" y="331"/>
                    <a:pt x="992" y="1077"/>
                    <a:pt x="96" y="2117"/>
                  </a:cubicBezTo>
                  <a:cubicBezTo>
                    <a:pt x="11" y="2217"/>
                    <a:pt x="0" y="2362"/>
                    <a:pt x="96" y="2458"/>
                  </a:cubicBezTo>
                  <a:cubicBezTo>
                    <a:pt x="141" y="2503"/>
                    <a:pt x="207" y="2528"/>
                    <a:pt x="273" y="2528"/>
                  </a:cubicBezTo>
                  <a:cubicBezTo>
                    <a:pt x="334" y="2528"/>
                    <a:pt x="395" y="2506"/>
                    <a:pt x="436" y="2458"/>
                  </a:cubicBezTo>
                  <a:cubicBezTo>
                    <a:pt x="1283" y="1474"/>
                    <a:pt x="2419" y="776"/>
                    <a:pt x="3681" y="473"/>
                  </a:cubicBezTo>
                  <a:cubicBezTo>
                    <a:pt x="3960" y="406"/>
                    <a:pt x="3871" y="1"/>
                    <a:pt x="3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5" name="Google Shape;2425;p43"/>
          <p:cNvSpPr/>
          <p:nvPr/>
        </p:nvSpPr>
        <p:spPr>
          <a:xfrm>
            <a:off x="6000728" y="15135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3"/>
          <p:cNvSpPr/>
          <p:nvPr/>
        </p:nvSpPr>
        <p:spPr>
          <a:xfrm>
            <a:off x="7763928" y="3684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3"/>
          <p:cNvSpPr/>
          <p:nvPr/>
        </p:nvSpPr>
        <p:spPr>
          <a:xfrm>
            <a:off x="8327066" y="25731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3"/>
          <p:cNvSpPr/>
          <p:nvPr/>
        </p:nvSpPr>
        <p:spPr>
          <a:xfrm>
            <a:off x="7194072" y="1156948"/>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3"/>
          <p:cNvSpPr/>
          <p:nvPr/>
        </p:nvSpPr>
        <p:spPr>
          <a:xfrm>
            <a:off x="808491" y="44172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3" name="Shape 2433"/>
        <p:cNvGrpSpPr/>
        <p:nvPr/>
      </p:nvGrpSpPr>
      <p:grpSpPr>
        <a:xfrm>
          <a:off x="0" y="0"/>
          <a:ext cx="0" cy="0"/>
          <a:chOff x="0" y="0"/>
          <a:chExt cx="0" cy="0"/>
        </a:xfrm>
      </p:grpSpPr>
      <p:sp>
        <p:nvSpPr>
          <p:cNvPr id="2434" name="Google Shape;2434;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Practice </a:t>
            </a:r>
            <a:r>
              <a:rPr lang="en">
                <a:highlight>
                  <a:schemeClr val="dk2"/>
                </a:highlight>
              </a:rPr>
              <a:t>essay questions</a:t>
            </a:r>
            <a:endParaRPr>
              <a:highlight>
                <a:schemeClr val="dk2"/>
              </a:highlight>
            </a:endParaRPr>
          </a:p>
        </p:txBody>
      </p:sp>
      <p:sp>
        <p:nvSpPr>
          <p:cNvPr id="2435" name="Google Shape;2435;p44"/>
          <p:cNvSpPr txBox="1"/>
          <p:nvPr>
            <p:ph idx="1" type="subTitle"/>
          </p:nvPr>
        </p:nvSpPr>
        <p:spPr>
          <a:xfrm>
            <a:off x="937625" y="2992400"/>
            <a:ext cx="2175300" cy="9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2436" name="Google Shape;2436;p44"/>
          <p:cNvSpPr txBox="1"/>
          <p:nvPr>
            <p:ph idx="2" type="subTitle"/>
          </p:nvPr>
        </p:nvSpPr>
        <p:spPr>
          <a:xfrm>
            <a:off x="3484348" y="2992400"/>
            <a:ext cx="2175300" cy="9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437" name="Google Shape;2437;p44"/>
          <p:cNvSpPr txBox="1"/>
          <p:nvPr>
            <p:ph idx="3" type="subTitle"/>
          </p:nvPr>
        </p:nvSpPr>
        <p:spPr>
          <a:xfrm>
            <a:off x="6031075" y="2992400"/>
            <a:ext cx="2175300" cy="9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a:t>
            </a:r>
            <a:endParaRPr/>
          </a:p>
        </p:txBody>
      </p:sp>
      <p:sp>
        <p:nvSpPr>
          <p:cNvPr id="2438" name="Google Shape;2438;p44"/>
          <p:cNvSpPr txBox="1"/>
          <p:nvPr>
            <p:ph idx="4" type="subTitle"/>
          </p:nvPr>
        </p:nvSpPr>
        <p:spPr>
          <a:xfrm>
            <a:off x="937625" y="2408598"/>
            <a:ext cx="2175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439" name="Google Shape;2439;p44"/>
          <p:cNvSpPr txBox="1"/>
          <p:nvPr>
            <p:ph idx="5" type="subTitle"/>
          </p:nvPr>
        </p:nvSpPr>
        <p:spPr>
          <a:xfrm>
            <a:off x="3484348" y="2408598"/>
            <a:ext cx="2175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440" name="Google Shape;2440;p44"/>
          <p:cNvSpPr txBox="1"/>
          <p:nvPr>
            <p:ph idx="6" type="subTitle"/>
          </p:nvPr>
        </p:nvSpPr>
        <p:spPr>
          <a:xfrm>
            <a:off x="6031075" y="2408598"/>
            <a:ext cx="2175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2441" name="Google Shape;2441;p44"/>
          <p:cNvGrpSpPr/>
          <p:nvPr/>
        </p:nvGrpSpPr>
        <p:grpSpPr>
          <a:xfrm>
            <a:off x="6730264" y="1588119"/>
            <a:ext cx="776921" cy="719862"/>
            <a:chOff x="2874666" y="1089700"/>
            <a:chExt cx="535328" cy="496046"/>
          </a:xfrm>
        </p:grpSpPr>
        <p:sp>
          <p:nvSpPr>
            <p:cNvPr id="2442" name="Google Shape;2442;p44"/>
            <p:cNvSpPr/>
            <p:nvPr/>
          </p:nvSpPr>
          <p:spPr>
            <a:xfrm>
              <a:off x="2982056" y="1089700"/>
              <a:ext cx="317182" cy="89876"/>
            </a:xfrm>
            <a:custGeom>
              <a:rect b="b" l="l" r="r" t="t"/>
              <a:pathLst>
                <a:path extrusionOk="0" h="3228" w="11392">
                  <a:moveTo>
                    <a:pt x="1657" y="0"/>
                  </a:moveTo>
                  <a:cubicBezTo>
                    <a:pt x="743" y="0"/>
                    <a:pt x="0" y="743"/>
                    <a:pt x="0" y="1656"/>
                  </a:cubicBezTo>
                  <a:lnTo>
                    <a:pt x="0" y="2607"/>
                  </a:lnTo>
                  <a:cubicBezTo>
                    <a:pt x="0" y="2950"/>
                    <a:pt x="278" y="3227"/>
                    <a:pt x="621" y="3227"/>
                  </a:cubicBezTo>
                  <a:cubicBezTo>
                    <a:pt x="965" y="3227"/>
                    <a:pt x="1242" y="2950"/>
                    <a:pt x="1242" y="2607"/>
                  </a:cubicBezTo>
                  <a:lnTo>
                    <a:pt x="1242" y="1656"/>
                  </a:lnTo>
                  <a:cubicBezTo>
                    <a:pt x="1242" y="1428"/>
                    <a:pt x="1429" y="1242"/>
                    <a:pt x="1657" y="1242"/>
                  </a:cubicBezTo>
                  <a:lnTo>
                    <a:pt x="9737" y="1242"/>
                  </a:lnTo>
                  <a:cubicBezTo>
                    <a:pt x="9965" y="1242"/>
                    <a:pt x="10150" y="1428"/>
                    <a:pt x="10150" y="1656"/>
                  </a:cubicBezTo>
                  <a:lnTo>
                    <a:pt x="10150" y="2607"/>
                  </a:lnTo>
                  <a:cubicBezTo>
                    <a:pt x="10150" y="2950"/>
                    <a:pt x="10428" y="3227"/>
                    <a:pt x="10771" y="3227"/>
                  </a:cubicBezTo>
                  <a:cubicBezTo>
                    <a:pt x="11114" y="3227"/>
                    <a:pt x="11392" y="2950"/>
                    <a:pt x="11392" y="2607"/>
                  </a:cubicBezTo>
                  <a:lnTo>
                    <a:pt x="11392" y="1656"/>
                  </a:lnTo>
                  <a:cubicBezTo>
                    <a:pt x="11392" y="743"/>
                    <a:pt x="10649" y="0"/>
                    <a:pt x="97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2964181" y="1163289"/>
              <a:ext cx="76038" cy="50590"/>
            </a:xfrm>
            <a:custGeom>
              <a:rect b="b" l="l" r="r" t="t"/>
              <a:pathLst>
                <a:path extrusionOk="0" h="1817" w="2731">
                  <a:moveTo>
                    <a:pt x="622" y="0"/>
                  </a:moveTo>
                  <a:cubicBezTo>
                    <a:pt x="279" y="0"/>
                    <a:pt x="1" y="278"/>
                    <a:pt x="1" y="621"/>
                  </a:cubicBezTo>
                  <a:lnTo>
                    <a:pt x="1" y="1816"/>
                  </a:lnTo>
                  <a:lnTo>
                    <a:pt x="2730" y="1816"/>
                  </a:lnTo>
                  <a:lnTo>
                    <a:pt x="2730" y="621"/>
                  </a:lnTo>
                  <a:cubicBezTo>
                    <a:pt x="2730" y="278"/>
                    <a:pt x="2454" y="0"/>
                    <a:pt x="2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3244421" y="1163289"/>
              <a:ext cx="76010" cy="50590"/>
            </a:xfrm>
            <a:custGeom>
              <a:rect b="b" l="l" r="r" t="t"/>
              <a:pathLst>
                <a:path extrusionOk="0" h="1817" w="2730">
                  <a:moveTo>
                    <a:pt x="621" y="0"/>
                  </a:moveTo>
                  <a:cubicBezTo>
                    <a:pt x="278" y="0"/>
                    <a:pt x="0" y="278"/>
                    <a:pt x="0" y="621"/>
                  </a:cubicBezTo>
                  <a:lnTo>
                    <a:pt x="0" y="1816"/>
                  </a:lnTo>
                  <a:lnTo>
                    <a:pt x="2730" y="1816"/>
                  </a:lnTo>
                  <a:lnTo>
                    <a:pt x="2730" y="621"/>
                  </a:lnTo>
                  <a:cubicBezTo>
                    <a:pt x="2730" y="278"/>
                    <a:pt x="2452" y="0"/>
                    <a:pt x="2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2883325" y="1331071"/>
              <a:ext cx="517954" cy="254675"/>
            </a:xfrm>
            <a:custGeom>
              <a:rect b="b" l="l" r="r" t="t"/>
              <a:pathLst>
                <a:path extrusionOk="0" h="9147" w="18603">
                  <a:moveTo>
                    <a:pt x="1" y="0"/>
                  </a:moveTo>
                  <a:lnTo>
                    <a:pt x="1" y="8179"/>
                  </a:lnTo>
                  <a:cubicBezTo>
                    <a:pt x="1" y="8713"/>
                    <a:pt x="434" y="9146"/>
                    <a:pt x="968" y="9146"/>
                  </a:cubicBezTo>
                  <a:lnTo>
                    <a:pt x="17637" y="9146"/>
                  </a:lnTo>
                  <a:cubicBezTo>
                    <a:pt x="18170" y="9146"/>
                    <a:pt x="18603" y="8713"/>
                    <a:pt x="18603" y="8179"/>
                  </a:cubicBezTo>
                  <a:lnTo>
                    <a:pt x="18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2874666" y="1196756"/>
              <a:ext cx="535328" cy="218062"/>
            </a:xfrm>
            <a:custGeom>
              <a:rect b="b" l="l" r="r" t="t"/>
              <a:pathLst>
                <a:path extrusionOk="0" h="7832" w="19227">
                  <a:moveTo>
                    <a:pt x="968" y="1"/>
                  </a:moveTo>
                  <a:cubicBezTo>
                    <a:pt x="434" y="1"/>
                    <a:pt x="1" y="434"/>
                    <a:pt x="1" y="968"/>
                  </a:cubicBezTo>
                  <a:lnTo>
                    <a:pt x="1" y="4717"/>
                  </a:lnTo>
                  <a:cubicBezTo>
                    <a:pt x="1" y="5104"/>
                    <a:pt x="262" y="5441"/>
                    <a:pt x="636" y="5538"/>
                  </a:cubicBezTo>
                  <a:lnTo>
                    <a:pt x="9420" y="7806"/>
                  </a:lnTo>
                  <a:cubicBezTo>
                    <a:pt x="9484" y="7823"/>
                    <a:pt x="9549" y="7831"/>
                    <a:pt x="9614" y="7831"/>
                  </a:cubicBezTo>
                  <a:cubicBezTo>
                    <a:pt x="9678" y="7831"/>
                    <a:pt x="9743" y="7823"/>
                    <a:pt x="9807" y="7806"/>
                  </a:cubicBezTo>
                  <a:lnTo>
                    <a:pt x="18590" y="5538"/>
                  </a:lnTo>
                  <a:cubicBezTo>
                    <a:pt x="18964" y="5441"/>
                    <a:pt x="19225" y="5104"/>
                    <a:pt x="19226" y="4717"/>
                  </a:cubicBezTo>
                  <a:lnTo>
                    <a:pt x="19226" y="968"/>
                  </a:lnTo>
                  <a:cubicBezTo>
                    <a:pt x="19226" y="434"/>
                    <a:pt x="18793" y="1"/>
                    <a:pt x="18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3100305" y="1291701"/>
              <a:ext cx="84029" cy="84057"/>
            </a:xfrm>
            <a:custGeom>
              <a:rect b="b" l="l" r="r" t="t"/>
              <a:pathLst>
                <a:path extrusionOk="0" h="3019" w="3018">
                  <a:moveTo>
                    <a:pt x="1509" y="1"/>
                  </a:moveTo>
                  <a:cubicBezTo>
                    <a:pt x="676" y="1"/>
                    <a:pt x="0" y="676"/>
                    <a:pt x="0" y="1509"/>
                  </a:cubicBezTo>
                  <a:cubicBezTo>
                    <a:pt x="0" y="2342"/>
                    <a:pt x="676" y="3018"/>
                    <a:pt x="1509" y="3018"/>
                  </a:cubicBezTo>
                  <a:cubicBezTo>
                    <a:pt x="2342" y="3018"/>
                    <a:pt x="3018" y="2342"/>
                    <a:pt x="3018" y="1509"/>
                  </a:cubicBezTo>
                  <a:cubicBezTo>
                    <a:pt x="3018" y="676"/>
                    <a:pt x="2342" y="1"/>
                    <a:pt x="1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3092788" y="1317427"/>
              <a:ext cx="99064" cy="32659"/>
            </a:xfrm>
            <a:custGeom>
              <a:rect b="b" l="l" r="r" t="t"/>
              <a:pathLst>
                <a:path extrusionOk="0" h="1173" w="3558">
                  <a:moveTo>
                    <a:pt x="587" y="0"/>
                  </a:moveTo>
                  <a:cubicBezTo>
                    <a:pt x="263" y="0"/>
                    <a:pt x="1" y="262"/>
                    <a:pt x="1" y="585"/>
                  </a:cubicBezTo>
                  <a:cubicBezTo>
                    <a:pt x="1" y="910"/>
                    <a:pt x="263" y="1172"/>
                    <a:pt x="587" y="1172"/>
                  </a:cubicBezTo>
                  <a:lnTo>
                    <a:pt x="2972" y="1172"/>
                  </a:lnTo>
                  <a:cubicBezTo>
                    <a:pt x="3295" y="1172"/>
                    <a:pt x="3557" y="910"/>
                    <a:pt x="3557" y="585"/>
                  </a:cubicBezTo>
                  <a:cubicBezTo>
                    <a:pt x="3557" y="262"/>
                    <a:pt x="3295" y="0"/>
                    <a:pt x="29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3256866" y="1503975"/>
              <a:ext cx="100456" cy="42710"/>
            </a:xfrm>
            <a:custGeom>
              <a:rect b="b" l="l" r="r" t="t"/>
              <a:pathLst>
                <a:path extrusionOk="0" h="1534" w="3608">
                  <a:moveTo>
                    <a:pt x="388" y="1"/>
                  </a:moveTo>
                  <a:cubicBezTo>
                    <a:pt x="174" y="1"/>
                    <a:pt x="1" y="174"/>
                    <a:pt x="1" y="387"/>
                  </a:cubicBezTo>
                  <a:lnTo>
                    <a:pt x="1" y="1147"/>
                  </a:lnTo>
                  <a:cubicBezTo>
                    <a:pt x="1" y="1361"/>
                    <a:pt x="174" y="1534"/>
                    <a:pt x="388" y="1534"/>
                  </a:cubicBezTo>
                  <a:lnTo>
                    <a:pt x="3221" y="1534"/>
                  </a:lnTo>
                  <a:cubicBezTo>
                    <a:pt x="3434" y="1534"/>
                    <a:pt x="3607" y="1361"/>
                    <a:pt x="3607" y="1147"/>
                  </a:cubicBezTo>
                  <a:lnTo>
                    <a:pt x="3607" y="387"/>
                  </a:lnTo>
                  <a:cubicBezTo>
                    <a:pt x="3607" y="174"/>
                    <a:pt x="3434" y="1"/>
                    <a:pt x="3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44"/>
          <p:cNvGrpSpPr/>
          <p:nvPr/>
        </p:nvGrpSpPr>
        <p:grpSpPr>
          <a:xfrm>
            <a:off x="4238589" y="1559652"/>
            <a:ext cx="666819" cy="776796"/>
            <a:chOff x="2913006" y="2470849"/>
            <a:chExt cx="459463" cy="535278"/>
          </a:xfrm>
        </p:grpSpPr>
        <p:sp>
          <p:nvSpPr>
            <p:cNvPr id="2451" name="Google Shape;2451;p44"/>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44"/>
          <p:cNvGrpSpPr/>
          <p:nvPr/>
        </p:nvGrpSpPr>
        <p:grpSpPr>
          <a:xfrm>
            <a:off x="1663625" y="1559657"/>
            <a:ext cx="723300" cy="776787"/>
            <a:chOff x="2144847" y="2470849"/>
            <a:chExt cx="498381" cy="535272"/>
          </a:xfrm>
        </p:grpSpPr>
        <p:sp>
          <p:nvSpPr>
            <p:cNvPr id="2464" name="Google Shape;2464;p44"/>
            <p:cNvSpPr/>
            <p:nvPr/>
          </p:nvSpPr>
          <p:spPr>
            <a:xfrm>
              <a:off x="2267996" y="2470849"/>
              <a:ext cx="252086" cy="535272"/>
            </a:xfrm>
            <a:custGeom>
              <a:rect b="b" l="l" r="r" t="t"/>
              <a:pathLst>
                <a:path extrusionOk="0" h="19225" w="9054">
                  <a:moveTo>
                    <a:pt x="4527" y="564"/>
                  </a:moveTo>
                  <a:cubicBezTo>
                    <a:pt x="5544" y="564"/>
                    <a:pt x="6519" y="1476"/>
                    <a:pt x="7272" y="3131"/>
                  </a:cubicBezTo>
                  <a:cubicBezTo>
                    <a:pt x="8058" y="4858"/>
                    <a:pt x="8490" y="7160"/>
                    <a:pt x="8490" y="9612"/>
                  </a:cubicBezTo>
                  <a:cubicBezTo>
                    <a:pt x="8490" y="12065"/>
                    <a:pt x="8058" y="14368"/>
                    <a:pt x="7272" y="16094"/>
                  </a:cubicBezTo>
                  <a:cubicBezTo>
                    <a:pt x="6519" y="17750"/>
                    <a:pt x="5544" y="18662"/>
                    <a:pt x="4527" y="18662"/>
                  </a:cubicBezTo>
                  <a:cubicBezTo>
                    <a:pt x="3510" y="18662"/>
                    <a:pt x="2535" y="17750"/>
                    <a:pt x="1783" y="16094"/>
                  </a:cubicBezTo>
                  <a:cubicBezTo>
                    <a:pt x="997" y="14368"/>
                    <a:pt x="564" y="12065"/>
                    <a:pt x="564" y="9612"/>
                  </a:cubicBezTo>
                  <a:cubicBezTo>
                    <a:pt x="564" y="7160"/>
                    <a:pt x="997" y="4858"/>
                    <a:pt x="1783" y="3131"/>
                  </a:cubicBezTo>
                  <a:cubicBezTo>
                    <a:pt x="2535" y="1476"/>
                    <a:pt x="3510" y="564"/>
                    <a:pt x="4527" y="564"/>
                  </a:cubicBezTo>
                  <a:close/>
                  <a:moveTo>
                    <a:pt x="4527" y="0"/>
                  </a:moveTo>
                  <a:cubicBezTo>
                    <a:pt x="3277" y="0"/>
                    <a:pt x="2119" y="1030"/>
                    <a:pt x="1269" y="2898"/>
                  </a:cubicBezTo>
                  <a:cubicBezTo>
                    <a:pt x="452" y="4696"/>
                    <a:pt x="1" y="7080"/>
                    <a:pt x="1" y="9612"/>
                  </a:cubicBezTo>
                  <a:cubicBezTo>
                    <a:pt x="1" y="12144"/>
                    <a:pt x="452" y="14529"/>
                    <a:pt x="1269" y="16326"/>
                  </a:cubicBezTo>
                  <a:cubicBezTo>
                    <a:pt x="2119" y="18196"/>
                    <a:pt x="3277" y="19224"/>
                    <a:pt x="4527" y="19224"/>
                  </a:cubicBezTo>
                  <a:cubicBezTo>
                    <a:pt x="5778" y="19224"/>
                    <a:pt x="6935" y="18196"/>
                    <a:pt x="7785" y="16326"/>
                  </a:cubicBezTo>
                  <a:cubicBezTo>
                    <a:pt x="8603" y="14529"/>
                    <a:pt x="9053" y="12144"/>
                    <a:pt x="9053" y="9612"/>
                  </a:cubicBezTo>
                  <a:cubicBezTo>
                    <a:pt x="9053" y="7080"/>
                    <a:pt x="8603" y="4696"/>
                    <a:pt x="7785" y="2898"/>
                  </a:cubicBezTo>
                  <a:cubicBezTo>
                    <a:pt x="6935" y="1030"/>
                    <a:pt x="5778" y="0"/>
                    <a:pt x="4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2144847" y="2565265"/>
              <a:ext cx="498381" cy="346444"/>
            </a:xfrm>
            <a:custGeom>
              <a:rect b="b" l="l" r="r" t="t"/>
              <a:pathLst>
                <a:path extrusionOk="0" h="12443" w="17900">
                  <a:moveTo>
                    <a:pt x="3896" y="562"/>
                  </a:moveTo>
                  <a:cubicBezTo>
                    <a:pt x="4153" y="562"/>
                    <a:pt x="4425" y="577"/>
                    <a:pt x="4709" y="604"/>
                  </a:cubicBezTo>
                  <a:cubicBezTo>
                    <a:pt x="6597" y="787"/>
                    <a:pt x="8807" y="1564"/>
                    <a:pt x="10932" y="2789"/>
                  </a:cubicBezTo>
                  <a:cubicBezTo>
                    <a:pt x="13055" y="4016"/>
                    <a:pt x="14834" y="5542"/>
                    <a:pt x="15936" y="7085"/>
                  </a:cubicBezTo>
                  <a:cubicBezTo>
                    <a:pt x="16992" y="8566"/>
                    <a:pt x="17295" y="9866"/>
                    <a:pt x="16787" y="10746"/>
                  </a:cubicBezTo>
                  <a:cubicBezTo>
                    <a:pt x="16359" y="11488"/>
                    <a:pt x="15384" y="11880"/>
                    <a:pt x="14005" y="11880"/>
                  </a:cubicBezTo>
                  <a:cubicBezTo>
                    <a:pt x="13747" y="11880"/>
                    <a:pt x="13476" y="11867"/>
                    <a:pt x="13191" y="11839"/>
                  </a:cubicBezTo>
                  <a:cubicBezTo>
                    <a:pt x="11303" y="11656"/>
                    <a:pt x="9093" y="10880"/>
                    <a:pt x="6969" y="9653"/>
                  </a:cubicBezTo>
                  <a:cubicBezTo>
                    <a:pt x="4845" y="8426"/>
                    <a:pt x="3068" y="6902"/>
                    <a:pt x="1965" y="5358"/>
                  </a:cubicBezTo>
                  <a:cubicBezTo>
                    <a:pt x="908" y="3878"/>
                    <a:pt x="605" y="2577"/>
                    <a:pt x="1114" y="1698"/>
                  </a:cubicBezTo>
                  <a:cubicBezTo>
                    <a:pt x="1542" y="955"/>
                    <a:pt x="2516" y="562"/>
                    <a:pt x="3896" y="562"/>
                  </a:cubicBezTo>
                  <a:close/>
                  <a:moveTo>
                    <a:pt x="3906" y="0"/>
                  </a:moveTo>
                  <a:cubicBezTo>
                    <a:pt x="2310" y="0"/>
                    <a:pt x="1160" y="491"/>
                    <a:pt x="626" y="1416"/>
                  </a:cubicBezTo>
                  <a:cubicBezTo>
                    <a:pt x="0" y="2499"/>
                    <a:pt x="314" y="4015"/>
                    <a:pt x="1506" y="5686"/>
                  </a:cubicBezTo>
                  <a:cubicBezTo>
                    <a:pt x="2655" y="7293"/>
                    <a:pt x="4495" y="8875"/>
                    <a:pt x="6688" y="10141"/>
                  </a:cubicBezTo>
                  <a:cubicBezTo>
                    <a:pt x="8879" y="11407"/>
                    <a:pt x="11170" y="12209"/>
                    <a:pt x="13136" y="12400"/>
                  </a:cubicBezTo>
                  <a:cubicBezTo>
                    <a:pt x="13435" y="12429"/>
                    <a:pt x="13720" y="12443"/>
                    <a:pt x="13993" y="12443"/>
                  </a:cubicBezTo>
                  <a:cubicBezTo>
                    <a:pt x="15591" y="12443"/>
                    <a:pt x="16741" y="11952"/>
                    <a:pt x="17275" y="11028"/>
                  </a:cubicBezTo>
                  <a:cubicBezTo>
                    <a:pt x="17900" y="9945"/>
                    <a:pt x="17588" y="8428"/>
                    <a:pt x="16393" y="6758"/>
                  </a:cubicBezTo>
                  <a:cubicBezTo>
                    <a:pt x="15246" y="5151"/>
                    <a:pt x="13405" y="3567"/>
                    <a:pt x="11214" y="2301"/>
                  </a:cubicBezTo>
                  <a:cubicBezTo>
                    <a:pt x="9021" y="1037"/>
                    <a:pt x="6730" y="234"/>
                    <a:pt x="4764" y="44"/>
                  </a:cubicBezTo>
                  <a:cubicBezTo>
                    <a:pt x="4465" y="15"/>
                    <a:pt x="4179" y="0"/>
                    <a:pt x="3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2144847" y="2565265"/>
              <a:ext cx="498381" cy="346444"/>
            </a:xfrm>
            <a:custGeom>
              <a:rect b="b" l="l" r="r" t="t"/>
              <a:pathLst>
                <a:path extrusionOk="0" h="12443" w="17900">
                  <a:moveTo>
                    <a:pt x="14005" y="562"/>
                  </a:moveTo>
                  <a:cubicBezTo>
                    <a:pt x="15384" y="562"/>
                    <a:pt x="16359" y="955"/>
                    <a:pt x="16787" y="1696"/>
                  </a:cubicBezTo>
                  <a:cubicBezTo>
                    <a:pt x="17295" y="2577"/>
                    <a:pt x="16994" y="3878"/>
                    <a:pt x="15936" y="5358"/>
                  </a:cubicBezTo>
                  <a:cubicBezTo>
                    <a:pt x="14834" y="6902"/>
                    <a:pt x="13057" y="8426"/>
                    <a:pt x="10932" y="9653"/>
                  </a:cubicBezTo>
                  <a:cubicBezTo>
                    <a:pt x="8807" y="10880"/>
                    <a:pt x="6597" y="11656"/>
                    <a:pt x="4709" y="11839"/>
                  </a:cubicBezTo>
                  <a:cubicBezTo>
                    <a:pt x="4424" y="11867"/>
                    <a:pt x="4153" y="11880"/>
                    <a:pt x="3895" y="11880"/>
                  </a:cubicBezTo>
                  <a:cubicBezTo>
                    <a:pt x="2516" y="11880"/>
                    <a:pt x="1542" y="11488"/>
                    <a:pt x="1114" y="10746"/>
                  </a:cubicBezTo>
                  <a:cubicBezTo>
                    <a:pt x="605" y="9866"/>
                    <a:pt x="908" y="8566"/>
                    <a:pt x="1965" y="7085"/>
                  </a:cubicBezTo>
                  <a:cubicBezTo>
                    <a:pt x="3068" y="5542"/>
                    <a:pt x="4845" y="4016"/>
                    <a:pt x="6969" y="2789"/>
                  </a:cubicBezTo>
                  <a:cubicBezTo>
                    <a:pt x="9093" y="1564"/>
                    <a:pt x="11303" y="787"/>
                    <a:pt x="13191" y="604"/>
                  </a:cubicBezTo>
                  <a:cubicBezTo>
                    <a:pt x="13476" y="576"/>
                    <a:pt x="13747" y="562"/>
                    <a:pt x="14005" y="562"/>
                  </a:cubicBezTo>
                  <a:close/>
                  <a:moveTo>
                    <a:pt x="13995" y="0"/>
                  </a:moveTo>
                  <a:cubicBezTo>
                    <a:pt x="13721" y="0"/>
                    <a:pt x="13435" y="15"/>
                    <a:pt x="13136" y="44"/>
                  </a:cubicBezTo>
                  <a:cubicBezTo>
                    <a:pt x="11170" y="234"/>
                    <a:pt x="8879" y="1037"/>
                    <a:pt x="6688" y="2301"/>
                  </a:cubicBezTo>
                  <a:cubicBezTo>
                    <a:pt x="4495" y="3567"/>
                    <a:pt x="2655" y="5151"/>
                    <a:pt x="1506" y="6758"/>
                  </a:cubicBezTo>
                  <a:cubicBezTo>
                    <a:pt x="314" y="8428"/>
                    <a:pt x="0" y="9945"/>
                    <a:pt x="626" y="11028"/>
                  </a:cubicBezTo>
                  <a:cubicBezTo>
                    <a:pt x="1160" y="11952"/>
                    <a:pt x="2310" y="12443"/>
                    <a:pt x="3907" y="12443"/>
                  </a:cubicBezTo>
                  <a:cubicBezTo>
                    <a:pt x="4180" y="12443"/>
                    <a:pt x="4467" y="12429"/>
                    <a:pt x="4764" y="12400"/>
                  </a:cubicBezTo>
                  <a:cubicBezTo>
                    <a:pt x="6730" y="12209"/>
                    <a:pt x="9021" y="11407"/>
                    <a:pt x="11214" y="10141"/>
                  </a:cubicBezTo>
                  <a:cubicBezTo>
                    <a:pt x="13405" y="8875"/>
                    <a:pt x="15246" y="7293"/>
                    <a:pt x="16393" y="5686"/>
                  </a:cubicBezTo>
                  <a:cubicBezTo>
                    <a:pt x="17588" y="4015"/>
                    <a:pt x="17900" y="2499"/>
                    <a:pt x="17275" y="1416"/>
                  </a:cubicBezTo>
                  <a:cubicBezTo>
                    <a:pt x="16741" y="491"/>
                    <a:pt x="15592" y="0"/>
                    <a:pt x="13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2246251" y="2666446"/>
              <a:ext cx="295576" cy="164354"/>
            </a:xfrm>
            <a:custGeom>
              <a:rect b="b" l="l" r="r" t="t"/>
              <a:pathLst>
                <a:path extrusionOk="0" h="5903" w="10616">
                  <a:moveTo>
                    <a:pt x="285" y="1"/>
                  </a:moveTo>
                  <a:cubicBezTo>
                    <a:pt x="128" y="1"/>
                    <a:pt x="0" y="129"/>
                    <a:pt x="0" y="286"/>
                  </a:cubicBezTo>
                  <a:lnTo>
                    <a:pt x="0" y="5617"/>
                  </a:lnTo>
                  <a:cubicBezTo>
                    <a:pt x="0" y="5774"/>
                    <a:pt x="128" y="5902"/>
                    <a:pt x="285" y="5902"/>
                  </a:cubicBezTo>
                  <a:lnTo>
                    <a:pt x="10332" y="5902"/>
                  </a:lnTo>
                  <a:cubicBezTo>
                    <a:pt x="10489" y="5902"/>
                    <a:pt x="10616" y="5774"/>
                    <a:pt x="10616" y="5617"/>
                  </a:cubicBezTo>
                  <a:lnTo>
                    <a:pt x="10616" y="286"/>
                  </a:lnTo>
                  <a:cubicBezTo>
                    <a:pt x="10616" y="129"/>
                    <a:pt x="10489" y="1"/>
                    <a:pt x="10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2272479" y="2646204"/>
              <a:ext cx="121560" cy="153440"/>
            </a:xfrm>
            <a:custGeom>
              <a:rect b="b" l="l" r="r" t="t"/>
              <a:pathLst>
                <a:path extrusionOk="0" h="5511" w="4366">
                  <a:moveTo>
                    <a:pt x="286" y="1"/>
                  </a:moveTo>
                  <a:cubicBezTo>
                    <a:pt x="129" y="1"/>
                    <a:pt x="1" y="127"/>
                    <a:pt x="1" y="285"/>
                  </a:cubicBezTo>
                  <a:lnTo>
                    <a:pt x="1" y="5226"/>
                  </a:lnTo>
                  <a:cubicBezTo>
                    <a:pt x="1" y="5383"/>
                    <a:pt x="129" y="5511"/>
                    <a:pt x="286" y="5511"/>
                  </a:cubicBezTo>
                  <a:lnTo>
                    <a:pt x="4366" y="5511"/>
                  </a:lnTo>
                  <a:lnTo>
                    <a:pt x="4366" y="1141"/>
                  </a:lnTo>
                  <a:cubicBezTo>
                    <a:pt x="4366" y="510"/>
                    <a:pt x="3856" y="1"/>
                    <a:pt x="3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2272479" y="2767878"/>
              <a:ext cx="121560" cy="31768"/>
            </a:xfrm>
            <a:custGeom>
              <a:rect b="b" l="l" r="r" t="t"/>
              <a:pathLst>
                <a:path extrusionOk="0" h="1141" w="4366">
                  <a:moveTo>
                    <a:pt x="286" y="1"/>
                  </a:moveTo>
                  <a:cubicBezTo>
                    <a:pt x="129" y="1"/>
                    <a:pt x="1" y="129"/>
                    <a:pt x="1" y="286"/>
                  </a:cubicBezTo>
                  <a:lnTo>
                    <a:pt x="1" y="856"/>
                  </a:lnTo>
                  <a:cubicBezTo>
                    <a:pt x="1" y="1013"/>
                    <a:pt x="129" y="1141"/>
                    <a:pt x="286" y="1141"/>
                  </a:cubicBezTo>
                  <a:lnTo>
                    <a:pt x="4366" y="1141"/>
                  </a:lnTo>
                  <a:cubicBezTo>
                    <a:pt x="4366" y="512"/>
                    <a:pt x="3856" y="1"/>
                    <a:pt x="3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2394013" y="2646204"/>
              <a:ext cx="121588" cy="153440"/>
            </a:xfrm>
            <a:custGeom>
              <a:rect b="b" l="l" r="r" t="t"/>
              <a:pathLst>
                <a:path extrusionOk="0" h="5511" w="4367">
                  <a:moveTo>
                    <a:pt x="1141" y="1"/>
                  </a:moveTo>
                  <a:cubicBezTo>
                    <a:pt x="512" y="1"/>
                    <a:pt x="1" y="510"/>
                    <a:pt x="1" y="1141"/>
                  </a:cubicBezTo>
                  <a:lnTo>
                    <a:pt x="1" y="5511"/>
                  </a:lnTo>
                  <a:lnTo>
                    <a:pt x="4081" y="5511"/>
                  </a:lnTo>
                  <a:cubicBezTo>
                    <a:pt x="4238" y="5511"/>
                    <a:pt x="4366" y="5383"/>
                    <a:pt x="4366" y="5226"/>
                  </a:cubicBezTo>
                  <a:lnTo>
                    <a:pt x="4366" y="285"/>
                  </a:lnTo>
                  <a:cubicBezTo>
                    <a:pt x="4366" y="127"/>
                    <a:pt x="4238" y="1"/>
                    <a:pt x="4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2394013" y="2767878"/>
              <a:ext cx="121588" cy="31768"/>
            </a:xfrm>
            <a:custGeom>
              <a:rect b="b" l="l" r="r" t="t"/>
              <a:pathLst>
                <a:path extrusionOk="0" h="1141" w="4367">
                  <a:moveTo>
                    <a:pt x="1141" y="1"/>
                  </a:moveTo>
                  <a:cubicBezTo>
                    <a:pt x="512" y="1"/>
                    <a:pt x="1" y="512"/>
                    <a:pt x="1" y="1141"/>
                  </a:cubicBezTo>
                  <a:lnTo>
                    <a:pt x="4081" y="1141"/>
                  </a:lnTo>
                  <a:cubicBezTo>
                    <a:pt x="4238" y="1141"/>
                    <a:pt x="4366" y="1013"/>
                    <a:pt x="4366" y="856"/>
                  </a:cubicBezTo>
                  <a:lnTo>
                    <a:pt x="4366" y="286"/>
                  </a:lnTo>
                  <a:cubicBezTo>
                    <a:pt x="4366" y="129"/>
                    <a:pt x="4238" y="1"/>
                    <a:pt x="4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2296730" y="2668562"/>
              <a:ext cx="65430" cy="15703"/>
            </a:xfrm>
            <a:custGeom>
              <a:rect b="b" l="l" r="r" t="t"/>
              <a:pathLst>
                <a:path extrusionOk="0" h="564" w="2350">
                  <a:moveTo>
                    <a:pt x="282" y="0"/>
                  </a:moveTo>
                  <a:cubicBezTo>
                    <a:pt x="126" y="0"/>
                    <a:pt x="1" y="126"/>
                    <a:pt x="1" y="282"/>
                  </a:cubicBezTo>
                  <a:cubicBezTo>
                    <a:pt x="1" y="437"/>
                    <a:pt x="126" y="564"/>
                    <a:pt x="282" y="564"/>
                  </a:cubicBezTo>
                  <a:lnTo>
                    <a:pt x="2068" y="564"/>
                  </a:lnTo>
                  <a:cubicBezTo>
                    <a:pt x="2224" y="564"/>
                    <a:pt x="2350" y="437"/>
                    <a:pt x="2350" y="282"/>
                  </a:cubicBezTo>
                  <a:cubicBezTo>
                    <a:pt x="2350"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2296730" y="2696071"/>
              <a:ext cx="65430" cy="15703"/>
            </a:xfrm>
            <a:custGeom>
              <a:rect b="b" l="l" r="r" t="t"/>
              <a:pathLst>
                <a:path extrusionOk="0" h="564" w="2350">
                  <a:moveTo>
                    <a:pt x="282" y="0"/>
                  </a:moveTo>
                  <a:cubicBezTo>
                    <a:pt x="126" y="0"/>
                    <a:pt x="1" y="126"/>
                    <a:pt x="1" y="282"/>
                  </a:cubicBezTo>
                  <a:cubicBezTo>
                    <a:pt x="1" y="437"/>
                    <a:pt x="126" y="564"/>
                    <a:pt x="282" y="564"/>
                  </a:cubicBezTo>
                  <a:lnTo>
                    <a:pt x="2068" y="564"/>
                  </a:lnTo>
                  <a:cubicBezTo>
                    <a:pt x="2224" y="564"/>
                    <a:pt x="2350" y="437"/>
                    <a:pt x="2350" y="282"/>
                  </a:cubicBezTo>
                  <a:cubicBezTo>
                    <a:pt x="2350"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2296730" y="2723552"/>
              <a:ext cx="65430" cy="15731"/>
            </a:xfrm>
            <a:custGeom>
              <a:rect b="b" l="l" r="r" t="t"/>
              <a:pathLst>
                <a:path extrusionOk="0" h="565" w="2350">
                  <a:moveTo>
                    <a:pt x="282" y="1"/>
                  </a:moveTo>
                  <a:cubicBezTo>
                    <a:pt x="126" y="1"/>
                    <a:pt x="1" y="127"/>
                    <a:pt x="1" y="283"/>
                  </a:cubicBezTo>
                  <a:cubicBezTo>
                    <a:pt x="1" y="439"/>
                    <a:pt x="126" y="564"/>
                    <a:pt x="282" y="564"/>
                  </a:cubicBezTo>
                  <a:lnTo>
                    <a:pt x="2068" y="564"/>
                  </a:lnTo>
                  <a:cubicBezTo>
                    <a:pt x="2224" y="564"/>
                    <a:pt x="2350" y="439"/>
                    <a:pt x="2350" y="283"/>
                  </a:cubicBezTo>
                  <a:cubicBezTo>
                    <a:pt x="2350" y="127"/>
                    <a:pt x="2224"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2425921" y="2668562"/>
              <a:ext cx="65430" cy="15703"/>
            </a:xfrm>
            <a:custGeom>
              <a:rect b="b" l="l" r="r" t="t"/>
              <a:pathLst>
                <a:path extrusionOk="0" h="564" w="2350">
                  <a:moveTo>
                    <a:pt x="282" y="0"/>
                  </a:moveTo>
                  <a:cubicBezTo>
                    <a:pt x="127" y="0"/>
                    <a:pt x="0" y="126"/>
                    <a:pt x="0" y="282"/>
                  </a:cubicBezTo>
                  <a:cubicBezTo>
                    <a:pt x="0" y="437"/>
                    <a:pt x="127" y="564"/>
                    <a:pt x="282" y="564"/>
                  </a:cubicBezTo>
                  <a:lnTo>
                    <a:pt x="2068" y="564"/>
                  </a:lnTo>
                  <a:cubicBezTo>
                    <a:pt x="2224" y="564"/>
                    <a:pt x="2349" y="437"/>
                    <a:pt x="2349" y="282"/>
                  </a:cubicBezTo>
                  <a:cubicBezTo>
                    <a:pt x="2349"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2425921" y="2696071"/>
              <a:ext cx="65430" cy="15703"/>
            </a:xfrm>
            <a:custGeom>
              <a:rect b="b" l="l" r="r" t="t"/>
              <a:pathLst>
                <a:path extrusionOk="0" h="564" w="2350">
                  <a:moveTo>
                    <a:pt x="282" y="0"/>
                  </a:moveTo>
                  <a:cubicBezTo>
                    <a:pt x="127" y="0"/>
                    <a:pt x="0" y="126"/>
                    <a:pt x="0" y="282"/>
                  </a:cubicBezTo>
                  <a:cubicBezTo>
                    <a:pt x="0" y="437"/>
                    <a:pt x="127" y="564"/>
                    <a:pt x="282" y="564"/>
                  </a:cubicBezTo>
                  <a:lnTo>
                    <a:pt x="2068" y="564"/>
                  </a:lnTo>
                  <a:cubicBezTo>
                    <a:pt x="2224" y="564"/>
                    <a:pt x="2349" y="437"/>
                    <a:pt x="2349" y="282"/>
                  </a:cubicBezTo>
                  <a:cubicBezTo>
                    <a:pt x="2349"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2425921" y="2723552"/>
              <a:ext cx="65430" cy="15731"/>
            </a:xfrm>
            <a:custGeom>
              <a:rect b="b" l="l" r="r" t="t"/>
              <a:pathLst>
                <a:path extrusionOk="0" h="565" w="2350">
                  <a:moveTo>
                    <a:pt x="282" y="1"/>
                  </a:moveTo>
                  <a:cubicBezTo>
                    <a:pt x="127" y="1"/>
                    <a:pt x="0" y="127"/>
                    <a:pt x="0" y="283"/>
                  </a:cubicBezTo>
                  <a:cubicBezTo>
                    <a:pt x="0" y="439"/>
                    <a:pt x="127" y="564"/>
                    <a:pt x="282" y="564"/>
                  </a:cubicBezTo>
                  <a:lnTo>
                    <a:pt x="2068" y="564"/>
                  </a:lnTo>
                  <a:cubicBezTo>
                    <a:pt x="2224" y="564"/>
                    <a:pt x="2349" y="439"/>
                    <a:pt x="2349" y="283"/>
                  </a:cubicBezTo>
                  <a:cubicBezTo>
                    <a:pt x="2349" y="127"/>
                    <a:pt x="2224"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2572654" y="2560893"/>
              <a:ext cx="56576" cy="56576"/>
            </a:xfrm>
            <a:custGeom>
              <a:rect b="b" l="l" r="r" t="t"/>
              <a:pathLst>
                <a:path extrusionOk="0" h="2032" w="2032">
                  <a:moveTo>
                    <a:pt x="1015" y="1"/>
                  </a:moveTo>
                  <a:cubicBezTo>
                    <a:pt x="455" y="1"/>
                    <a:pt x="0" y="456"/>
                    <a:pt x="0" y="1016"/>
                  </a:cubicBezTo>
                  <a:cubicBezTo>
                    <a:pt x="0" y="1577"/>
                    <a:pt x="455" y="2032"/>
                    <a:pt x="1015" y="2032"/>
                  </a:cubicBezTo>
                  <a:cubicBezTo>
                    <a:pt x="1576" y="2032"/>
                    <a:pt x="2031" y="1577"/>
                    <a:pt x="2031" y="1016"/>
                  </a:cubicBezTo>
                  <a:cubicBezTo>
                    <a:pt x="2031" y="456"/>
                    <a:pt x="1576" y="1"/>
                    <a:pt x="1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2272896" y="2871036"/>
              <a:ext cx="56576" cy="56576"/>
            </a:xfrm>
            <a:custGeom>
              <a:rect b="b" l="l" r="r" t="t"/>
              <a:pathLst>
                <a:path extrusionOk="0" h="2032" w="2032">
                  <a:moveTo>
                    <a:pt x="1016" y="1"/>
                  </a:moveTo>
                  <a:cubicBezTo>
                    <a:pt x="455" y="1"/>
                    <a:pt x="0" y="456"/>
                    <a:pt x="0" y="1017"/>
                  </a:cubicBezTo>
                  <a:cubicBezTo>
                    <a:pt x="0" y="1577"/>
                    <a:pt x="455" y="2032"/>
                    <a:pt x="1016" y="2032"/>
                  </a:cubicBezTo>
                  <a:cubicBezTo>
                    <a:pt x="1576" y="2032"/>
                    <a:pt x="2031" y="1577"/>
                    <a:pt x="2031" y="1017"/>
                  </a:cubicBezTo>
                  <a:cubicBezTo>
                    <a:pt x="2031" y="456"/>
                    <a:pt x="1576" y="1"/>
                    <a:pt x="10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2146016" y="2659374"/>
              <a:ext cx="56576" cy="56576"/>
            </a:xfrm>
            <a:custGeom>
              <a:rect b="b" l="l" r="r" t="t"/>
              <a:pathLst>
                <a:path extrusionOk="0" h="2032" w="2032">
                  <a:moveTo>
                    <a:pt x="1017" y="1"/>
                  </a:moveTo>
                  <a:cubicBezTo>
                    <a:pt x="456" y="1"/>
                    <a:pt x="1" y="456"/>
                    <a:pt x="1" y="1017"/>
                  </a:cubicBezTo>
                  <a:cubicBezTo>
                    <a:pt x="1" y="1577"/>
                    <a:pt x="456" y="2032"/>
                    <a:pt x="1017" y="2032"/>
                  </a:cubicBezTo>
                  <a:cubicBezTo>
                    <a:pt x="1577" y="2032"/>
                    <a:pt x="2032" y="1577"/>
                    <a:pt x="2032" y="1017"/>
                  </a:cubicBezTo>
                  <a:cubicBezTo>
                    <a:pt x="2032" y="456"/>
                    <a:pt x="1577" y="1"/>
                    <a:pt x="1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1" name="Google Shape;2481;p44"/>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4" name="Google Shape;2484;p44"/>
          <p:cNvGrpSpPr/>
          <p:nvPr/>
        </p:nvGrpSpPr>
        <p:grpSpPr>
          <a:xfrm>
            <a:off x="7989643" y="367866"/>
            <a:ext cx="882260" cy="906121"/>
            <a:chOff x="1742490" y="367839"/>
            <a:chExt cx="629242" cy="646260"/>
          </a:xfrm>
        </p:grpSpPr>
        <p:sp>
          <p:nvSpPr>
            <p:cNvPr id="2485" name="Google Shape;2485;p44"/>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4"/>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9" name="Shape 2499"/>
        <p:cNvGrpSpPr/>
        <p:nvPr/>
      </p:nvGrpSpPr>
      <p:grpSpPr>
        <a:xfrm>
          <a:off x="0" y="0"/>
          <a:ext cx="0" cy="0"/>
          <a:chOff x="0" y="0"/>
          <a:chExt cx="0" cy="0"/>
        </a:xfrm>
      </p:grpSpPr>
      <p:sp>
        <p:nvSpPr>
          <p:cNvPr id="2500" name="Google Shape;2500;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a:t>
            </a:r>
            <a:r>
              <a:rPr lang="en"/>
              <a:t> talk about </a:t>
            </a:r>
            <a:r>
              <a:rPr lang="en"/>
              <a:t>d</a:t>
            </a:r>
            <a:r>
              <a:rPr lang="en"/>
              <a:t>efinitions</a:t>
            </a:r>
            <a:endParaRPr/>
          </a:p>
        </p:txBody>
      </p:sp>
      <p:sp>
        <p:nvSpPr>
          <p:cNvPr id="2501" name="Google Shape;2501;p45"/>
          <p:cNvSpPr txBox="1"/>
          <p:nvPr>
            <p:ph idx="2" type="subTitle"/>
          </p:nvPr>
        </p:nvSpPr>
        <p:spPr>
          <a:xfrm>
            <a:off x="4903089" y="1842900"/>
            <a:ext cx="19782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extremely high temperatures</a:t>
            </a:r>
            <a:endParaRPr/>
          </a:p>
        </p:txBody>
      </p:sp>
      <p:sp>
        <p:nvSpPr>
          <p:cNvPr id="2502" name="Google Shape;2502;p45"/>
          <p:cNvSpPr txBox="1"/>
          <p:nvPr>
            <p:ph idx="3" type="subTitle"/>
          </p:nvPr>
        </p:nvSpPr>
        <p:spPr>
          <a:xfrm>
            <a:off x="2110311" y="34857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2503" name="Google Shape;2503;p45"/>
          <p:cNvSpPr txBox="1"/>
          <p:nvPr>
            <p:ph idx="4" type="subTitle"/>
          </p:nvPr>
        </p:nvSpPr>
        <p:spPr>
          <a:xfrm>
            <a:off x="4903089" y="3485775"/>
            <a:ext cx="19782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and has several rings</a:t>
            </a:r>
            <a:endParaRPr/>
          </a:p>
        </p:txBody>
      </p:sp>
      <p:sp>
        <p:nvSpPr>
          <p:cNvPr id="2504" name="Google Shape;2504;p45"/>
          <p:cNvSpPr txBox="1"/>
          <p:nvPr>
            <p:ph idx="5" type="subTitle"/>
          </p:nvPr>
        </p:nvSpPr>
        <p:spPr>
          <a:xfrm>
            <a:off x="2110311" y="1489700"/>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505" name="Google Shape;2505;p45"/>
          <p:cNvSpPr txBox="1"/>
          <p:nvPr>
            <p:ph idx="6" type="subTitle"/>
          </p:nvPr>
        </p:nvSpPr>
        <p:spPr>
          <a:xfrm>
            <a:off x="2110311" y="3132675"/>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506" name="Google Shape;2506;p45"/>
          <p:cNvSpPr txBox="1"/>
          <p:nvPr>
            <p:ph idx="7" type="subTitle"/>
          </p:nvPr>
        </p:nvSpPr>
        <p:spPr>
          <a:xfrm>
            <a:off x="4903086" y="1489700"/>
            <a:ext cx="19782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2507" name="Google Shape;2507;p45"/>
          <p:cNvSpPr txBox="1"/>
          <p:nvPr>
            <p:ph idx="8" type="subTitle"/>
          </p:nvPr>
        </p:nvSpPr>
        <p:spPr>
          <a:xfrm>
            <a:off x="4903086" y="3132675"/>
            <a:ext cx="19782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grpSp>
        <p:nvGrpSpPr>
          <p:cNvPr id="2508" name="Google Shape;2508;p45"/>
          <p:cNvGrpSpPr/>
          <p:nvPr/>
        </p:nvGrpSpPr>
        <p:grpSpPr>
          <a:xfrm>
            <a:off x="1439449" y="1576781"/>
            <a:ext cx="526674" cy="777953"/>
            <a:chOff x="3644858" y="3153531"/>
            <a:chExt cx="362398" cy="535301"/>
          </a:xfrm>
        </p:grpSpPr>
        <p:sp>
          <p:nvSpPr>
            <p:cNvPr id="2509" name="Google Shape;2509;p45"/>
            <p:cNvSpPr/>
            <p:nvPr/>
          </p:nvSpPr>
          <p:spPr>
            <a:xfrm>
              <a:off x="3673564" y="3226869"/>
              <a:ext cx="333692" cy="461963"/>
            </a:xfrm>
            <a:custGeom>
              <a:rect b="b" l="l" r="r" t="t"/>
              <a:pathLst>
                <a:path extrusionOk="0" h="16592" w="11985">
                  <a:moveTo>
                    <a:pt x="4587" y="0"/>
                  </a:moveTo>
                  <a:lnTo>
                    <a:pt x="0" y="4586"/>
                  </a:lnTo>
                  <a:lnTo>
                    <a:pt x="0" y="16058"/>
                  </a:lnTo>
                  <a:cubicBezTo>
                    <a:pt x="0" y="16352"/>
                    <a:pt x="239" y="16591"/>
                    <a:pt x="534" y="16591"/>
                  </a:cubicBezTo>
                  <a:lnTo>
                    <a:pt x="11450" y="16591"/>
                  </a:lnTo>
                  <a:cubicBezTo>
                    <a:pt x="11745" y="16591"/>
                    <a:pt x="11984" y="16352"/>
                    <a:pt x="11984" y="16058"/>
                  </a:cubicBezTo>
                  <a:lnTo>
                    <a:pt x="11984" y="533"/>
                  </a:lnTo>
                  <a:cubicBezTo>
                    <a:pt x="11984" y="239"/>
                    <a:pt x="11745" y="0"/>
                    <a:pt x="11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5"/>
            <p:cNvSpPr/>
            <p:nvPr/>
          </p:nvSpPr>
          <p:spPr>
            <a:xfrm>
              <a:off x="3644858" y="3199221"/>
              <a:ext cx="333665" cy="461963"/>
            </a:xfrm>
            <a:custGeom>
              <a:rect b="b" l="l" r="r" t="t"/>
              <a:pathLst>
                <a:path extrusionOk="0" h="16592" w="11984">
                  <a:moveTo>
                    <a:pt x="4586" y="0"/>
                  </a:moveTo>
                  <a:lnTo>
                    <a:pt x="0" y="4586"/>
                  </a:lnTo>
                  <a:lnTo>
                    <a:pt x="0" y="16058"/>
                  </a:lnTo>
                  <a:cubicBezTo>
                    <a:pt x="0" y="16352"/>
                    <a:pt x="240" y="16591"/>
                    <a:pt x="533" y="16591"/>
                  </a:cubicBezTo>
                  <a:lnTo>
                    <a:pt x="11451" y="16591"/>
                  </a:lnTo>
                  <a:cubicBezTo>
                    <a:pt x="11744" y="16591"/>
                    <a:pt x="11984" y="16352"/>
                    <a:pt x="11984" y="16058"/>
                  </a:cubicBezTo>
                  <a:lnTo>
                    <a:pt x="11984" y="533"/>
                  </a:lnTo>
                  <a:cubicBezTo>
                    <a:pt x="11984" y="240"/>
                    <a:pt x="11744" y="0"/>
                    <a:pt x="11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5"/>
            <p:cNvSpPr/>
            <p:nvPr/>
          </p:nvSpPr>
          <p:spPr>
            <a:xfrm>
              <a:off x="3702548" y="3355336"/>
              <a:ext cx="75147" cy="51035"/>
            </a:xfrm>
            <a:custGeom>
              <a:rect b="b" l="l" r="r" t="t"/>
              <a:pathLst>
                <a:path extrusionOk="0" h="1833" w="2699">
                  <a:moveTo>
                    <a:pt x="1350" y="0"/>
                  </a:moveTo>
                  <a:cubicBezTo>
                    <a:pt x="604" y="0"/>
                    <a:pt x="1" y="604"/>
                    <a:pt x="1" y="1349"/>
                  </a:cubicBezTo>
                  <a:lnTo>
                    <a:pt x="1" y="1638"/>
                  </a:lnTo>
                  <a:cubicBezTo>
                    <a:pt x="1" y="1745"/>
                    <a:pt x="87" y="1832"/>
                    <a:pt x="195" y="1832"/>
                  </a:cubicBezTo>
                  <a:lnTo>
                    <a:pt x="2506" y="1832"/>
                  </a:lnTo>
                  <a:cubicBezTo>
                    <a:pt x="2612" y="1832"/>
                    <a:pt x="2699" y="1745"/>
                    <a:pt x="2699" y="1638"/>
                  </a:cubicBezTo>
                  <a:lnTo>
                    <a:pt x="2699" y="1349"/>
                  </a:lnTo>
                  <a:cubicBezTo>
                    <a:pt x="2699" y="604"/>
                    <a:pt x="2095" y="0"/>
                    <a:pt x="1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5"/>
            <p:cNvSpPr/>
            <p:nvPr/>
          </p:nvSpPr>
          <p:spPr>
            <a:xfrm>
              <a:off x="3714326" y="3306500"/>
              <a:ext cx="51620" cy="55045"/>
            </a:xfrm>
            <a:custGeom>
              <a:rect b="b" l="l" r="r" t="t"/>
              <a:pathLst>
                <a:path extrusionOk="0" h="1977" w="1854">
                  <a:moveTo>
                    <a:pt x="927" y="0"/>
                  </a:moveTo>
                  <a:cubicBezTo>
                    <a:pt x="416" y="0"/>
                    <a:pt x="1" y="442"/>
                    <a:pt x="1" y="988"/>
                  </a:cubicBezTo>
                  <a:cubicBezTo>
                    <a:pt x="1" y="1533"/>
                    <a:pt x="416" y="1976"/>
                    <a:pt x="927" y="1976"/>
                  </a:cubicBezTo>
                  <a:cubicBezTo>
                    <a:pt x="1439" y="1976"/>
                    <a:pt x="1854" y="1533"/>
                    <a:pt x="1854" y="988"/>
                  </a:cubicBezTo>
                  <a:cubicBezTo>
                    <a:pt x="1854" y="442"/>
                    <a:pt x="1439" y="0"/>
                    <a:pt x="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5"/>
            <p:cNvSpPr/>
            <p:nvPr/>
          </p:nvSpPr>
          <p:spPr>
            <a:xfrm>
              <a:off x="3644858" y="3199221"/>
              <a:ext cx="127714" cy="127714"/>
            </a:xfrm>
            <a:custGeom>
              <a:rect b="b" l="l" r="r" t="t"/>
              <a:pathLst>
                <a:path extrusionOk="0" h="4587" w="4587">
                  <a:moveTo>
                    <a:pt x="4586" y="0"/>
                  </a:moveTo>
                  <a:lnTo>
                    <a:pt x="0" y="4586"/>
                  </a:lnTo>
                  <a:lnTo>
                    <a:pt x="4053" y="4586"/>
                  </a:lnTo>
                  <a:cubicBezTo>
                    <a:pt x="4349" y="4586"/>
                    <a:pt x="4586" y="4347"/>
                    <a:pt x="4586" y="4053"/>
                  </a:cubicBezTo>
                  <a:lnTo>
                    <a:pt x="45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5"/>
            <p:cNvSpPr/>
            <p:nvPr/>
          </p:nvSpPr>
          <p:spPr>
            <a:xfrm>
              <a:off x="3864121" y="3153531"/>
              <a:ext cx="84391" cy="146646"/>
            </a:xfrm>
            <a:custGeom>
              <a:rect b="b" l="l" r="r" t="t"/>
              <a:pathLst>
                <a:path extrusionOk="0" h="5267" w="3031">
                  <a:moveTo>
                    <a:pt x="1514" y="1"/>
                  </a:moveTo>
                  <a:cubicBezTo>
                    <a:pt x="1503" y="1"/>
                    <a:pt x="1491" y="1"/>
                    <a:pt x="1479" y="1"/>
                  </a:cubicBezTo>
                  <a:cubicBezTo>
                    <a:pt x="652" y="21"/>
                    <a:pt x="1" y="717"/>
                    <a:pt x="1" y="1544"/>
                  </a:cubicBezTo>
                  <a:lnTo>
                    <a:pt x="1" y="1641"/>
                  </a:lnTo>
                  <a:lnTo>
                    <a:pt x="924" y="1641"/>
                  </a:lnTo>
                  <a:lnTo>
                    <a:pt x="924" y="1516"/>
                  </a:lnTo>
                  <a:cubicBezTo>
                    <a:pt x="924" y="1190"/>
                    <a:pt x="1189" y="925"/>
                    <a:pt x="1515" y="925"/>
                  </a:cubicBezTo>
                  <a:cubicBezTo>
                    <a:pt x="1525" y="925"/>
                    <a:pt x="1535" y="925"/>
                    <a:pt x="1545" y="926"/>
                  </a:cubicBezTo>
                  <a:cubicBezTo>
                    <a:pt x="1863" y="941"/>
                    <a:pt x="2107" y="1215"/>
                    <a:pt x="2107" y="1533"/>
                  </a:cubicBezTo>
                  <a:lnTo>
                    <a:pt x="2107" y="3973"/>
                  </a:lnTo>
                  <a:cubicBezTo>
                    <a:pt x="2107" y="4177"/>
                    <a:pt x="1941" y="4344"/>
                    <a:pt x="1737" y="4344"/>
                  </a:cubicBezTo>
                  <a:cubicBezTo>
                    <a:pt x="1729" y="4344"/>
                    <a:pt x="1720" y="4344"/>
                    <a:pt x="1712" y="4343"/>
                  </a:cubicBezTo>
                  <a:cubicBezTo>
                    <a:pt x="1516" y="4330"/>
                    <a:pt x="1368" y="4158"/>
                    <a:pt x="1368" y="3961"/>
                  </a:cubicBezTo>
                  <a:lnTo>
                    <a:pt x="1368" y="3036"/>
                  </a:lnTo>
                  <a:cubicBezTo>
                    <a:pt x="1368" y="2832"/>
                    <a:pt x="1202" y="2666"/>
                    <a:pt x="998" y="2666"/>
                  </a:cubicBezTo>
                  <a:lnTo>
                    <a:pt x="813" y="2666"/>
                  </a:lnTo>
                  <a:cubicBezTo>
                    <a:pt x="609" y="2666"/>
                    <a:pt x="443" y="2832"/>
                    <a:pt x="443" y="3036"/>
                  </a:cubicBezTo>
                  <a:lnTo>
                    <a:pt x="443" y="3949"/>
                  </a:lnTo>
                  <a:cubicBezTo>
                    <a:pt x="443" y="4655"/>
                    <a:pt x="1000" y="5250"/>
                    <a:pt x="1706" y="5266"/>
                  </a:cubicBezTo>
                  <a:cubicBezTo>
                    <a:pt x="1716" y="5266"/>
                    <a:pt x="1726" y="5267"/>
                    <a:pt x="1737" y="5267"/>
                  </a:cubicBezTo>
                  <a:cubicBezTo>
                    <a:pt x="2450" y="5267"/>
                    <a:pt x="3030" y="4688"/>
                    <a:pt x="3030" y="3973"/>
                  </a:cubicBezTo>
                  <a:lnTo>
                    <a:pt x="3030" y="1516"/>
                  </a:lnTo>
                  <a:cubicBezTo>
                    <a:pt x="3030" y="680"/>
                    <a:pt x="2350" y="1"/>
                    <a:pt x="1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5"/>
            <p:cNvSpPr/>
            <p:nvPr/>
          </p:nvSpPr>
          <p:spPr>
            <a:xfrm>
              <a:off x="3695838" y="3430819"/>
              <a:ext cx="89931" cy="16176"/>
            </a:xfrm>
            <a:custGeom>
              <a:rect b="b" l="l" r="r" t="t"/>
              <a:pathLst>
                <a:path extrusionOk="0" h="581" w="3230">
                  <a:moveTo>
                    <a:pt x="290" y="0"/>
                  </a:moveTo>
                  <a:cubicBezTo>
                    <a:pt x="129" y="0"/>
                    <a:pt x="0" y="130"/>
                    <a:pt x="0" y="291"/>
                  </a:cubicBezTo>
                  <a:cubicBezTo>
                    <a:pt x="0" y="450"/>
                    <a:pt x="129" y="581"/>
                    <a:pt x="290" y="581"/>
                  </a:cubicBezTo>
                  <a:lnTo>
                    <a:pt x="2940" y="581"/>
                  </a:lnTo>
                  <a:cubicBezTo>
                    <a:pt x="3101" y="581"/>
                    <a:pt x="3230" y="450"/>
                    <a:pt x="3230" y="291"/>
                  </a:cubicBezTo>
                  <a:cubicBezTo>
                    <a:pt x="3230" y="130"/>
                    <a:pt x="3101" y="0"/>
                    <a:pt x="2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5"/>
            <p:cNvSpPr/>
            <p:nvPr/>
          </p:nvSpPr>
          <p:spPr>
            <a:xfrm>
              <a:off x="3695838" y="3458550"/>
              <a:ext cx="161960" cy="16176"/>
            </a:xfrm>
            <a:custGeom>
              <a:rect b="b" l="l" r="r" t="t"/>
              <a:pathLst>
                <a:path extrusionOk="0" h="581" w="5817">
                  <a:moveTo>
                    <a:pt x="290" y="1"/>
                  </a:moveTo>
                  <a:cubicBezTo>
                    <a:pt x="129" y="1"/>
                    <a:pt x="0" y="130"/>
                    <a:pt x="0" y="291"/>
                  </a:cubicBezTo>
                  <a:cubicBezTo>
                    <a:pt x="0" y="451"/>
                    <a:pt x="129" y="580"/>
                    <a:pt x="290" y="580"/>
                  </a:cubicBezTo>
                  <a:lnTo>
                    <a:pt x="5528" y="580"/>
                  </a:lnTo>
                  <a:cubicBezTo>
                    <a:pt x="5687" y="580"/>
                    <a:pt x="5817" y="451"/>
                    <a:pt x="5817" y="291"/>
                  </a:cubicBezTo>
                  <a:cubicBezTo>
                    <a:pt x="5817" y="130"/>
                    <a:pt x="5687" y="1"/>
                    <a:pt x="5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5"/>
            <p:cNvSpPr/>
            <p:nvPr/>
          </p:nvSpPr>
          <p:spPr>
            <a:xfrm>
              <a:off x="3695838" y="3501345"/>
              <a:ext cx="246879" cy="16149"/>
            </a:xfrm>
            <a:custGeom>
              <a:rect b="b" l="l" r="r" t="t"/>
              <a:pathLst>
                <a:path extrusionOk="0" h="580" w="8867">
                  <a:moveTo>
                    <a:pt x="290" y="1"/>
                  </a:moveTo>
                  <a:cubicBezTo>
                    <a:pt x="129" y="1"/>
                    <a:pt x="0" y="130"/>
                    <a:pt x="0" y="291"/>
                  </a:cubicBezTo>
                  <a:cubicBezTo>
                    <a:pt x="0" y="451"/>
                    <a:pt x="129" y="580"/>
                    <a:pt x="290" y="580"/>
                  </a:cubicBezTo>
                  <a:lnTo>
                    <a:pt x="8577" y="580"/>
                  </a:lnTo>
                  <a:cubicBezTo>
                    <a:pt x="8736" y="580"/>
                    <a:pt x="8867" y="451"/>
                    <a:pt x="8867" y="291"/>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5"/>
            <p:cNvSpPr/>
            <p:nvPr/>
          </p:nvSpPr>
          <p:spPr>
            <a:xfrm>
              <a:off x="3695838" y="3529104"/>
              <a:ext cx="246879" cy="16149"/>
            </a:xfrm>
            <a:custGeom>
              <a:rect b="b" l="l" r="r" t="t"/>
              <a:pathLst>
                <a:path extrusionOk="0" h="580" w="8867">
                  <a:moveTo>
                    <a:pt x="290" y="0"/>
                  </a:moveTo>
                  <a:cubicBezTo>
                    <a:pt x="129" y="0"/>
                    <a:pt x="0" y="129"/>
                    <a:pt x="0" y="290"/>
                  </a:cubicBezTo>
                  <a:cubicBezTo>
                    <a:pt x="0" y="450"/>
                    <a:pt x="129" y="579"/>
                    <a:pt x="290" y="579"/>
                  </a:cubicBezTo>
                  <a:lnTo>
                    <a:pt x="8577" y="579"/>
                  </a:lnTo>
                  <a:cubicBezTo>
                    <a:pt x="8736" y="579"/>
                    <a:pt x="8867" y="450"/>
                    <a:pt x="8867" y="290"/>
                  </a:cubicBezTo>
                  <a:cubicBezTo>
                    <a:pt x="8867" y="129"/>
                    <a:pt x="8736" y="0"/>
                    <a:pt x="85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5"/>
            <p:cNvSpPr/>
            <p:nvPr/>
          </p:nvSpPr>
          <p:spPr>
            <a:xfrm>
              <a:off x="3695838" y="3556836"/>
              <a:ext cx="246879" cy="16149"/>
            </a:xfrm>
            <a:custGeom>
              <a:rect b="b" l="l" r="r" t="t"/>
              <a:pathLst>
                <a:path extrusionOk="0" h="580" w="8867">
                  <a:moveTo>
                    <a:pt x="290" y="1"/>
                  </a:moveTo>
                  <a:cubicBezTo>
                    <a:pt x="129" y="1"/>
                    <a:pt x="0" y="130"/>
                    <a:pt x="0" y="290"/>
                  </a:cubicBezTo>
                  <a:cubicBezTo>
                    <a:pt x="0" y="451"/>
                    <a:pt x="129" y="580"/>
                    <a:pt x="290" y="580"/>
                  </a:cubicBezTo>
                  <a:lnTo>
                    <a:pt x="8577" y="580"/>
                  </a:lnTo>
                  <a:cubicBezTo>
                    <a:pt x="8736" y="580"/>
                    <a:pt x="8867" y="451"/>
                    <a:pt x="8867" y="290"/>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5"/>
            <p:cNvSpPr/>
            <p:nvPr/>
          </p:nvSpPr>
          <p:spPr>
            <a:xfrm>
              <a:off x="3864232" y="3605951"/>
              <a:ext cx="55128" cy="16176"/>
            </a:xfrm>
            <a:custGeom>
              <a:rect b="b" l="l" r="r" t="t"/>
              <a:pathLst>
                <a:path extrusionOk="0" h="581" w="1980">
                  <a:moveTo>
                    <a:pt x="291" y="0"/>
                  </a:moveTo>
                  <a:cubicBezTo>
                    <a:pt x="130" y="0"/>
                    <a:pt x="0" y="129"/>
                    <a:pt x="0" y="290"/>
                  </a:cubicBezTo>
                  <a:cubicBezTo>
                    <a:pt x="0" y="450"/>
                    <a:pt x="130" y="581"/>
                    <a:pt x="291" y="581"/>
                  </a:cubicBezTo>
                  <a:lnTo>
                    <a:pt x="1690" y="581"/>
                  </a:lnTo>
                  <a:cubicBezTo>
                    <a:pt x="1849" y="581"/>
                    <a:pt x="1980" y="450"/>
                    <a:pt x="1980" y="290"/>
                  </a:cubicBezTo>
                  <a:cubicBezTo>
                    <a:pt x="1980" y="129"/>
                    <a:pt x="1849" y="0"/>
                    <a:pt x="16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5"/>
            <p:cNvSpPr/>
            <p:nvPr/>
          </p:nvSpPr>
          <p:spPr>
            <a:xfrm>
              <a:off x="3888511" y="3398242"/>
              <a:ext cx="48836" cy="16204"/>
            </a:xfrm>
            <a:custGeom>
              <a:rect b="b" l="l" r="r" t="t"/>
              <a:pathLst>
                <a:path extrusionOk="0" h="582" w="1754">
                  <a:moveTo>
                    <a:pt x="291" y="1"/>
                  </a:moveTo>
                  <a:cubicBezTo>
                    <a:pt x="131" y="1"/>
                    <a:pt x="0" y="130"/>
                    <a:pt x="0" y="291"/>
                  </a:cubicBezTo>
                  <a:cubicBezTo>
                    <a:pt x="0" y="451"/>
                    <a:pt x="131" y="581"/>
                    <a:pt x="291" y="581"/>
                  </a:cubicBezTo>
                  <a:lnTo>
                    <a:pt x="1463" y="581"/>
                  </a:lnTo>
                  <a:cubicBezTo>
                    <a:pt x="1623" y="581"/>
                    <a:pt x="1753" y="451"/>
                    <a:pt x="1753" y="291"/>
                  </a:cubicBezTo>
                  <a:cubicBezTo>
                    <a:pt x="1753" y="130"/>
                    <a:pt x="1623" y="1"/>
                    <a:pt x="1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5"/>
            <p:cNvSpPr/>
            <p:nvPr/>
          </p:nvSpPr>
          <p:spPr>
            <a:xfrm>
              <a:off x="3888511" y="3369592"/>
              <a:ext cx="48836" cy="16176"/>
            </a:xfrm>
            <a:custGeom>
              <a:rect b="b" l="l" r="r" t="t"/>
              <a:pathLst>
                <a:path extrusionOk="0" h="581" w="1754">
                  <a:moveTo>
                    <a:pt x="291" y="0"/>
                  </a:moveTo>
                  <a:cubicBezTo>
                    <a:pt x="131" y="0"/>
                    <a:pt x="0" y="130"/>
                    <a:pt x="0" y="291"/>
                  </a:cubicBezTo>
                  <a:cubicBezTo>
                    <a:pt x="0" y="450"/>
                    <a:pt x="131" y="581"/>
                    <a:pt x="291" y="581"/>
                  </a:cubicBezTo>
                  <a:lnTo>
                    <a:pt x="1463" y="581"/>
                  </a:lnTo>
                  <a:cubicBezTo>
                    <a:pt x="1623" y="581"/>
                    <a:pt x="1753" y="450"/>
                    <a:pt x="1753" y="291"/>
                  </a:cubicBezTo>
                  <a:cubicBezTo>
                    <a:pt x="1753" y="130"/>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5"/>
            <p:cNvSpPr/>
            <p:nvPr/>
          </p:nvSpPr>
          <p:spPr>
            <a:xfrm>
              <a:off x="3888511" y="3340941"/>
              <a:ext cx="48836" cy="16176"/>
            </a:xfrm>
            <a:custGeom>
              <a:rect b="b" l="l" r="r" t="t"/>
              <a:pathLst>
                <a:path extrusionOk="0" h="581" w="1754">
                  <a:moveTo>
                    <a:pt x="291" y="0"/>
                  </a:moveTo>
                  <a:cubicBezTo>
                    <a:pt x="131" y="0"/>
                    <a:pt x="0" y="131"/>
                    <a:pt x="0" y="290"/>
                  </a:cubicBezTo>
                  <a:cubicBezTo>
                    <a:pt x="0" y="450"/>
                    <a:pt x="131" y="581"/>
                    <a:pt x="291" y="581"/>
                  </a:cubicBezTo>
                  <a:lnTo>
                    <a:pt x="1463" y="581"/>
                  </a:lnTo>
                  <a:cubicBezTo>
                    <a:pt x="1623" y="581"/>
                    <a:pt x="1753" y="450"/>
                    <a:pt x="1753" y="290"/>
                  </a:cubicBezTo>
                  <a:cubicBezTo>
                    <a:pt x="1753" y="131"/>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 name="Google Shape;2524;p45"/>
          <p:cNvGrpSpPr/>
          <p:nvPr/>
        </p:nvGrpSpPr>
        <p:grpSpPr>
          <a:xfrm>
            <a:off x="1367707" y="3217546"/>
            <a:ext cx="670158" cy="777923"/>
            <a:chOff x="2875529" y="3153558"/>
            <a:chExt cx="461128" cy="535280"/>
          </a:xfrm>
        </p:grpSpPr>
        <p:sp>
          <p:nvSpPr>
            <p:cNvPr id="2525" name="Google Shape;2525;p45"/>
            <p:cNvSpPr/>
            <p:nvPr/>
          </p:nvSpPr>
          <p:spPr>
            <a:xfrm>
              <a:off x="2936589" y="3258471"/>
              <a:ext cx="400069" cy="366324"/>
            </a:xfrm>
            <a:custGeom>
              <a:rect b="b" l="l" r="r" t="t"/>
              <a:pathLst>
                <a:path extrusionOk="0" h="13157" w="14369">
                  <a:moveTo>
                    <a:pt x="11931" y="1"/>
                  </a:moveTo>
                  <a:cubicBezTo>
                    <a:pt x="11586" y="313"/>
                    <a:pt x="11243" y="628"/>
                    <a:pt x="10900" y="942"/>
                  </a:cubicBezTo>
                  <a:cubicBezTo>
                    <a:pt x="11336" y="1329"/>
                    <a:pt x="11716" y="1777"/>
                    <a:pt x="12030" y="2274"/>
                  </a:cubicBezTo>
                  <a:cubicBezTo>
                    <a:pt x="12652" y="3260"/>
                    <a:pt x="12980" y="4401"/>
                    <a:pt x="12980" y="5572"/>
                  </a:cubicBezTo>
                  <a:cubicBezTo>
                    <a:pt x="12980" y="8988"/>
                    <a:pt x="10200" y="11768"/>
                    <a:pt x="6784" y="11768"/>
                  </a:cubicBezTo>
                  <a:cubicBezTo>
                    <a:pt x="5605" y="11768"/>
                    <a:pt x="4458" y="11436"/>
                    <a:pt x="3469" y="10808"/>
                  </a:cubicBezTo>
                  <a:cubicBezTo>
                    <a:pt x="2719" y="10332"/>
                    <a:pt x="2083" y="9703"/>
                    <a:pt x="1600" y="8968"/>
                  </a:cubicBezTo>
                  <a:lnTo>
                    <a:pt x="0" y="8968"/>
                  </a:lnTo>
                  <a:cubicBezTo>
                    <a:pt x="617" y="10199"/>
                    <a:pt x="1558" y="11241"/>
                    <a:pt x="2724" y="11980"/>
                  </a:cubicBezTo>
                  <a:cubicBezTo>
                    <a:pt x="3937" y="12751"/>
                    <a:pt x="5341" y="13157"/>
                    <a:pt x="6784" y="13157"/>
                  </a:cubicBezTo>
                  <a:cubicBezTo>
                    <a:pt x="8810" y="13157"/>
                    <a:pt x="10715" y="12368"/>
                    <a:pt x="12147" y="10936"/>
                  </a:cubicBezTo>
                  <a:cubicBezTo>
                    <a:pt x="13580" y="9503"/>
                    <a:pt x="14369" y="7598"/>
                    <a:pt x="14369" y="5572"/>
                  </a:cubicBezTo>
                  <a:cubicBezTo>
                    <a:pt x="14369" y="4138"/>
                    <a:pt x="13966" y="2741"/>
                    <a:pt x="13205" y="1534"/>
                  </a:cubicBezTo>
                  <a:cubicBezTo>
                    <a:pt x="12848" y="967"/>
                    <a:pt x="12419" y="452"/>
                    <a:pt x="11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5"/>
            <p:cNvSpPr/>
            <p:nvPr/>
          </p:nvSpPr>
          <p:spPr>
            <a:xfrm>
              <a:off x="2875529" y="3480657"/>
              <a:ext cx="169282" cy="39592"/>
            </a:xfrm>
            <a:custGeom>
              <a:rect b="b" l="l" r="r" t="t"/>
              <a:pathLst>
                <a:path extrusionOk="0" h="1422" w="6080">
                  <a:moveTo>
                    <a:pt x="182" y="1"/>
                  </a:moveTo>
                  <a:cubicBezTo>
                    <a:pt x="82" y="1"/>
                    <a:pt x="0" y="83"/>
                    <a:pt x="0" y="183"/>
                  </a:cubicBezTo>
                  <a:lnTo>
                    <a:pt x="0" y="650"/>
                  </a:lnTo>
                  <a:cubicBezTo>
                    <a:pt x="0" y="1077"/>
                    <a:pt x="347" y="1422"/>
                    <a:pt x="772" y="1422"/>
                  </a:cubicBezTo>
                  <a:lnTo>
                    <a:pt x="5306" y="1422"/>
                  </a:lnTo>
                  <a:cubicBezTo>
                    <a:pt x="5733" y="1422"/>
                    <a:pt x="6079" y="1077"/>
                    <a:pt x="6078" y="650"/>
                  </a:cubicBezTo>
                  <a:lnTo>
                    <a:pt x="6078" y="183"/>
                  </a:lnTo>
                  <a:cubicBezTo>
                    <a:pt x="6078" y="83"/>
                    <a:pt x="5997" y="1"/>
                    <a:pt x="5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5"/>
            <p:cNvSpPr/>
            <p:nvPr/>
          </p:nvSpPr>
          <p:spPr>
            <a:xfrm>
              <a:off x="3230499" y="3153558"/>
              <a:ext cx="103658" cy="92548"/>
            </a:xfrm>
            <a:custGeom>
              <a:rect b="b" l="l" r="r" t="t"/>
              <a:pathLst>
                <a:path extrusionOk="0" h="3324" w="3723">
                  <a:moveTo>
                    <a:pt x="2579" y="0"/>
                  </a:moveTo>
                  <a:cubicBezTo>
                    <a:pt x="2517" y="0"/>
                    <a:pt x="2454" y="16"/>
                    <a:pt x="2397" y="49"/>
                  </a:cubicBezTo>
                  <a:lnTo>
                    <a:pt x="0" y="1432"/>
                  </a:lnTo>
                  <a:lnTo>
                    <a:pt x="1093" y="3324"/>
                  </a:lnTo>
                  <a:lnTo>
                    <a:pt x="3490" y="1940"/>
                  </a:lnTo>
                  <a:cubicBezTo>
                    <a:pt x="3663" y="1839"/>
                    <a:pt x="3723" y="1619"/>
                    <a:pt x="3623" y="1444"/>
                  </a:cubicBezTo>
                  <a:lnTo>
                    <a:pt x="2893" y="182"/>
                  </a:lnTo>
                  <a:cubicBezTo>
                    <a:pt x="2826" y="65"/>
                    <a:pt x="2705" y="0"/>
                    <a:pt x="25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5"/>
            <p:cNvSpPr/>
            <p:nvPr/>
          </p:nvSpPr>
          <p:spPr>
            <a:xfrm>
              <a:off x="2996256" y="3332756"/>
              <a:ext cx="55212" cy="47889"/>
            </a:xfrm>
            <a:custGeom>
              <a:rect b="b" l="l" r="r" t="t"/>
              <a:pathLst>
                <a:path extrusionOk="0" h="1720" w="1983">
                  <a:moveTo>
                    <a:pt x="1448" y="0"/>
                  </a:moveTo>
                  <a:lnTo>
                    <a:pt x="116" y="768"/>
                  </a:lnTo>
                  <a:cubicBezTo>
                    <a:pt x="29" y="818"/>
                    <a:pt x="0" y="929"/>
                    <a:pt x="50" y="1017"/>
                  </a:cubicBezTo>
                  <a:lnTo>
                    <a:pt x="403" y="1628"/>
                  </a:lnTo>
                  <a:cubicBezTo>
                    <a:pt x="436" y="1687"/>
                    <a:pt x="498" y="1719"/>
                    <a:pt x="561" y="1719"/>
                  </a:cubicBezTo>
                  <a:cubicBezTo>
                    <a:pt x="592" y="1719"/>
                    <a:pt x="623" y="1712"/>
                    <a:pt x="651" y="1695"/>
                  </a:cubicBezTo>
                  <a:lnTo>
                    <a:pt x="1982" y="926"/>
                  </a:lnTo>
                  <a:lnTo>
                    <a:pt x="1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5"/>
            <p:cNvSpPr/>
            <p:nvPr/>
          </p:nvSpPr>
          <p:spPr>
            <a:xfrm>
              <a:off x="3013575" y="3302852"/>
              <a:ext cx="57773" cy="66126"/>
            </a:xfrm>
            <a:custGeom>
              <a:rect b="b" l="l" r="r" t="t"/>
              <a:pathLst>
                <a:path extrusionOk="0" h="2375" w="2075">
                  <a:moveTo>
                    <a:pt x="983" y="1"/>
                  </a:moveTo>
                  <a:lnTo>
                    <a:pt x="233" y="435"/>
                  </a:lnTo>
                  <a:cubicBezTo>
                    <a:pt x="59" y="535"/>
                    <a:pt x="0" y="757"/>
                    <a:pt x="100" y="930"/>
                  </a:cubicBezTo>
                  <a:lnTo>
                    <a:pt x="830" y="2194"/>
                  </a:lnTo>
                  <a:cubicBezTo>
                    <a:pt x="897" y="2310"/>
                    <a:pt x="1018" y="2375"/>
                    <a:pt x="1143" y="2375"/>
                  </a:cubicBezTo>
                  <a:cubicBezTo>
                    <a:pt x="1205" y="2375"/>
                    <a:pt x="1268" y="2359"/>
                    <a:pt x="1325" y="2325"/>
                  </a:cubicBezTo>
                  <a:lnTo>
                    <a:pt x="2075" y="1892"/>
                  </a:lnTo>
                  <a:lnTo>
                    <a:pt x="9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5"/>
            <p:cNvSpPr/>
            <p:nvPr/>
          </p:nvSpPr>
          <p:spPr>
            <a:xfrm>
              <a:off x="3035376" y="3278601"/>
              <a:ext cx="67908" cy="83639"/>
            </a:xfrm>
            <a:custGeom>
              <a:rect b="b" l="l" r="r" t="t"/>
              <a:pathLst>
                <a:path extrusionOk="0" h="3004" w="2439">
                  <a:moveTo>
                    <a:pt x="983" y="1"/>
                  </a:moveTo>
                  <a:lnTo>
                    <a:pt x="233" y="435"/>
                  </a:lnTo>
                  <a:cubicBezTo>
                    <a:pt x="59" y="535"/>
                    <a:pt x="0" y="757"/>
                    <a:pt x="100" y="930"/>
                  </a:cubicBezTo>
                  <a:lnTo>
                    <a:pt x="1192" y="2822"/>
                  </a:lnTo>
                  <a:cubicBezTo>
                    <a:pt x="1259" y="2938"/>
                    <a:pt x="1380" y="3003"/>
                    <a:pt x="1505" y="3003"/>
                  </a:cubicBezTo>
                  <a:cubicBezTo>
                    <a:pt x="1567" y="3003"/>
                    <a:pt x="1630" y="2987"/>
                    <a:pt x="1687" y="2954"/>
                  </a:cubicBezTo>
                  <a:lnTo>
                    <a:pt x="2438" y="2521"/>
                  </a:lnTo>
                  <a:lnTo>
                    <a:pt x="9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5"/>
            <p:cNvSpPr/>
            <p:nvPr/>
          </p:nvSpPr>
          <p:spPr>
            <a:xfrm>
              <a:off x="3056007" y="3184269"/>
              <a:ext cx="205923" cy="171176"/>
            </a:xfrm>
            <a:custGeom>
              <a:rect b="b" l="l" r="r" t="t"/>
              <a:pathLst>
                <a:path extrusionOk="0" h="6148" w="7396">
                  <a:moveTo>
                    <a:pt x="5570" y="0"/>
                  </a:moveTo>
                  <a:cubicBezTo>
                    <a:pt x="5508" y="0"/>
                    <a:pt x="5445" y="16"/>
                    <a:pt x="5388" y="50"/>
                  </a:cubicBezTo>
                  <a:lnTo>
                    <a:pt x="234" y="3024"/>
                  </a:lnTo>
                  <a:cubicBezTo>
                    <a:pt x="61" y="3124"/>
                    <a:pt x="1" y="3346"/>
                    <a:pt x="102" y="3519"/>
                  </a:cubicBezTo>
                  <a:lnTo>
                    <a:pt x="1513" y="5966"/>
                  </a:lnTo>
                  <a:cubicBezTo>
                    <a:pt x="1580" y="6082"/>
                    <a:pt x="1702" y="6147"/>
                    <a:pt x="1827" y="6147"/>
                  </a:cubicBezTo>
                  <a:cubicBezTo>
                    <a:pt x="1888" y="6147"/>
                    <a:pt x="1951" y="6131"/>
                    <a:pt x="2008" y="6098"/>
                  </a:cubicBezTo>
                  <a:lnTo>
                    <a:pt x="7163" y="3123"/>
                  </a:lnTo>
                  <a:cubicBezTo>
                    <a:pt x="7336" y="3023"/>
                    <a:pt x="7396" y="2801"/>
                    <a:pt x="7295" y="2627"/>
                  </a:cubicBezTo>
                  <a:lnTo>
                    <a:pt x="5883" y="181"/>
                  </a:lnTo>
                  <a:cubicBezTo>
                    <a:pt x="5816" y="65"/>
                    <a:pt x="5695" y="0"/>
                    <a:pt x="5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5"/>
            <p:cNvSpPr/>
            <p:nvPr/>
          </p:nvSpPr>
          <p:spPr>
            <a:xfrm>
              <a:off x="3196614" y="3161104"/>
              <a:ext cx="87620" cy="123481"/>
            </a:xfrm>
            <a:custGeom>
              <a:rect b="b" l="l" r="r" t="t"/>
              <a:pathLst>
                <a:path extrusionOk="0" h="4435" w="3147">
                  <a:moveTo>
                    <a:pt x="680" y="0"/>
                  </a:moveTo>
                  <a:cubicBezTo>
                    <a:pt x="619" y="0"/>
                    <a:pt x="556" y="16"/>
                    <a:pt x="499" y="49"/>
                  </a:cubicBezTo>
                  <a:lnTo>
                    <a:pt x="233" y="202"/>
                  </a:lnTo>
                  <a:cubicBezTo>
                    <a:pt x="59" y="302"/>
                    <a:pt x="0" y="524"/>
                    <a:pt x="100" y="699"/>
                  </a:cubicBezTo>
                  <a:lnTo>
                    <a:pt x="2152" y="4253"/>
                  </a:lnTo>
                  <a:cubicBezTo>
                    <a:pt x="2220" y="4369"/>
                    <a:pt x="2341" y="4434"/>
                    <a:pt x="2467" y="4434"/>
                  </a:cubicBezTo>
                  <a:cubicBezTo>
                    <a:pt x="2528" y="4434"/>
                    <a:pt x="2591" y="4419"/>
                    <a:pt x="2648" y="4386"/>
                  </a:cubicBezTo>
                  <a:lnTo>
                    <a:pt x="2914" y="4231"/>
                  </a:lnTo>
                  <a:cubicBezTo>
                    <a:pt x="3088" y="4131"/>
                    <a:pt x="3147" y="3909"/>
                    <a:pt x="3047" y="3736"/>
                  </a:cubicBezTo>
                  <a:lnTo>
                    <a:pt x="995" y="182"/>
                  </a:lnTo>
                  <a:cubicBezTo>
                    <a:pt x="927" y="65"/>
                    <a:pt x="806"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5"/>
            <p:cNvSpPr/>
            <p:nvPr/>
          </p:nvSpPr>
          <p:spPr>
            <a:xfrm>
              <a:off x="3242416" y="3240651"/>
              <a:ext cx="41819" cy="43935"/>
            </a:xfrm>
            <a:custGeom>
              <a:rect b="b" l="l" r="r" t="t"/>
              <a:pathLst>
                <a:path extrusionOk="0" h="1578" w="1502">
                  <a:moveTo>
                    <a:pt x="894" y="0"/>
                  </a:moveTo>
                  <a:lnTo>
                    <a:pt x="896" y="4"/>
                  </a:lnTo>
                  <a:lnTo>
                    <a:pt x="896" y="4"/>
                  </a:lnTo>
                  <a:cubicBezTo>
                    <a:pt x="896" y="3"/>
                    <a:pt x="895" y="1"/>
                    <a:pt x="894" y="0"/>
                  </a:cubicBezTo>
                  <a:close/>
                  <a:moveTo>
                    <a:pt x="896" y="4"/>
                  </a:moveTo>
                  <a:lnTo>
                    <a:pt x="896" y="4"/>
                  </a:lnTo>
                  <a:cubicBezTo>
                    <a:pt x="995" y="176"/>
                    <a:pt x="935" y="396"/>
                    <a:pt x="763" y="496"/>
                  </a:cubicBezTo>
                  <a:lnTo>
                    <a:pt x="496" y="649"/>
                  </a:lnTo>
                  <a:cubicBezTo>
                    <a:pt x="438" y="683"/>
                    <a:pt x="376" y="699"/>
                    <a:pt x="314" y="699"/>
                  </a:cubicBezTo>
                  <a:cubicBezTo>
                    <a:pt x="189" y="699"/>
                    <a:pt x="67" y="634"/>
                    <a:pt x="0" y="518"/>
                  </a:cubicBezTo>
                  <a:lnTo>
                    <a:pt x="0" y="518"/>
                  </a:lnTo>
                  <a:lnTo>
                    <a:pt x="507" y="1396"/>
                  </a:lnTo>
                  <a:cubicBezTo>
                    <a:pt x="575" y="1512"/>
                    <a:pt x="696" y="1577"/>
                    <a:pt x="822" y="1577"/>
                  </a:cubicBezTo>
                  <a:cubicBezTo>
                    <a:pt x="883" y="1577"/>
                    <a:pt x="946" y="1562"/>
                    <a:pt x="1003" y="1529"/>
                  </a:cubicBezTo>
                  <a:lnTo>
                    <a:pt x="1269" y="1374"/>
                  </a:lnTo>
                  <a:cubicBezTo>
                    <a:pt x="1443" y="1274"/>
                    <a:pt x="1502" y="1052"/>
                    <a:pt x="1402" y="879"/>
                  </a:cubicBezTo>
                  <a:lnTo>
                    <a:pt x="896" y="4"/>
                  </a:lnTo>
                  <a:close/>
                </a:path>
              </a:pathLst>
            </a:custGeom>
            <a:solidFill>
              <a:srgbClr val="7B6F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5"/>
            <p:cNvSpPr/>
            <p:nvPr/>
          </p:nvSpPr>
          <p:spPr>
            <a:xfrm>
              <a:off x="3104983" y="3275956"/>
              <a:ext cx="80688" cy="52093"/>
            </a:xfrm>
            <a:custGeom>
              <a:rect b="b" l="l" r="r" t="t"/>
              <a:pathLst>
                <a:path extrusionOk="0" h="1871" w="2898">
                  <a:moveTo>
                    <a:pt x="2565" y="1"/>
                  </a:moveTo>
                  <a:cubicBezTo>
                    <a:pt x="2516" y="1"/>
                    <a:pt x="2466" y="13"/>
                    <a:pt x="2420" y="40"/>
                  </a:cubicBezTo>
                  <a:lnTo>
                    <a:pt x="187" y="1329"/>
                  </a:lnTo>
                  <a:cubicBezTo>
                    <a:pt x="48" y="1410"/>
                    <a:pt x="1" y="1588"/>
                    <a:pt x="81" y="1725"/>
                  </a:cubicBezTo>
                  <a:cubicBezTo>
                    <a:pt x="135" y="1819"/>
                    <a:pt x="232" y="1871"/>
                    <a:pt x="332" y="1871"/>
                  </a:cubicBezTo>
                  <a:cubicBezTo>
                    <a:pt x="381" y="1871"/>
                    <a:pt x="431" y="1858"/>
                    <a:pt x="477" y="1832"/>
                  </a:cubicBezTo>
                  <a:lnTo>
                    <a:pt x="2711" y="542"/>
                  </a:lnTo>
                  <a:cubicBezTo>
                    <a:pt x="2850" y="462"/>
                    <a:pt x="2897" y="285"/>
                    <a:pt x="2817" y="146"/>
                  </a:cubicBezTo>
                  <a:cubicBezTo>
                    <a:pt x="2763" y="53"/>
                    <a:pt x="2666" y="1"/>
                    <a:pt x="2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5"/>
            <p:cNvSpPr/>
            <p:nvPr/>
          </p:nvSpPr>
          <p:spPr>
            <a:xfrm>
              <a:off x="3209895" y="3228094"/>
              <a:ext cx="92298" cy="92354"/>
            </a:xfrm>
            <a:custGeom>
              <a:rect b="b" l="l" r="r" t="t"/>
              <a:pathLst>
                <a:path extrusionOk="0" h="3317" w="3315">
                  <a:moveTo>
                    <a:pt x="1658" y="0"/>
                  </a:moveTo>
                  <a:cubicBezTo>
                    <a:pt x="743" y="0"/>
                    <a:pt x="0" y="743"/>
                    <a:pt x="0" y="1659"/>
                  </a:cubicBezTo>
                  <a:cubicBezTo>
                    <a:pt x="0" y="2574"/>
                    <a:pt x="743" y="3316"/>
                    <a:pt x="1658" y="3316"/>
                  </a:cubicBezTo>
                  <a:cubicBezTo>
                    <a:pt x="2573" y="3316"/>
                    <a:pt x="3315" y="2574"/>
                    <a:pt x="3315" y="1659"/>
                  </a:cubicBezTo>
                  <a:cubicBezTo>
                    <a:pt x="3315" y="743"/>
                    <a:pt x="2573" y="0"/>
                    <a:pt x="1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5"/>
            <p:cNvSpPr/>
            <p:nvPr/>
          </p:nvSpPr>
          <p:spPr>
            <a:xfrm>
              <a:off x="3236095" y="3254294"/>
              <a:ext cx="39898" cy="39926"/>
            </a:xfrm>
            <a:custGeom>
              <a:rect b="b" l="l" r="r" t="t"/>
              <a:pathLst>
                <a:path extrusionOk="0" h="1434" w="1433">
                  <a:moveTo>
                    <a:pt x="717" y="1"/>
                  </a:moveTo>
                  <a:cubicBezTo>
                    <a:pt x="321" y="1"/>
                    <a:pt x="1" y="321"/>
                    <a:pt x="1" y="718"/>
                  </a:cubicBezTo>
                  <a:cubicBezTo>
                    <a:pt x="1" y="1113"/>
                    <a:pt x="321" y="1434"/>
                    <a:pt x="717" y="1434"/>
                  </a:cubicBezTo>
                  <a:cubicBezTo>
                    <a:pt x="1113" y="1434"/>
                    <a:pt x="1432" y="1113"/>
                    <a:pt x="1432" y="718"/>
                  </a:cubicBezTo>
                  <a:cubicBezTo>
                    <a:pt x="1432" y="321"/>
                    <a:pt x="1113" y="1"/>
                    <a:pt x="7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5"/>
            <p:cNvSpPr/>
            <p:nvPr/>
          </p:nvSpPr>
          <p:spPr>
            <a:xfrm>
              <a:off x="3275605" y="3278128"/>
              <a:ext cx="56" cy="28"/>
            </a:xfrm>
            <a:custGeom>
              <a:rect b="b" l="l" r="r" t="t"/>
              <a:pathLst>
                <a:path extrusionOk="0" h="1" w="2">
                  <a:moveTo>
                    <a:pt x="0" y="1"/>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5"/>
            <p:cNvSpPr/>
            <p:nvPr/>
          </p:nvSpPr>
          <p:spPr>
            <a:xfrm>
              <a:off x="3128733" y="3540130"/>
              <a:ext cx="88094" cy="84669"/>
            </a:xfrm>
            <a:custGeom>
              <a:rect b="b" l="l" r="r" t="t"/>
              <a:pathLst>
                <a:path extrusionOk="0" h="3041" w="3164">
                  <a:moveTo>
                    <a:pt x="1689" y="0"/>
                  </a:moveTo>
                  <a:cubicBezTo>
                    <a:pt x="1539" y="0"/>
                    <a:pt x="1404" y="87"/>
                    <a:pt x="1339" y="221"/>
                  </a:cubicBezTo>
                  <a:lnTo>
                    <a:pt x="0" y="3041"/>
                  </a:lnTo>
                  <a:lnTo>
                    <a:pt x="3164" y="3041"/>
                  </a:lnTo>
                  <a:lnTo>
                    <a:pt x="3164" y="388"/>
                  </a:lnTo>
                  <a:cubicBezTo>
                    <a:pt x="3164" y="174"/>
                    <a:pt x="2991" y="0"/>
                    <a:pt x="2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5"/>
            <p:cNvSpPr/>
            <p:nvPr/>
          </p:nvSpPr>
          <p:spPr>
            <a:xfrm>
              <a:off x="2983254" y="3616837"/>
              <a:ext cx="283464" cy="44548"/>
            </a:xfrm>
            <a:custGeom>
              <a:rect b="b" l="l" r="r" t="t"/>
              <a:pathLst>
                <a:path extrusionOk="0" h="1600" w="10181">
                  <a:moveTo>
                    <a:pt x="653" y="1"/>
                  </a:moveTo>
                  <a:cubicBezTo>
                    <a:pt x="293" y="1"/>
                    <a:pt x="0" y="292"/>
                    <a:pt x="0" y="653"/>
                  </a:cubicBezTo>
                  <a:lnTo>
                    <a:pt x="0" y="1600"/>
                  </a:lnTo>
                  <a:lnTo>
                    <a:pt x="10180" y="1600"/>
                  </a:lnTo>
                  <a:lnTo>
                    <a:pt x="10180" y="653"/>
                  </a:lnTo>
                  <a:cubicBezTo>
                    <a:pt x="10180" y="292"/>
                    <a:pt x="9888" y="1"/>
                    <a:pt x="95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5"/>
            <p:cNvSpPr/>
            <p:nvPr/>
          </p:nvSpPr>
          <p:spPr>
            <a:xfrm>
              <a:off x="2956274" y="3652365"/>
              <a:ext cx="337395" cy="36474"/>
            </a:xfrm>
            <a:custGeom>
              <a:rect b="b" l="l" r="r" t="t"/>
              <a:pathLst>
                <a:path extrusionOk="0" h="1310" w="12118">
                  <a:moveTo>
                    <a:pt x="436" y="0"/>
                  </a:moveTo>
                  <a:cubicBezTo>
                    <a:pt x="196" y="0"/>
                    <a:pt x="1" y="195"/>
                    <a:pt x="1" y="436"/>
                  </a:cubicBezTo>
                  <a:lnTo>
                    <a:pt x="1" y="875"/>
                  </a:lnTo>
                  <a:cubicBezTo>
                    <a:pt x="1" y="1115"/>
                    <a:pt x="196" y="1309"/>
                    <a:pt x="436" y="1309"/>
                  </a:cubicBezTo>
                  <a:lnTo>
                    <a:pt x="11682" y="1309"/>
                  </a:lnTo>
                  <a:cubicBezTo>
                    <a:pt x="11923" y="1309"/>
                    <a:pt x="12118" y="1115"/>
                    <a:pt x="12118" y="875"/>
                  </a:cubicBezTo>
                  <a:lnTo>
                    <a:pt x="12118" y="436"/>
                  </a:lnTo>
                  <a:cubicBezTo>
                    <a:pt x="12118" y="195"/>
                    <a:pt x="11923" y="0"/>
                    <a:pt x="1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5"/>
            <p:cNvSpPr/>
            <p:nvPr/>
          </p:nvSpPr>
          <p:spPr>
            <a:xfrm>
              <a:off x="3182414" y="3560483"/>
              <a:ext cx="16232" cy="16288"/>
            </a:xfrm>
            <a:custGeom>
              <a:rect b="b" l="l" r="r" t="t"/>
              <a:pathLst>
                <a:path extrusionOk="0" h="585" w="583">
                  <a:moveTo>
                    <a:pt x="292" y="0"/>
                  </a:moveTo>
                  <a:cubicBezTo>
                    <a:pt x="132" y="0"/>
                    <a:pt x="3" y="129"/>
                    <a:pt x="2" y="289"/>
                  </a:cubicBezTo>
                  <a:lnTo>
                    <a:pt x="2" y="293"/>
                  </a:lnTo>
                  <a:cubicBezTo>
                    <a:pt x="0" y="452"/>
                    <a:pt x="130" y="583"/>
                    <a:pt x="291" y="584"/>
                  </a:cubicBezTo>
                  <a:lnTo>
                    <a:pt x="292" y="584"/>
                  </a:lnTo>
                  <a:cubicBezTo>
                    <a:pt x="452" y="584"/>
                    <a:pt x="581" y="455"/>
                    <a:pt x="582" y="295"/>
                  </a:cubicBezTo>
                  <a:lnTo>
                    <a:pt x="582" y="291"/>
                  </a:lnTo>
                  <a:cubicBezTo>
                    <a:pt x="582" y="131"/>
                    <a:pt x="453" y="0"/>
                    <a:pt x="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 name="Google Shape;2542;p45"/>
          <p:cNvGrpSpPr/>
          <p:nvPr/>
        </p:nvGrpSpPr>
        <p:grpSpPr>
          <a:xfrm>
            <a:off x="7065710" y="1576769"/>
            <a:ext cx="502843" cy="777962"/>
            <a:chOff x="3645164" y="3930766"/>
            <a:chExt cx="346001" cy="535307"/>
          </a:xfrm>
        </p:grpSpPr>
        <p:sp>
          <p:nvSpPr>
            <p:cNvPr id="2543" name="Google Shape;2543;p45"/>
            <p:cNvSpPr/>
            <p:nvPr/>
          </p:nvSpPr>
          <p:spPr>
            <a:xfrm>
              <a:off x="3852650" y="3930766"/>
              <a:ext cx="92075" cy="88734"/>
            </a:xfrm>
            <a:custGeom>
              <a:rect b="b" l="l" r="r" t="t"/>
              <a:pathLst>
                <a:path extrusionOk="0" h="3187" w="3307">
                  <a:moveTo>
                    <a:pt x="1743" y="0"/>
                  </a:moveTo>
                  <a:cubicBezTo>
                    <a:pt x="1680" y="0"/>
                    <a:pt x="1617" y="19"/>
                    <a:pt x="1563" y="59"/>
                  </a:cubicBezTo>
                  <a:cubicBezTo>
                    <a:pt x="0" y="1179"/>
                    <a:pt x="995" y="2303"/>
                    <a:pt x="926" y="3087"/>
                  </a:cubicBezTo>
                  <a:lnTo>
                    <a:pt x="2064" y="3187"/>
                  </a:lnTo>
                  <a:cubicBezTo>
                    <a:pt x="2134" y="2401"/>
                    <a:pt x="3307" y="1468"/>
                    <a:pt x="1963" y="93"/>
                  </a:cubicBezTo>
                  <a:cubicBezTo>
                    <a:pt x="1903" y="32"/>
                    <a:pt x="1823"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5"/>
            <p:cNvSpPr/>
            <p:nvPr/>
          </p:nvSpPr>
          <p:spPr>
            <a:xfrm>
              <a:off x="3867128" y="3961477"/>
              <a:ext cx="60112" cy="58024"/>
            </a:xfrm>
            <a:custGeom>
              <a:rect b="b" l="l" r="r" t="t"/>
              <a:pathLst>
                <a:path extrusionOk="0" h="2084" w="2159">
                  <a:moveTo>
                    <a:pt x="215" y="1"/>
                  </a:moveTo>
                  <a:cubicBezTo>
                    <a:pt x="0" y="748"/>
                    <a:pt x="453" y="1446"/>
                    <a:pt x="406" y="1984"/>
                  </a:cubicBezTo>
                  <a:lnTo>
                    <a:pt x="1544" y="2084"/>
                  </a:lnTo>
                  <a:cubicBezTo>
                    <a:pt x="1592" y="1546"/>
                    <a:pt x="2159" y="937"/>
                    <a:pt x="2076" y="164"/>
                  </a:cubicBezTo>
                  <a:lnTo>
                    <a:pt x="2076" y="164"/>
                  </a:lnTo>
                  <a:cubicBezTo>
                    <a:pt x="1915" y="573"/>
                    <a:pt x="1557" y="853"/>
                    <a:pt x="1154" y="853"/>
                  </a:cubicBezTo>
                  <a:cubicBezTo>
                    <a:pt x="1129" y="853"/>
                    <a:pt x="1104" y="852"/>
                    <a:pt x="1078" y="850"/>
                  </a:cubicBezTo>
                  <a:cubicBezTo>
                    <a:pt x="646" y="812"/>
                    <a:pt x="307" y="458"/>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5"/>
            <p:cNvSpPr/>
            <p:nvPr/>
          </p:nvSpPr>
          <p:spPr>
            <a:xfrm>
              <a:off x="3853736" y="4088525"/>
              <a:ext cx="56242" cy="243455"/>
            </a:xfrm>
            <a:custGeom>
              <a:rect b="b" l="l" r="r" t="t"/>
              <a:pathLst>
                <a:path extrusionOk="0" h="8744" w="2020">
                  <a:moveTo>
                    <a:pt x="438" y="0"/>
                  </a:moveTo>
                  <a:lnTo>
                    <a:pt x="14" y="8217"/>
                  </a:lnTo>
                  <a:cubicBezTo>
                    <a:pt x="1" y="8487"/>
                    <a:pt x="202" y="8717"/>
                    <a:pt x="470" y="8742"/>
                  </a:cubicBezTo>
                  <a:cubicBezTo>
                    <a:pt x="485" y="8743"/>
                    <a:pt x="499" y="8743"/>
                    <a:pt x="514" y="8743"/>
                  </a:cubicBezTo>
                  <a:cubicBezTo>
                    <a:pt x="764" y="8743"/>
                    <a:pt x="978" y="8557"/>
                    <a:pt x="1010" y="8305"/>
                  </a:cubicBezTo>
                  <a:lnTo>
                    <a:pt x="2019" y="139"/>
                  </a:lnTo>
                  <a:lnTo>
                    <a:pt x="4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5"/>
            <p:cNvSpPr/>
            <p:nvPr/>
          </p:nvSpPr>
          <p:spPr>
            <a:xfrm>
              <a:off x="3863147" y="4008476"/>
              <a:ext cx="55824" cy="93300"/>
            </a:xfrm>
            <a:custGeom>
              <a:rect b="b" l="l" r="r" t="t"/>
              <a:pathLst>
                <a:path extrusionOk="0" h="3351" w="2005">
                  <a:moveTo>
                    <a:pt x="417" y="0"/>
                  </a:moveTo>
                  <a:cubicBezTo>
                    <a:pt x="338" y="0"/>
                    <a:pt x="270" y="61"/>
                    <a:pt x="263" y="142"/>
                  </a:cubicBezTo>
                  <a:lnTo>
                    <a:pt x="8" y="3057"/>
                  </a:lnTo>
                  <a:cubicBezTo>
                    <a:pt x="0" y="3143"/>
                    <a:pt x="64" y="3218"/>
                    <a:pt x="149" y="3225"/>
                  </a:cubicBezTo>
                  <a:lnTo>
                    <a:pt x="1572" y="3350"/>
                  </a:lnTo>
                  <a:cubicBezTo>
                    <a:pt x="1577" y="3350"/>
                    <a:pt x="1581" y="3350"/>
                    <a:pt x="1586" y="3350"/>
                  </a:cubicBezTo>
                  <a:cubicBezTo>
                    <a:pt x="1666" y="3350"/>
                    <a:pt x="1734" y="3289"/>
                    <a:pt x="1741" y="3208"/>
                  </a:cubicBezTo>
                  <a:lnTo>
                    <a:pt x="1996" y="293"/>
                  </a:lnTo>
                  <a:cubicBezTo>
                    <a:pt x="2004" y="208"/>
                    <a:pt x="1941" y="132"/>
                    <a:pt x="1854" y="125"/>
                  </a:cubicBezTo>
                  <a:lnTo>
                    <a:pt x="431" y="1"/>
                  </a:lnTo>
                  <a:cubicBezTo>
                    <a:pt x="426" y="0"/>
                    <a:pt x="422" y="0"/>
                    <a:pt x="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5"/>
            <p:cNvSpPr/>
            <p:nvPr/>
          </p:nvSpPr>
          <p:spPr>
            <a:xfrm>
              <a:off x="3861337" y="4021395"/>
              <a:ext cx="63063" cy="20186"/>
            </a:xfrm>
            <a:custGeom>
              <a:rect b="b" l="l" r="r" t="t"/>
              <a:pathLst>
                <a:path extrusionOk="0" h="725" w="2265">
                  <a:moveTo>
                    <a:pt x="304" y="0"/>
                  </a:moveTo>
                  <a:cubicBezTo>
                    <a:pt x="156" y="0"/>
                    <a:pt x="28" y="113"/>
                    <a:pt x="15" y="265"/>
                  </a:cubicBezTo>
                  <a:cubicBezTo>
                    <a:pt x="1" y="425"/>
                    <a:pt x="119" y="565"/>
                    <a:pt x="279" y="580"/>
                  </a:cubicBezTo>
                  <a:lnTo>
                    <a:pt x="1936" y="723"/>
                  </a:lnTo>
                  <a:cubicBezTo>
                    <a:pt x="1945" y="725"/>
                    <a:pt x="1953" y="725"/>
                    <a:pt x="1962" y="725"/>
                  </a:cubicBezTo>
                  <a:cubicBezTo>
                    <a:pt x="2111" y="725"/>
                    <a:pt x="2238" y="611"/>
                    <a:pt x="2251" y="460"/>
                  </a:cubicBezTo>
                  <a:cubicBezTo>
                    <a:pt x="2264" y="300"/>
                    <a:pt x="2146" y="160"/>
                    <a:pt x="1988" y="147"/>
                  </a:cubicBezTo>
                  <a:lnTo>
                    <a:pt x="329" y="1"/>
                  </a:lnTo>
                  <a:cubicBezTo>
                    <a:pt x="321" y="1"/>
                    <a:pt x="31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5"/>
            <p:cNvSpPr/>
            <p:nvPr/>
          </p:nvSpPr>
          <p:spPr>
            <a:xfrm>
              <a:off x="3857383" y="4066835"/>
              <a:ext cx="63035" cy="20214"/>
            </a:xfrm>
            <a:custGeom>
              <a:rect b="b" l="l" r="r" t="t"/>
              <a:pathLst>
                <a:path extrusionOk="0" h="726" w="2264">
                  <a:moveTo>
                    <a:pt x="304" y="0"/>
                  </a:moveTo>
                  <a:cubicBezTo>
                    <a:pt x="155" y="0"/>
                    <a:pt x="27" y="114"/>
                    <a:pt x="15" y="265"/>
                  </a:cubicBezTo>
                  <a:cubicBezTo>
                    <a:pt x="0" y="425"/>
                    <a:pt x="118" y="566"/>
                    <a:pt x="278" y="579"/>
                  </a:cubicBezTo>
                  <a:lnTo>
                    <a:pt x="1936" y="725"/>
                  </a:lnTo>
                  <a:cubicBezTo>
                    <a:pt x="1944" y="726"/>
                    <a:pt x="1953" y="726"/>
                    <a:pt x="1961" y="726"/>
                  </a:cubicBezTo>
                  <a:cubicBezTo>
                    <a:pt x="2110" y="726"/>
                    <a:pt x="2237" y="612"/>
                    <a:pt x="2250" y="461"/>
                  </a:cubicBezTo>
                  <a:cubicBezTo>
                    <a:pt x="2264" y="301"/>
                    <a:pt x="2145" y="161"/>
                    <a:pt x="1986" y="146"/>
                  </a:cubicBezTo>
                  <a:lnTo>
                    <a:pt x="328" y="1"/>
                  </a:lnTo>
                  <a:cubicBezTo>
                    <a:pt x="320" y="1"/>
                    <a:pt x="31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5"/>
            <p:cNvSpPr/>
            <p:nvPr/>
          </p:nvSpPr>
          <p:spPr>
            <a:xfrm>
              <a:off x="3917941" y="3988819"/>
              <a:ext cx="68799" cy="242620"/>
            </a:xfrm>
            <a:custGeom>
              <a:rect b="b" l="l" r="r" t="t"/>
              <a:pathLst>
                <a:path extrusionOk="0" h="8714" w="2471">
                  <a:moveTo>
                    <a:pt x="1945" y="0"/>
                  </a:moveTo>
                  <a:cubicBezTo>
                    <a:pt x="1708" y="0"/>
                    <a:pt x="1498" y="171"/>
                    <a:pt x="1455" y="410"/>
                  </a:cubicBezTo>
                  <a:lnTo>
                    <a:pt x="1" y="8488"/>
                  </a:lnTo>
                  <a:lnTo>
                    <a:pt x="1568" y="8714"/>
                  </a:lnTo>
                  <a:lnTo>
                    <a:pt x="2441" y="552"/>
                  </a:lnTo>
                  <a:cubicBezTo>
                    <a:pt x="2471" y="285"/>
                    <a:pt x="2282" y="43"/>
                    <a:pt x="2016" y="5"/>
                  </a:cubicBezTo>
                  <a:cubicBezTo>
                    <a:pt x="1992" y="2"/>
                    <a:pt x="1968" y="0"/>
                    <a:pt x="1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5"/>
            <p:cNvSpPr/>
            <p:nvPr/>
          </p:nvSpPr>
          <p:spPr>
            <a:xfrm>
              <a:off x="3723458" y="3931463"/>
              <a:ext cx="108697" cy="106553"/>
            </a:xfrm>
            <a:custGeom>
              <a:rect b="b" l="l" r="r" t="t"/>
              <a:pathLst>
                <a:path extrusionOk="0" h="3827" w="3904">
                  <a:moveTo>
                    <a:pt x="1743" y="1"/>
                  </a:moveTo>
                  <a:cubicBezTo>
                    <a:pt x="1635" y="1"/>
                    <a:pt x="1528" y="48"/>
                    <a:pt x="1456" y="136"/>
                  </a:cubicBezTo>
                  <a:cubicBezTo>
                    <a:pt x="1" y="1912"/>
                    <a:pt x="1494" y="2901"/>
                    <a:pt x="1657" y="3827"/>
                  </a:cubicBezTo>
                  <a:lnTo>
                    <a:pt x="3003" y="3590"/>
                  </a:lnTo>
                  <a:cubicBezTo>
                    <a:pt x="2839" y="2663"/>
                    <a:pt x="3904" y="1224"/>
                    <a:pt x="1929" y="52"/>
                  </a:cubicBezTo>
                  <a:cubicBezTo>
                    <a:pt x="1871" y="17"/>
                    <a:pt x="1807" y="1"/>
                    <a:pt x="1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5"/>
            <p:cNvSpPr/>
            <p:nvPr/>
          </p:nvSpPr>
          <p:spPr>
            <a:xfrm>
              <a:off x="3745928" y="3965180"/>
              <a:ext cx="70998" cy="72836"/>
            </a:xfrm>
            <a:custGeom>
              <a:rect b="b" l="l" r="r" t="t"/>
              <a:pathLst>
                <a:path extrusionOk="0" h="2616" w="2550">
                  <a:moveTo>
                    <a:pt x="2215" y="1"/>
                  </a:moveTo>
                  <a:lnTo>
                    <a:pt x="2215" y="1"/>
                  </a:lnTo>
                  <a:cubicBezTo>
                    <a:pt x="2153" y="554"/>
                    <a:pt x="1787" y="1009"/>
                    <a:pt x="1277" y="1100"/>
                  </a:cubicBezTo>
                  <a:cubicBezTo>
                    <a:pt x="1217" y="1110"/>
                    <a:pt x="1157" y="1115"/>
                    <a:pt x="1097" y="1115"/>
                  </a:cubicBezTo>
                  <a:cubicBezTo>
                    <a:pt x="652" y="1115"/>
                    <a:pt x="237" y="827"/>
                    <a:pt x="18" y="387"/>
                  </a:cubicBezTo>
                  <a:lnTo>
                    <a:pt x="18" y="387"/>
                  </a:lnTo>
                  <a:cubicBezTo>
                    <a:pt x="0" y="1315"/>
                    <a:pt x="739" y="1980"/>
                    <a:pt x="850" y="2616"/>
                  </a:cubicBezTo>
                  <a:lnTo>
                    <a:pt x="2196" y="2379"/>
                  </a:lnTo>
                  <a:cubicBezTo>
                    <a:pt x="2083" y="1744"/>
                    <a:pt x="2549" y="867"/>
                    <a:pt x="2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5"/>
            <p:cNvSpPr/>
            <p:nvPr/>
          </p:nvSpPr>
          <p:spPr>
            <a:xfrm>
              <a:off x="3777390" y="4115588"/>
              <a:ext cx="91101" cy="289952"/>
            </a:xfrm>
            <a:custGeom>
              <a:rect b="b" l="l" r="r" t="t"/>
              <a:pathLst>
                <a:path extrusionOk="0" h="10414" w="3272">
                  <a:moveTo>
                    <a:pt x="1868" y="0"/>
                  </a:moveTo>
                  <a:lnTo>
                    <a:pt x="1" y="330"/>
                  </a:lnTo>
                  <a:lnTo>
                    <a:pt x="2052" y="9941"/>
                  </a:lnTo>
                  <a:cubicBezTo>
                    <a:pt x="2112" y="10220"/>
                    <a:pt x="2358" y="10413"/>
                    <a:pt x="2635" y="10413"/>
                  </a:cubicBezTo>
                  <a:cubicBezTo>
                    <a:pt x="2670" y="10413"/>
                    <a:pt x="2705" y="10410"/>
                    <a:pt x="2740" y="10404"/>
                  </a:cubicBezTo>
                  <a:cubicBezTo>
                    <a:pt x="3056" y="10348"/>
                    <a:pt x="3272" y="10052"/>
                    <a:pt x="3228" y="9733"/>
                  </a:cubicBezTo>
                  <a:lnTo>
                    <a:pt x="1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5"/>
            <p:cNvSpPr/>
            <p:nvPr/>
          </p:nvSpPr>
          <p:spPr>
            <a:xfrm>
              <a:off x="3758596" y="4021200"/>
              <a:ext cx="74896" cy="114461"/>
            </a:xfrm>
            <a:custGeom>
              <a:rect b="b" l="l" r="r" t="t"/>
              <a:pathLst>
                <a:path extrusionOk="0" h="4111" w="2690">
                  <a:moveTo>
                    <a:pt x="1883" y="1"/>
                  </a:moveTo>
                  <a:cubicBezTo>
                    <a:pt x="1872" y="1"/>
                    <a:pt x="1861" y="2"/>
                    <a:pt x="1850" y="4"/>
                  </a:cubicBezTo>
                  <a:lnTo>
                    <a:pt x="168" y="300"/>
                  </a:lnTo>
                  <a:cubicBezTo>
                    <a:pt x="67" y="318"/>
                    <a:pt x="0" y="415"/>
                    <a:pt x="18" y="516"/>
                  </a:cubicBezTo>
                  <a:lnTo>
                    <a:pt x="625" y="3956"/>
                  </a:lnTo>
                  <a:cubicBezTo>
                    <a:pt x="641" y="4047"/>
                    <a:pt x="719" y="4111"/>
                    <a:pt x="807" y="4111"/>
                  </a:cubicBezTo>
                  <a:cubicBezTo>
                    <a:pt x="818" y="4111"/>
                    <a:pt x="829" y="4110"/>
                    <a:pt x="840" y="4108"/>
                  </a:cubicBezTo>
                  <a:lnTo>
                    <a:pt x="2521" y="3811"/>
                  </a:lnTo>
                  <a:cubicBezTo>
                    <a:pt x="2622" y="3793"/>
                    <a:pt x="2689" y="3697"/>
                    <a:pt x="2672" y="3595"/>
                  </a:cubicBezTo>
                  <a:lnTo>
                    <a:pt x="2065" y="155"/>
                  </a:lnTo>
                  <a:cubicBezTo>
                    <a:pt x="2050" y="65"/>
                    <a:pt x="1971"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5"/>
            <p:cNvSpPr/>
            <p:nvPr/>
          </p:nvSpPr>
          <p:spPr>
            <a:xfrm>
              <a:off x="3754837" y="4037711"/>
              <a:ext cx="72001" cy="25782"/>
            </a:xfrm>
            <a:custGeom>
              <a:rect b="b" l="l" r="r" t="t"/>
              <a:pathLst>
                <a:path extrusionOk="0" h="926" w="2586">
                  <a:moveTo>
                    <a:pt x="2273" y="0"/>
                  </a:moveTo>
                  <a:cubicBezTo>
                    <a:pt x="2256" y="0"/>
                    <a:pt x="2239" y="1"/>
                    <a:pt x="2222" y="4"/>
                  </a:cubicBezTo>
                  <a:lnTo>
                    <a:pt x="264" y="350"/>
                  </a:lnTo>
                  <a:cubicBezTo>
                    <a:pt x="107" y="378"/>
                    <a:pt x="1" y="528"/>
                    <a:pt x="29" y="686"/>
                  </a:cubicBezTo>
                  <a:cubicBezTo>
                    <a:pt x="55" y="827"/>
                    <a:pt x="177" y="925"/>
                    <a:pt x="314" y="925"/>
                  </a:cubicBezTo>
                  <a:cubicBezTo>
                    <a:pt x="331" y="925"/>
                    <a:pt x="349" y="924"/>
                    <a:pt x="366" y="922"/>
                  </a:cubicBezTo>
                  <a:lnTo>
                    <a:pt x="2323" y="577"/>
                  </a:lnTo>
                  <a:cubicBezTo>
                    <a:pt x="2480" y="548"/>
                    <a:pt x="2585" y="397"/>
                    <a:pt x="2559" y="240"/>
                  </a:cubicBezTo>
                  <a:cubicBezTo>
                    <a:pt x="2533" y="100"/>
                    <a:pt x="2410" y="0"/>
                    <a:pt x="2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5"/>
            <p:cNvSpPr/>
            <p:nvPr/>
          </p:nvSpPr>
          <p:spPr>
            <a:xfrm>
              <a:off x="3764332" y="4091392"/>
              <a:ext cx="71973" cy="25782"/>
            </a:xfrm>
            <a:custGeom>
              <a:rect b="b" l="l" r="r" t="t"/>
              <a:pathLst>
                <a:path extrusionOk="0" h="926" w="2585">
                  <a:moveTo>
                    <a:pt x="2272" y="0"/>
                  </a:moveTo>
                  <a:cubicBezTo>
                    <a:pt x="2255" y="0"/>
                    <a:pt x="2238" y="2"/>
                    <a:pt x="2221" y="5"/>
                  </a:cubicBezTo>
                  <a:lnTo>
                    <a:pt x="264" y="350"/>
                  </a:lnTo>
                  <a:cubicBezTo>
                    <a:pt x="106" y="378"/>
                    <a:pt x="0" y="528"/>
                    <a:pt x="28" y="685"/>
                  </a:cubicBezTo>
                  <a:cubicBezTo>
                    <a:pt x="53" y="827"/>
                    <a:pt x="176" y="926"/>
                    <a:pt x="314" y="926"/>
                  </a:cubicBezTo>
                  <a:cubicBezTo>
                    <a:pt x="331" y="926"/>
                    <a:pt x="348" y="924"/>
                    <a:pt x="365" y="921"/>
                  </a:cubicBezTo>
                  <a:lnTo>
                    <a:pt x="2321" y="576"/>
                  </a:lnTo>
                  <a:cubicBezTo>
                    <a:pt x="2480" y="547"/>
                    <a:pt x="2585" y="397"/>
                    <a:pt x="2557" y="240"/>
                  </a:cubicBezTo>
                  <a:cubicBezTo>
                    <a:pt x="2533" y="99"/>
                    <a:pt x="2410" y="0"/>
                    <a:pt x="2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5"/>
            <p:cNvSpPr/>
            <p:nvPr/>
          </p:nvSpPr>
          <p:spPr>
            <a:xfrm>
              <a:off x="3776611" y="4215099"/>
              <a:ext cx="200215" cy="250972"/>
            </a:xfrm>
            <a:custGeom>
              <a:rect b="b" l="l" r="r" t="t"/>
              <a:pathLst>
                <a:path extrusionOk="0" h="9014" w="7191">
                  <a:moveTo>
                    <a:pt x="1" y="0"/>
                  </a:moveTo>
                  <a:lnTo>
                    <a:pt x="759" y="8461"/>
                  </a:lnTo>
                  <a:cubicBezTo>
                    <a:pt x="789" y="8773"/>
                    <a:pt x="1050" y="9013"/>
                    <a:pt x="1364" y="9013"/>
                  </a:cubicBezTo>
                  <a:lnTo>
                    <a:pt x="5826" y="9013"/>
                  </a:lnTo>
                  <a:cubicBezTo>
                    <a:pt x="6140" y="9013"/>
                    <a:pt x="6403" y="8773"/>
                    <a:pt x="6431" y="8461"/>
                  </a:cubicBezTo>
                  <a:lnTo>
                    <a:pt x="7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5"/>
            <p:cNvSpPr/>
            <p:nvPr/>
          </p:nvSpPr>
          <p:spPr>
            <a:xfrm>
              <a:off x="3762244" y="4200119"/>
              <a:ext cx="228921" cy="51982"/>
            </a:xfrm>
            <a:custGeom>
              <a:rect b="b" l="l" r="r" t="t"/>
              <a:pathLst>
                <a:path extrusionOk="0" h="1867" w="8222">
                  <a:moveTo>
                    <a:pt x="409" y="0"/>
                  </a:moveTo>
                  <a:cubicBezTo>
                    <a:pt x="184" y="0"/>
                    <a:pt x="1" y="183"/>
                    <a:pt x="1" y="409"/>
                  </a:cubicBezTo>
                  <a:lnTo>
                    <a:pt x="1" y="1458"/>
                  </a:lnTo>
                  <a:cubicBezTo>
                    <a:pt x="1" y="1683"/>
                    <a:pt x="184" y="1866"/>
                    <a:pt x="409" y="1866"/>
                  </a:cubicBezTo>
                  <a:lnTo>
                    <a:pt x="7814" y="1866"/>
                  </a:lnTo>
                  <a:cubicBezTo>
                    <a:pt x="8039" y="1866"/>
                    <a:pt x="8221" y="1683"/>
                    <a:pt x="8221" y="1458"/>
                  </a:cubicBezTo>
                  <a:lnTo>
                    <a:pt x="8221" y="409"/>
                  </a:lnTo>
                  <a:cubicBezTo>
                    <a:pt x="8221" y="183"/>
                    <a:pt x="8039" y="0"/>
                    <a:pt x="7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5"/>
            <p:cNvSpPr/>
            <p:nvPr/>
          </p:nvSpPr>
          <p:spPr>
            <a:xfrm>
              <a:off x="3721899" y="4355761"/>
              <a:ext cx="109421" cy="42154"/>
            </a:xfrm>
            <a:custGeom>
              <a:rect b="b" l="l" r="r" t="t"/>
              <a:pathLst>
                <a:path extrusionOk="0" h="1514" w="3930">
                  <a:moveTo>
                    <a:pt x="391" y="1"/>
                  </a:moveTo>
                  <a:cubicBezTo>
                    <a:pt x="176" y="1"/>
                    <a:pt x="1" y="177"/>
                    <a:pt x="1" y="391"/>
                  </a:cubicBezTo>
                  <a:lnTo>
                    <a:pt x="1" y="1513"/>
                  </a:lnTo>
                  <a:lnTo>
                    <a:pt x="3929" y="1513"/>
                  </a:lnTo>
                  <a:lnTo>
                    <a:pt x="3929" y="391"/>
                  </a:lnTo>
                  <a:cubicBezTo>
                    <a:pt x="3929" y="177"/>
                    <a:pt x="3755" y="1"/>
                    <a:pt x="3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5"/>
            <p:cNvSpPr/>
            <p:nvPr/>
          </p:nvSpPr>
          <p:spPr>
            <a:xfrm>
              <a:off x="3721899" y="4387029"/>
              <a:ext cx="109421" cy="79045"/>
            </a:xfrm>
            <a:custGeom>
              <a:rect b="b" l="l" r="r" t="t"/>
              <a:pathLst>
                <a:path extrusionOk="0" h="2839" w="3930">
                  <a:moveTo>
                    <a:pt x="1" y="0"/>
                  </a:moveTo>
                  <a:lnTo>
                    <a:pt x="1" y="2448"/>
                  </a:lnTo>
                  <a:cubicBezTo>
                    <a:pt x="1" y="2663"/>
                    <a:pt x="176" y="2838"/>
                    <a:pt x="391" y="2838"/>
                  </a:cubicBezTo>
                  <a:lnTo>
                    <a:pt x="3539" y="2838"/>
                  </a:lnTo>
                  <a:cubicBezTo>
                    <a:pt x="3755" y="2838"/>
                    <a:pt x="3929" y="2664"/>
                    <a:pt x="3929" y="2448"/>
                  </a:cubicBezTo>
                  <a:lnTo>
                    <a:pt x="39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5"/>
            <p:cNvSpPr/>
            <p:nvPr/>
          </p:nvSpPr>
          <p:spPr>
            <a:xfrm>
              <a:off x="3721899" y="4303695"/>
              <a:ext cx="109421" cy="52093"/>
            </a:xfrm>
            <a:custGeom>
              <a:rect b="b" l="l" r="r" t="t"/>
              <a:pathLst>
                <a:path extrusionOk="0" h="1871" w="3930">
                  <a:moveTo>
                    <a:pt x="391" y="0"/>
                  </a:moveTo>
                  <a:cubicBezTo>
                    <a:pt x="176" y="0"/>
                    <a:pt x="1" y="176"/>
                    <a:pt x="1" y="390"/>
                  </a:cubicBezTo>
                  <a:lnTo>
                    <a:pt x="1" y="1481"/>
                  </a:lnTo>
                  <a:cubicBezTo>
                    <a:pt x="1" y="1697"/>
                    <a:pt x="176" y="1871"/>
                    <a:pt x="391" y="1871"/>
                  </a:cubicBezTo>
                  <a:lnTo>
                    <a:pt x="3539" y="1871"/>
                  </a:lnTo>
                  <a:cubicBezTo>
                    <a:pt x="3755" y="1871"/>
                    <a:pt x="3929" y="1697"/>
                    <a:pt x="3929" y="1481"/>
                  </a:cubicBezTo>
                  <a:lnTo>
                    <a:pt x="3929" y="390"/>
                  </a:lnTo>
                  <a:cubicBezTo>
                    <a:pt x="3929" y="176"/>
                    <a:pt x="3755" y="0"/>
                    <a:pt x="35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5"/>
            <p:cNvSpPr/>
            <p:nvPr/>
          </p:nvSpPr>
          <p:spPr>
            <a:xfrm>
              <a:off x="3740192" y="4406435"/>
              <a:ext cx="50840" cy="16204"/>
            </a:xfrm>
            <a:custGeom>
              <a:rect b="b" l="l" r="r" t="t"/>
              <a:pathLst>
                <a:path extrusionOk="0" h="582" w="1826">
                  <a:moveTo>
                    <a:pt x="289" y="1"/>
                  </a:moveTo>
                  <a:cubicBezTo>
                    <a:pt x="129" y="1"/>
                    <a:pt x="0" y="130"/>
                    <a:pt x="0" y="291"/>
                  </a:cubicBezTo>
                  <a:cubicBezTo>
                    <a:pt x="0" y="451"/>
                    <a:pt x="129" y="581"/>
                    <a:pt x="289" y="581"/>
                  </a:cubicBezTo>
                  <a:lnTo>
                    <a:pt x="1536" y="581"/>
                  </a:lnTo>
                  <a:cubicBezTo>
                    <a:pt x="1695" y="581"/>
                    <a:pt x="1826" y="451"/>
                    <a:pt x="1826" y="291"/>
                  </a:cubicBezTo>
                  <a:cubicBezTo>
                    <a:pt x="1826" y="130"/>
                    <a:pt x="1695" y="1"/>
                    <a:pt x="1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5"/>
            <p:cNvSpPr/>
            <p:nvPr/>
          </p:nvSpPr>
          <p:spPr>
            <a:xfrm>
              <a:off x="3645164" y="4355761"/>
              <a:ext cx="109393" cy="42154"/>
            </a:xfrm>
            <a:custGeom>
              <a:rect b="b" l="l" r="r" t="t"/>
              <a:pathLst>
                <a:path extrusionOk="0" h="1514" w="3929">
                  <a:moveTo>
                    <a:pt x="391" y="1"/>
                  </a:moveTo>
                  <a:cubicBezTo>
                    <a:pt x="175" y="1"/>
                    <a:pt x="0" y="177"/>
                    <a:pt x="0" y="391"/>
                  </a:cubicBezTo>
                  <a:lnTo>
                    <a:pt x="0" y="1513"/>
                  </a:lnTo>
                  <a:lnTo>
                    <a:pt x="3929" y="1513"/>
                  </a:lnTo>
                  <a:lnTo>
                    <a:pt x="3929" y="391"/>
                  </a:lnTo>
                  <a:cubicBezTo>
                    <a:pt x="3929" y="177"/>
                    <a:pt x="3753" y="1"/>
                    <a:pt x="3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5"/>
            <p:cNvSpPr/>
            <p:nvPr/>
          </p:nvSpPr>
          <p:spPr>
            <a:xfrm>
              <a:off x="3645164" y="4387029"/>
              <a:ext cx="109393" cy="79045"/>
            </a:xfrm>
            <a:custGeom>
              <a:rect b="b" l="l" r="r" t="t"/>
              <a:pathLst>
                <a:path extrusionOk="0" h="2839" w="3929">
                  <a:moveTo>
                    <a:pt x="0" y="0"/>
                  </a:moveTo>
                  <a:lnTo>
                    <a:pt x="0" y="2448"/>
                  </a:lnTo>
                  <a:cubicBezTo>
                    <a:pt x="0" y="2663"/>
                    <a:pt x="175" y="2838"/>
                    <a:pt x="391" y="2838"/>
                  </a:cubicBezTo>
                  <a:lnTo>
                    <a:pt x="3539" y="2838"/>
                  </a:lnTo>
                  <a:cubicBezTo>
                    <a:pt x="3753" y="2838"/>
                    <a:pt x="3929" y="2664"/>
                    <a:pt x="3929" y="2448"/>
                  </a:cubicBezTo>
                  <a:lnTo>
                    <a:pt x="39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5"/>
            <p:cNvSpPr/>
            <p:nvPr/>
          </p:nvSpPr>
          <p:spPr>
            <a:xfrm>
              <a:off x="3645164" y="4303695"/>
              <a:ext cx="109393" cy="52093"/>
            </a:xfrm>
            <a:custGeom>
              <a:rect b="b" l="l" r="r" t="t"/>
              <a:pathLst>
                <a:path extrusionOk="0" h="1871" w="3929">
                  <a:moveTo>
                    <a:pt x="391" y="0"/>
                  </a:moveTo>
                  <a:cubicBezTo>
                    <a:pt x="175" y="0"/>
                    <a:pt x="0" y="176"/>
                    <a:pt x="0" y="390"/>
                  </a:cubicBezTo>
                  <a:lnTo>
                    <a:pt x="0" y="1481"/>
                  </a:lnTo>
                  <a:cubicBezTo>
                    <a:pt x="0" y="1697"/>
                    <a:pt x="175" y="1871"/>
                    <a:pt x="391" y="1871"/>
                  </a:cubicBezTo>
                  <a:lnTo>
                    <a:pt x="3539" y="1871"/>
                  </a:lnTo>
                  <a:cubicBezTo>
                    <a:pt x="3753" y="1871"/>
                    <a:pt x="3929" y="1697"/>
                    <a:pt x="3929" y="1481"/>
                  </a:cubicBezTo>
                  <a:lnTo>
                    <a:pt x="3929" y="390"/>
                  </a:lnTo>
                  <a:cubicBezTo>
                    <a:pt x="3929" y="176"/>
                    <a:pt x="3753" y="0"/>
                    <a:pt x="35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5"/>
            <p:cNvSpPr/>
            <p:nvPr/>
          </p:nvSpPr>
          <p:spPr>
            <a:xfrm>
              <a:off x="3663401" y="4406435"/>
              <a:ext cx="50868" cy="16204"/>
            </a:xfrm>
            <a:custGeom>
              <a:rect b="b" l="l" r="r" t="t"/>
              <a:pathLst>
                <a:path extrusionOk="0" h="582" w="1827">
                  <a:moveTo>
                    <a:pt x="291" y="1"/>
                  </a:moveTo>
                  <a:cubicBezTo>
                    <a:pt x="130" y="1"/>
                    <a:pt x="0" y="130"/>
                    <a:pt x="0" y="291"/>
                  </a:cubicBezTo>
                  <a:cubicBezTo>
                    <a:pt x="0" y="451"/>
                    <a:pt x="130" y="581"/>
                    <a:pt x="291" y="581"/>
                  </a:cubicBezTo>
                  <a:lnTo>
                    <a:pt x="1536" y="581"/>
                  </a:lnTo>
                  <a:cubicBezTo>
                    <a:pt x="1697" y="581"/>
                    <a:pt x="1826" y="451"/>
                    <a:pt x="1826" y="291"/>
                  </a:cubicBezTo>
                  <a:cubicBezTo>
                    <a:pt x="1826" y="130"/>
                    <a:pt x="1697" y="1"/>
                    <a:pt x="1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 name="Google Shape;2566;p45"/>
          <p:cNvGrpSpPr/>
          <p:nvPr/>
        </p:nvGrpSpPr>
        <p:grpSpPr>
          <a:xfrm>
            <a:off x="7004333" y="3217513"/>
            <a:ext cx="777998" cy="777998"/>
            <a:chOff x="2824883" y="3930739"/>
            <a:chExt cx="535332" cy="535332"/>
          </a:xfrm>
        </p:grpSpPr>
        <p:sp>
          <p:nvSpPr>
            <p:cNvPr id="2567" name="Google Shape;2567;p45"/>
            <p:cNvSpPr/>
            <p:nvPr/>
          </p:nvSpPr>
          <p:spPr>
            <a:xfrm>
              <a:off x="2824883" y="3930739"/>
              <a:ext cx="259214" cy="259214"/>
            </a:xfrm>
            <a:custGeom>
              <a:rect b="b" l="l" r="r" t="t"/>
              <a:pathLst>
                <a:path extrusionOk="0" h="9310" w="9310">
                  <a:moveTo>
                    <a:pt x="1194" y="1"/>
                  </a:moveTo>
                  <a:cubicBezTo>
                    <a:pt x="535" y="1"/>
                    <a:pt x="1" y="535"/>
                    <a:pt x="1" y="1194"/>
                  </a:cubicBezTo>
                  <a:lnTo>
                    <a:pt x="1" y="8116"/>
                  </a:lnTo>
                  <a:cubicBezTo>
                    <a:pt x="1" y="8775"/>
                    <a:pt x="535" y="9309"/>
                    <a:pt x="1194" y="9309"/>
                  </a:cubicBezTo>
                  <a:lnTo>
                    <a:pt x="8116" y="9309"/>
                  </a:lnTo>
                  <a:cubicBezTo>
                    <a:pt x="8775" y="9309"/>
                    <a:pt x="9309" y="8775"/>
                    <a:pt x="9309" y="8116"/>
                  </a:cubicBezTo>
                  <a:lnTo>
                    <a:pt x="9309" y="1194"/>
                  </a:lnTo>
                  <a:cubicBezTo>
                    <a:pt x="9309" y="535"/>
                    <a:pt x="8775" y="1"/>
                    <a:pt x="8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5"/>
            <p:cNvSpPr/>
            <p:nvPr/>
          </p:nvSpPr>
          <p:spPr>
            <a:xfrm>
              <a:off x="2872968" y="3971194"/>
              <a:ext cx="163046" cy="178303"/>
            </a:xfrm>
            <a:custGeom>
              <a:rect b="b" l="l" r="r" t="t"/>
              <a:pathLst>
                <a:path extrusionOk="0" h="6404" w="5856">
                  <a:moveTo>
                    <a:pt x="2928" y="1"/>
                  </a:moveTo>
                  <a:cubicBezTo>
                    <a:pt x="2621" y="1"/>
                    <a:pt x="2371" y="251"/>
                    <a:pt x="2371" y="558"/>
                  </a:cubicBezTo>
                  <a:lnTo>
                    <a:pt x="2371" y="976"/>
                  </a:lnTo>
                  <a:lnTo>
                    <a:pt x="594" y="976"/>
                  </a:lnTo>
                  <a:cubicBezTo>
                    <a:pt x="285" y="976"/>
                    <a:pt x="36" y="1225"/>
                    <a:pt x="36" y="1534"/>
                  </a:cubicBezTo>
                  <a:cubicBezTo>
                    <a:pt x="36" y="1841"/>
                    <a:pt x="285" y="2091"/>
                    <a:pt x="594" y="2091"/>
                  </a:cubicBezTo>
                  <a:lnTo>
                    <a:pt x="3609" y="2091"/>
                  </a:lnTo>
                  <a:cubicBezTo>
                    <a:pt x="3540" y="2425"/>
                    <a:pt x="3417" y="2867"/>
                    <a:pt x="3202" y="3313"/>
                  </a:cubicBezTo>
                  <a:cubicBezTo>
                    <a:pt x="3118" y="3486"/>
                    <a:pt x="3027" y="3650"/>
                    <a:pt x="2928" y="3801"/>
                  </a:cubicBezTo>
                  <a:cubicBezTo>
                    <a:pt x="2890" y="3744"/>
                    <a:pt x="2854" y="3684"/>
                    <a:pt x="2818" y="3624"/>
                  </a:cubicBezTo>
                  <a:cubicBezTo>
                    <a:pt x="2715" y="3446"/>
                    <a:pt x="2528" y="3347"/>
                    <a:pt x="2336" y="3347"/>
                  </a:cubicBezTo>
                  <a:cubicBezTo>
                    <a:pt x="2241" y="3347"/>
                    <a:pt x="2144" y="3372"/>
                    <a:pt x="2056" y="3423"/>
                  </a:cubicBezTo>
                  <a:cubicBezTo>
                    <a:pt x="1790" y="3579"/>
                    <a:pt x="1701" y="3920"/>
                    <a:pt x="1856" y="4186"/>
                  </a:cubicBezTo>
                  <a:cubicBezTo>
                    <a:pt x="1950" y="4346"/>
                    <a:pt x="2050" y="4499"/>
                    <a:pt x="2157" y="4643"/>
                  </a:cubicBezTo>
                  <a:cubicBezTo>
                    <a:pt x="1700" y="4993"/>
                    <a:pt x="1153" y="5211"/>
                    <a:pt x="522" y="5293"/>
                  </a:cubicBezTo>
                  <a:cubicBezTo>
                    <a:pt x="216" y="5333"/>
                    <a:pt x="1" y="5612"/>
                    <a:pt x="40" y="5918"/>
                  </a:cubicBezTo>
                  <a:cubicBezTo>
                    <a:pt x="76" y="6199"/>
                    <a:pt x="317" y="6404"/>
                    <a:pt x="592" y="6404"/>
                  </a:cubicBezTo>
                  <a:cubicBezTo>
                    <a:pt x="617" y="6404"/>
                    <a:pt x="641" y="6402"/>
                    <a:pt x="666" y="6399"/>
                  </a:cubicBezTo>
                  <a:cubicBezTo>
                    <a:pt x="1539" y="6285"/>
                    <a:pt x="2301" y="5965"/>
                    <a:pt x="2929" y="5454"/>
                  </a:cubicBezTo>
                  <a:cubicBezTo>
                    <a:pt x="3560" y="5965"/>
                    <a:pt x="4322" y="6285"/>
                    <a:pt x="5192" y="6399"/>
                  </a:cubicBezTo>
                  <a:cubicBezTo>
                    <a:pt x="5216" y="6402"/>
                    <a:pt x="5239" y="6404"/>
                    <a:pt x="5264" y="6404"/>
                  </a:cubicBezTo>
                  <a:cubicBezTo>
                    <a:pt x="5539" y="6404"/>
                    <a:pt x="5780" y="6199"/>
                    <a:pt x="5816" y="5918"/>
                  </a:cubicBezTo>
                  <a:cubicBezTo>
                    <a:pt x="5855" y="5612"/>
                    <a:pt x="5641" y="5333"/>
                    <a:pt x="5334" y="5293"/>
                  </a:cubicBezTo>
                  <a:cubicBezTo>
                    <a:pt x="4704" y="5211"/>
                    <a:pt x="4157" y="4993"/>
                    <a:pt x="3700" y="4643"/>
                  </a:cubicBezTo>
                  <a:cubicBezTo>
                    <a:pt x="3898" y="4375"/>
                    <a:pt x="4073" y="4081"/>
                    <a:pt x="4226" y="3758"/>
                  </a:cubicBezTo>
                  <a:cubicBezTo>
                    <a:pt x="4526" y="3123"/>
                    <a:pt x="4672" y="2508"/>
                    <a:pt x="4744" y="2091"/>
                  </a:cubicBezTo>
                  <a:lnTo>
                    <a:pt x="5262" y="2091"/>
                  </a:lnTo>
                  <a:cubicBezTo>
                    <a:pt x="5571" y="2091"/>
                    <a:pt x="5821" y="1841"/>
                    <a:pt x="5821" y="1534"/>
                  </a:cubicBezTo>
                  <a:cubicBezTo>
                    <a:pt x="5821" y="1225"/>
                    <a:pt x="5571" y="976"/>
                    <a:pt x="5262" y="976"/>
                  </a:cubicBezTo>
                  <a:lnTo>
                    <a:pt x="3485" y="976"/>
                  </a:lnTo>
                  <a:lnTo>
                    <a:pt x="3485" y="558"/>
                  </a:lnTo>
                  <a:cubicBezTo>
                    <a:pt x="3485" y="251"/>
                    <a:pt x="3237"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5"/>
            <p:cNvSpPr/>
            <p:nvPr/>
          </p:nvSpPr>
          <p:spPr>
            <a:xfrm>
              <a:off x="3101001" y="4206913"/>
              <a:ext cx="259214" cy="259158"/>
            </a:xfrm>
            <a:custGeom>
              <a:rect b="b" l="l" r="r" t="t"/>
              <a:pathLst>
                <a:path extrusionOk="0" h="9308" w="9310">
                  <a:moveTo>
                    <a:pt x="1194" y="0"/>
                  </a:moveTo>
                  <a:cubicBezTo>
                    <a:pt x="535" y="0"/>
                    <a:pt x="1" y="533"/>
                    <a:pt x="1" y="1192"/>
                  </a:cubicBezTo>
                  <a:lnTo>
                    <a:pt x="1" y="8114"/>
                  </a:lnTo>
                  <a:cubicBezTo>
                    <a:pt x="1" y="8773"/>
                    <a:pt x="535" y="9307"/>
                    <a:pt x="1194" y="9307"/>
                  </a:cubicBezTo>
                  <a:lnTo>
                    <a:pt x="8116" y="9307"/>
                  </a:lnTo>
                  <a:cubicBezTo>
                    <a:pt x="8775" y="9307"/>
                    <a:pt x="9309" y="8773"/>
                    <a:pt x="9309" y="8114"/>
                  </a:cubicBezTo>
                  <a:lnTo>
                    <a:pt x="9309" y="1192"/>
                  </a:lnTo>
                  <a:cubicBezTo>
                    <a:pt x="9309" y="533"/>
                    <a:pt x="8775" y="0"/>
                    <a:pt x="8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5"/>
            <p:cNvSpPr/>
            <p:nvPr/>
          </p:nvSpPr>
          <p:spPr>
            <a:xfrm>
              <a:off x="3165681" y="4260427"/>
              <a:ext cx="129830" cy="152131"/>
            </a:xfrm>
            <a:custGeom>
              <a:rect b="b" l="l" r="r" t="t"/>
              <a:pathLst>
                <a:path extrusionOk="0" h="5464" w="4663">
                  <a:moveTo>
                    <a:pt x="367" y="0"/>
                  </a:moveTo>
                  <a:cubicBezTo>
                    <a:pt x="166" y="0"/>
                    <a:pt x="1" y="164"/>
                    <a:pt x="1" y="365"/>
                  </a:cubicBezTo>
                  <a:lnTo>
                    <a:pt x="0" y="889"/>
                  </a:lnTo>
                  <a:cubicBezTo>
                    <a:pt x="0" y="1091"/>
                    <a:pt x="162" y="1255"/>
                    <a:pt x="363" y="1255"/>
                  </a:cubicBezTo>
                  <a:lnTo>
                    <a:pt x="1703" y="1259"/>
                  </a:lnTo>
                  <a:lnTo>
                    <a:pt x="1701" y="5096"/>
                  </a:lnTo>
                  <a:cubicBezTo>
                    <a:pt x="1701" y="5297"/>
                    <a:pt x="1865" y="5461"/>
                    <a:pt x="2066" y="5462"/>
                  </a:cubicBezTo>
                  <a:lnTo>
                    <a:pt x="2591" y="5463"/>
                  </a:lnTo>
                  <a:cubicBezTo>
                    <a:pt x="2792" y="5463"/>
                    <a:pt x="2956" y="5300"/>
                    <a:pt x="2956" y="5097"/>
                  </a:cubicBezTo>
                  <a:lnTo>
                    <a:pt x="2956" y="1261"/>
                  </a:lnTo>
                  <a:lnTo>
                    <a:pt x="4296" y="1265"/>
                  </a:lnTo>
                  <a:cubicBezTo>
                    <a:pt x="4296" y="1265"/>
                    <a:pt x="4297" y="1265"/>
                    <a:pt x="4298" y="1265"/>
                  </a:cubicBezTo>
                  <a:cubicBezTo>
                    <a:pt x="4498" y="1265"/>
                    <a:pt x="4660" y="1102"/>
                    <a:pt x="4662" y="902"/>
                  </a:cubicBezTo>
                  <a:lnTo>
                    <a:pt x="4663" y="377"/>
                  </a:lnTo>
                  <a:cubicBezTo>
                    <a:pt x="4663" y="175"/>
                    <a:pt x="4501" y="11"/>
                    <a:pt x="4298" y="11"/>
                  </a:cubicBezTo>
                  <a:lnTo>
                    <a:pt x="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5"/>
            <p:cNvSpPr/>
            <p:nvPr/>
          </p:nvSpPr>
          <p:spPr>
            <a:xfrm>
              <a:off x="3121355" y="3973645"/>
              <a:ext cx="222378" cy="199853"/>
            </a:xfrm>
            <a:custGeom>
              <a:rect b="b" l="l" r="r" t="t"/>
              <a:pathLst>
                <a:path extrusionOk="0" h="7178" w="7987">
                  <a:moveTo>
                    <a:pt x="765" y="0"/>
                  </a:moveTo>
                  <a:cubicBezTo>
                    <a:pt x="452" y="0"/>
                    <a:pt x="169" y="213"/>
                    <a:pt x="92" y="530"/>
                  </a:cubicBezTo>
                  <a:cubicBezTo>
                    <a:pt x="0" y="902"/>
                    <a:pt x="230" y="1277"/>
                    <a:pt x="602" y="1368"/>
                  </a:cubicBezTo>
                  <a:cubicBezTo>
                    <a:pt x="1825" y="1665"/>
                    <a:pt x="2946" y="2297"/>
                    <a:pt x="3842" y="3192"/>
                  </a:cubicBezTo>
                  <a:cubicBezTo>
                    <a:pt x="4389" y="3740"/>
                    <a:pt x="4836" y="4370"/>
                    <a:pt x="5170" y="5056"/>
                  </a:cubicBezTo>
                  <a:lnTo>
                    <a:pt x="5145" y="5042"/>
                  </a:lnTo>
                  <a:cubicBezTo>
                    <a:pt x="5040" y="4987"/>
                    <a:pt x="4928" y="4960"/>
                    <a:pt x="4817" y="4960"/>
                  </a:cubicBezTo>
                  <a:cubicBezTo>
                    <a:pt x="4570" y="4960"/>
                    <a:pt x="4330" y="5092"/>
                    <a:pt x="4206" y="5325"/>
                  </a:cubicBezTo>
                  <a:cubicBezTo>
                    <a:pt x="4024" y="5663"/>
                    <a:pt x="4151" y="6084"/>
                    <a:pt x="4489" y="6264"/>
                  </a:cubicBezTo>
                  <a:lnTo>
                    <a:pt x="6035" y="7096"/>
                  </a:lnTo>
                  <a:cubicBezTo>
                    <a:pt x="6140" y="7152"/>
                    <a:pt x="6252" y="7178"/>
                    <a:pt x="6363" y="7178"/>
                  </a:cubicBezTo>
                  <a:cubicBezTo>
                    <a:pt x="6611" y="7178"/>
                    <a:pt x="6850" y="7046"/>
                    <a:pt x="6974" y="6813"/>
                  </a:cubicBezTo>
                  <a:lnTo>
                    <a:pt x="7806" y="5266"/>
                  </a:lnTo>
                  <a:cubicBezTo>
                    <a:pt x="7987" y="4928"/>
                    <a:pt x="7860" y="4507"/>
                    <a:pt x="7523" y="4326"/>
                  </a:cubicBezTo>
                  <a:cubicBezTo>
                    <a:pt x="7419" y="4270"/>
                    <a:pt x="7306" y="4243"/>
                    <a:pt x="7195" y="4243"/>
                  </a:cubicBezTo>
                  <a:cubicBezTo>
                    <a:pt x="6948" y="4243"/>
                    <a:pt x="6709" y="4376"/>
                    <a:pt x="6584" y="4609"/>
                  </a:cubicBezTo>
                  <a:lnTo>
                    <a:pt x="6535" y="4700"/>
                  </a:lnTo>
                  <a:cubicBezTo>
                    <a:pt x="6124" y="3779"/>
                    <a:pt x="5545" y="2934"/>
                    <a:pt x="4823" y="2212"/>
                  </a:cubicBezTo>
                  <a:cubicBezTo>
                    <a:pt x="3746" y="1136"/>
                    <a:pt x="2401" y="377"/>
                    <a:pt x="930" y="20"/>
                  </a:cubicBezTo>
                  <a:cubicBezTo>
                    <a:pt x="875" y="7"/>
                    <a:pt x="819"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5"/>
            <p:cNvSpPr/>
            <p:nvPr/>
          </p:nvSpPr>
          <p:spPr>
            <a:xfrm>
              <a:off x="2841366" y="4223312"/>
              <a:ext cx="222378" cy="199881"/>
            </a:xfrm>
            <a:custGeom>
              <a:rect b="b" l="l" r="r" t="t"/>
              <a:pathLst>
                <a:path extrusionOk="0" h="7179" w="7987">
                  <a:moveTo>
                    <a:pt x="1624" y="0"/>
                  </a:moveTo>
                  <a:cubicBezTo>
                    <a:pt x="1376" y="0"/>
                    <a:pt x="1137" y="133"/>
                    <a:pt x="1013" y="366"/>
                  </a:cubicBezTo>
                  <a:lnTo>
                    <a:pt x="182" y="1913"/>
                  </a:lnTo>
                  <a:cubicBezTo>
                    <a:pt x="0" y="2250"/>
                    <a:pt x="127" y="2671"/>
                    <a:pt x="465" y="2852"/>
                  </a:cubicBezTo>
                  <a:cubicBezTo>
                    <a:pt x="569" y="2908"/>
                    <a:pt x="681" y="2935"/>
                    <a:pt x="792" y="2935"/>
                  </a:cubicBezTo>
                  <a:cubicBezTo>
                    <a:pt x="1040" y="2935"/>
                    <a:pt x="1279" y="2803"/>
                    <a:pt x="1404" y="2569"/>
                  </a:cubicBezTo>
                  <a:lnTo>
                    <a:pt x="1453" y="2478"/>
                  </a:lnTo>
                  <a:cubicBezTo>
                    <a:pt x="1864" y="3401"/>
                    <a:pt x="2442" y="4245"/>
                    <a:pt x="3164" y="4967"/>
                  </a:cubicBezTo>
                  <a:cubicBezTo>
                    <a:pt x="4241" y="6044"/>
                    <a:pt x="5588" y="6801"/>
                    <a:pt x="7058" y="7158"/>
                  </a:cubicBezTo>
                  <a:cubicBezTo>
                    <a:pt x="7113" y="7172"/>
                    <a:pt x="7168" y="7179"/>
                    <a:pt x="7223" y="7179"/>
                  </a:cubicBezTo>
                  <a:cubicBezTo>
                    <a:pt x="7535" y="7179"/>
                    <a:pt x="7818" y="6966"/>
                    <a:pt x="7896" y="6648"/>
                  </a:cubicBezTo>
                  <a:cubicBezTo>
                    <a:pt x="7987" y="6276"/>
                    <a:pt x="7759" y="5901"/>
                    <a:pt x="7387" y="5811"/>
                  </a:cubicBezTo>
                  <a:cubicBezTo>
                    <a:pt x="6162" y="5513"/>
                    <a:pt x="5042" y="4882"/>
                    <a:pt x="4146" y="3986"/>
                  </a:cubicBezTo>
                  <a:cubicBezTo>
                    <a:pt x="3598" y="3438"/>
                    <a:pt x="3152" y="2808"/>
                    <a:pt x="2818" y="2122"/>
                  </a:cubicBezTo>
                  <a:lnTo>
                    <a:pt x="2818" y="2122"/>
                  </a:lnTo>
                  <a:lnTo>
                    <a:pt x="2843" y="2136"/>
                  </a:lnTo>
                  <a:cubicBezTo>
                    <a:pt x="2948" y="2192"/>
                    <a:pt x="3060" y="2219"/>
                    <a:pt x="3171" y="2219"/>
                  </a:cubicBezTo>
                  <a:cubicBezTo>
                    <a:pt x="3418" y="2219"/>
                    <a:pt x="3657" y="2086"/>
                    <a:pt x="3783" y="1853"/>
                  </a:cubicBezTo>
                  <a:cubicBezTo>
                    <a:pt x="3963" y="1515"/>
                    <a:pt x="3836" y="1094"/>
                    <a:pt x="3500" y="914"/>
                  </a:cubicBezTo>
                  <a:lnTo>
                    <a:pt x="1952" y="83"/>
                  </a:lnTo>
                  <a:cubicBezTo>
                    <a:pt x="1847" y="27"/>
                    <a:pt x="1735" y="0"/>
                    <a:pt x="1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45"/>
          <p:cNvSpPr/>
          <p:nvPr/>
        </p:nvSpPr>
        <p:spPr>
          <a:xfrm>
            <a:off x="494673" y="4237829"/>
            <a:ext cx="1167736" cy="454078"/>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5"/>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45"/>
          <p:cNvGrpSpPr/>
          <p:nvPr/>
        </p:nvGrpSpPr>
        <p:grpSpPr>
          <a:xfrm rot="-447293">
            <a:off x="8142889" y="394025"/>
            <a:ext cx="878501" cy="1830261"/>
            <a:chOff x="503795" y="323625"/>
            <a:chExt cx="502785" cy="1047439"/>
          </a:xfrm>
        </p:grpSpPr>
        <p:sp>
          <p:nvSpPr>
            <p:cNvPr id="2576" name="Google Shape;2576;p45"/>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5"/>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5"/>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5"/>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5"/>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5"/>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5"/>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5"/>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5"/>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5"/>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5"/>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5"/>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5"/>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9" name="Google Shape;2589;p45"/>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5"/>
          <p:cNvSpPr txBox="1"/>
          <p:nvPr>
            <p:ph idx="1" type="subTitle"/>
          </p:nvPr>
        </p:nvSpPr>
        <p:spPr>
          <a:xfrm>
            <a:off x="2110311" y="18429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4" name="Shape 2594"/>
        <p:cNvGrpSpPr/>
        <p:nvPr/>
      </p:nvGrpSpPr>
      <p:grpSpPr>
        <a:xfrm>
          <a:off x="0" y="0"/>
          <a:ext cx="0" cy="0"/>
          <a:chOff x="0" y="0"/>
          <a:chExt cx="0" cy="0"/>
        </a:xfrm>
      </p:grpSpPr>
      <p:sp>
        <p:nvSpPr>
          <p:cNvPr id="2595" name="Google Shape;2595;p46"/>
          <p:cNvSpPr txBox="1"/>
          <p:nvPr>
            <p:ph idx="2" type="subTitle"/>
          </p:nvPr>
        </p:nvSpPr>
        <p:spPr>
          <a:xfrm>
            <a:off x="3579000" y="19968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2596" name="Google Shape;2596;p46"/>
          <p:cNvSpPr txBox="1"/>
          <p:nvPr>
            <p:ph idx="5" type="subTitle"/>
          </p:nvPr>
        </p:nvSpPr>
        <p:spPr>
          <a:xfrm>
            <a:off x="6201248" y="19968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very far away from Earth</a:t>
            </a:r>
            <a:endParaRPr/>
          </a:p>
        </p:txBody>
      </p:sp>
      <p:sp>
        <p:nvSpPr>
          <p:cNvPr id="2597" name="Google Shape;2597;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Discover your </a:t>
            </a:r>
            <a:r>
              <a:rPr lang="en">
                <a:highlight>
                  <a:schemeClr val="dk2"/>
                </a:highlight>
              </a:rPr>
              <a:t>learning style</a:t>
            </a:r>
            <a:endParaRPr>
              <a:highlight>
                <a:schemeClr val="dk2"/>
              </a:highlight>
            </a:endParaRPr>
          </a:p>
        </p:txBody>
      </p:sp>
      <p:sp>
        <p:nvSpPr>
          <p:cNvPr id="2598" name="Google Shape;2598;p46"/>
          <p:cNvSpPr txBox="1"/>
          <p:nvPr>
            <p:ph idx="1" type="subTitle"/>
          </p:nvPr>
        </p:nvSpPr>
        <p:spPr>
          <a:xfrm>
            <a:off x="956752" y="19968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2599" name="Google Shape;2599;p46"/>
          <p:cNvSpPr txBox="1"/>
          <p:nvPr>
            <p:ph idx="3" type="subTitle"/>
          </p:nvPr>
        </p:nvSpPr>
        <p:spPr>
          <a:xfrm>
            <a:off x="956752" y="35032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quite a small planet</a:t>
            </a:r>
            <a:endParaRPr/>
          </a:p>
        </p:txBody>
      </p:sp>
      <p:sp>
        <p:nvSpPr>
          <p:cNvPr id="2600" name="Google Shape;2600;p46"/>
          <p:cNvSpPr txBox="1"/>
          <p:nvPr>
            <p:ph idx="4" type="subTitle"/>
          </p:nvPr>
        </p:nvSpPr>
        <p:spPr>
          <a:xfrm>
            <a:off x="3579000" y="35032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2601" name="Google Shape;2601;p46"/>
          <p:cNvSpPr txBox="1"/>
          <p:nvPr>
            <p:ph idx="6" type="subTitle"/>
          </p:nvPr>
        </p:nvSpPr>
        <p:spPr>
          <a:xfrm>
            <a:off x="6201248" y="35032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2602" name="Google Shape;2602;p46"/>
          <p:cNvSpPr txBox="1"/>
          <p:nvPr>
            <p:ph idx="7" type="subTitle"/>
          </p:nvPr>
        </p:nvSpPr>
        <p:spPr>
          <a:xfrm>
            <a:off x="960652" y="16565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603" name="Google Shape;2603;p46"/>
          <p:cNvSpPr txBox="1"/>
          <p:nvPr>
            <p:ph idx="8" type="subTitle"/>
          </p:nvPr>
        </p:nvSpPr>
        <p:spPr>
          <a:xfrm>
            <a:off x="3582900" y="16565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604" name="Google Shape;2604;p46"/>
          <p:cNvSpPr txBox="1"/>
          <p:nvPr>
            <p:ph idx="9" type="subTitle"/>
          </p:nvPr>
        </p:nvSpPr>
        <p:spPr>
          <a:xfrm>
            <a:off x="6205148" y="16565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605" name="Google Shape;2605;p46"/>
          <p:cNvSpPr txBox="1"/>
          <p:nvPr>
            <p:ph idx="13" type="subTitle"/>
          </p:nvPr>
        </p:nvSpPr>
        <p:spPr>
          <a:xfrm>
            <a:off x="960652" y="31630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606" name="Google Shape;2606;p46"/>
          <p:cNvSpPr txBox="1"/>
          <p:nvPr>
            <p:ph idx="14" type="subTitle"/>
          </p:nvPr>
        </p:nvSpPr>
        <p:spPr>
          <a:xfrm>
            <a:off x="3582900" y="31630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07" name="Google Shape;2607;p46"/>
          <p:cNvSpPr txBox="1"/>
          <p:nvPr>
            <p:ph idx="15" type="subTitle"/>
          </p:nvPr>
        </p:nvSpPr>
        <p:spPr>
          <a:xfrm>
            <a:off x="6205148" y="31630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2608" name="Google Shape;2608;p46"/>
          <p:cNvGrpSpPr/>
          <p:nvPr/>
        </p:nvGrpSpPr>
        <p:grpSpPr>
          <a:xfrm>
            <a:off x="7442804" y="4096650"/>
            <a:ext cx="987972" cy="1014693"/>
            <a:chOff x="1742490" y="367839"/>
            <a:chExt cx="629242" cy="646260"/>
          </a:xfrm>
        </p:grpSpPr>
        <p:sp>
          <p:nvSpPr>
            <p:cNvPr id="2609" name="Google Shape;2609;p46"/>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6"/>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6"/>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6"/>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6"/>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6"/>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6"/>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6"/>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6"/>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 name="Google Shape;2620;p46"/>
          <p:cNvSpPr/>
          <p:nvPr/>
        </p:nvSpPr>
        <p:spPr>
          <a:xfrm>
            <a:off x="8430766" y="352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621" name="Google Shape;2621;p46"/>
          <p:cNvSpPr/>
          <p:nvPr/>
        </p:nvSpPr>
        <p:spPr>
          <a:xfrm>
            <a:off x="915966" y="41806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6"/>
          <p:cNvSpPr/>
          <p:nvPr/>
        </p:nvSpPr>
        <p:spPr>
          <a:xfrm>
            <a:off x="1360428"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23" name="Google Shape;2623;p46"/>
          <p:cNvCxnSpPr/>
          <p:nvPr/>
        </p:nvCxnSpPr>
        <p:spPr>
          <a:xfrm>
            <a:off x="748575" y="2823750"/>
            <a:ext cx="7684800" cy="0"/>
          </a:xfrm>
          <a:prstGeom prst="straightConnector1">
            <a:avLst/>
          </a:prstGeom>
          <a:noFill/>
          <a:ln cap="flat" cmpd="sng" w="9525">
            <a:solidFill>
              <a:schemeClr val="dk1"/>
            </a:solidFill>
            <a:prstDash val="solid"/>
            <a:round/>
            <a:headEnd len="med" w="med" type="none"/>
            <a:tailEnd len="med" w="med" type="none"/>
          </a:ln>
        </p:spPr>
      </p:cxnSp>
      <p:cxnSp>
        <p:nvCxnSpPr>
          <p:cNvPr id="2624" name="Google Shape;2624;p46"/>
          <p:cNvCxnSpPr/>
          <p:nvPr/>
        </p:nvCxnSpPr>
        <p:spPr>
          <a:xfrm>
            <a:off x="3259625" y="1478200"/>
            <a:ext cx="0" cy="2814300"/>
          </a:xfrm>
          <a:prstGeom prst="straightConnector1">
            <a:avLst/>
          </a:prstGeom>
          <a:noFill/>
          <a:ln cap="flat" cmpd="sng" w="9525">
            <a:solidFill>
              <a:schemeClr val="dk1"/>
            </a:solidFill>
            <a:prstDash val="solid"/>
            <a:round/>
            <a:headEnd len="med" w="med" type="none"/>
            <a:tailEnd len="med" w="med" type="none"/>
          </a:ln>
        </p:spPr>
      </p:cxnSp>
      <p:cxnSp>
        <p:nvCxnSpPr>
          <p:cNvPr id="2625" name="Google Shape;2625;p46"/>
          <p:cNvCxnSpPr/>
          <p:nvPr/>
        </p:nvCxnSpPr>
        <p:spPr>
          <a:xfrm>
            <a:off x="5875700" y="1478200"/>
            <a:ext cx="0" cy="28143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9" name="Shape 2629"/>
        <p:cNvGrpSpPr/>
        <p:nvPr/>
      </p:nvGrpSpPr>
      <p:grpSpPr>
        <a:xfrm>
          <a:off x="0" y="0"/>
          <a:ext cx="0" cy="0"/>
          <a:chOff x="0" y="0"/>
          <a:chExt cx="0" cy="0"/>
        </a:xfrm>
      </p:grpSpPr>
      <p:sp>
        <p:nvSpPr>
          <p:cNvPr id="2630" name="Google Shape;2630;p47"/>
          <p:cNvSpPr txBox="1"/>
          <p:nvPr>
            <p:ph type="title"/>
          </p:nvPr>
        </p:nvSpPr>
        <p:spPr>
          <a:xfrm>
            <a:off x="1768500" y="2388325"/>
            <a:ext cx="5607000" cy="16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grpSp>
        <p:nvGrpSpPr>
          <p:cNvPr id="2631" name="Google Shape;2631;p47"/>
          <p:cNvGrpSpPr/>
          <p:nvPr/>
        </p:nvGrpSpPr>
        <p:grpSpPr>
          <a:xfrm>
            <a:off x="3840955" y="145982"/>
            <a:ext cx="1114655" cy="1957000"/>
            <a:chOff x="2332850" y="1508965"/>
            <a:chExt cx="495799" cy="870474"/>
          </a:xfrm>
        </p:grpSpPr>
        <p:sp>
          <p:nvSpPr>
            <p:cNvPr id="2632" name="Google Shape;2632;p47"/>
            <p:cNvSpPr/>
            <p:nvPr/>
          </p:nvSpPr>
          <p:spPr>
            <a:xfrm>
              <a:off x="2347410" y="1709183"/>
              <a:ext cx="467748" cy="569138"/>
            </a:xfrm>
            <a:custGeom>
              <a:rect b="b" l="l" r="r" t="t"/>
              <a:pathLst>
                <a:path extrusionOk="0" h="10671" w="8770">
                  <a:moveTo>
                    <a:pt x="4336" y="1"/>
                  </a:moveTo>
                  <a:cubicBezTo>
                    <a:pt x="4096" y="1"/>
                    <a:pt x="3869" y="8"/>
                    <a:pt x="3774" y="23"/>
                  </a:cubicBezTo>
                  <a:cubicBezTo>
                    <a:pt x="3116" y="126"/>
                    <a:pt x="2471" y="296"/>
                    <a:pt x="1881" y="622"/>
                  </a:cubicBezTo>
                  <a:cubicBezTo>
                    <a:pt x="1050" y="1081"/>
                    <a:pt x="456" y="1815"/>
                    <a:pt x="217" y="2738"/>
                  </a:cubicBezTo>
                  <a:cubicBezTo>
                    <a:pt x="95" y="3209"/>
                    <a:pt x="43" y="3707"/>
                    <a:pt x="20" y="4193"/>
                  </a:cubicBezTo>
                  <a:cubicBezTo>
                    <a:pt x="1" y="4646"/>
                    <a:pt x="18" y="5111"/>
                    <a:pt x="119" y="5555"/>
                  </a:cubicBezTo>
                  <a:cubicBezTo>
                    <a:pt x="226" y="6023"/>
                    <a:pt x="438" y="6457"/>
                    <a:pt x="759" y="6815"/>
                  </a:cubicBezTo>
                  <a:cubicBezTo>
                    <a:pt x="1053" y="7143"/>
                    <a:pt x="1424" y="7390"/>
                    <a:pt x="1768" y="7662"/>
                  </a:cubicBezTo>
                  <a:cubicBezTo>
                    <a:pt x="2542" y="8276"/>
                    <a:pt x="3029" y="9149"/>
                    <a:pt x="3040" y="10149"/>
                  </a:cubicBezTo>
                  <a:cubicBezTo>
                    <a:pt x="3040" y="10202"/>
                    <a:pt x="3052" y="10250"/>
                    <a:pt x="3070" y="10290"/>
                  </a:cubicBezTo>
                  <a:cubicBezTo>
                    <a:pt x="3070" y="10294"/>
                    <a:pt x="3068" y="10298"/>
                    <a:pt x="3068" y="10301"/>
                  </a:cubicBezTo>
                  <a:cubicBezTo>
                    <a:pt x="3072" y="10391"/>
                    <a:pt x="3102" y="10487"/>
                    <a:pt x="3171" y="10551"/>
                  </a:cubicBezTo>
                  <a:cubicBezTo>
                    <a:pt x="3234" y="10611"/>
                    <a:pt x="3321" y="10657"/>
                    <a:pt x="3409" y="10657"/>
                  </a:cubicBezTo>
                  <a:cubicBezTo>
                    <a:pt x="3413" y="10657"/>
                    <a:pt x="3416" y="10657"/>
                    <a:pt x="3419" y="10657"/>
                  </a:cubicBezTo>
                  <a:cubicBezTo>
                    <a:pt x="3726" y="10638"/>
                    <a:pt x="4030" y="10618"/>
                    <a:pt x="4335" y="10601"/>
                  </a:cubicBezTo>
                  <a:cubicBezTo>
                    <a:pt x="4339" y="10601"/>
                    <a:pt x="4342" y="10601"/>
                    <a:pt x="4346" y="10599"/>
                  </a:cubicBezTo>
                  <a:cubicBezTo>
                    <a:pt x="4348" y="10601"/>
                    <a:pt x="4353" y="10601"/>
                    <a:pt x="4355" y="10601"/>
                  </a:cubicBezTo>
                  <a:cubicBezTo>
                    <a:pt x="4661" y="10622"/>
                    <a:pt x="4964" y="10647"/>
                    <a:pt x="5269" y="10670"/>
                  </a:cubicBezTo>
                  <a:cubicBezTo>
                    <a:pt x="5274" y="10670"/>
                    <a:pt x="5279" y="10670"/>
                    <a:pt x="5284" y="10670"/>
                  </a:cubicBezTo>
                  <a:cubicBezTo>
                    <a:pt x="5372" y="10670"/>
                    <a:pt x="5457" y="10624"/>
                    <a:pt x="5521" y="10567"/>
                  </a:cubicBezTo>
                  <a:cubicBezTo>
                    <a:pt x="5590" y="10505"/>
                    <a:pt x="5622" y="10407"/>
                    <a:pt x="5625" y="10317"/>
                  </a:cubicBezTo>
                  <a:cubicBezTo>
                    <a:pt x="5627" y="10315"/>
                    <a:pt x="5625" y="10310"/>
                    <a:pt x="5625" y="10308"/>
                  </a:cubicBezTo>
                  <a:cubicBezTo>
                    <a:pt x="5645" y="10267"/>
                    <a:pt x="5655" y="10220"/>
                    <a:pt x="5655" y="10166"/>
                  </a:cubicBezTo>
                  <a:cubicBezTo>
                    <a:pt x="5682" y="9167"/>
                    <a:pt x="6180" y="8300"/>
                    <a:pt x="6962" y="7696"/>
                  </a:cubicBezTo>
                  <a:cubicBezTo>
                    <a:pt x="7309" y="7428"/>
                    <a:pt x="7683" y="7187"/>
                    <a:pt x="7980" y="6863"/>
                  </a:cubicBezTo>
                  <a:cubicBezTo>
                    <a:pt x="8308" y="6511"/>
                    <a:pt x="8526" y="6078"/>
                    <a:pt x="8640" y="5612"/>
                  </a:cubicBezTo>
                  <a:cubicBezTo>
                    <a:pt x="8746" y="5169"/>
                    <a:pt x="8769" y="4705"/>
                    <a:pt x="8755" y="4251"/>
                  </a:cubicBezTo>
                  <a:cubicBezTo>
                    <a:pt x="8739" y="3766"/>
                    <a:pt x="8696" y="3268"/>
                    <a:pt x="8579" y="2794"/>
                  </a:cubicBezTo>
                  <a:cubicBezTo>
                    <a:pt x="8353" y="1866"/>
                    <a:pt x="7768" y="1127"/>
                    <a:pt x="6942" y="656"/>
                  </a:cubicBezTo>
                  <a:cubicBezTo>
                    <a:pt x="6357" y="322"/>
                    <a:pt x="5714" y="143"/>
                    <a:pt x="5057" y="32"/>
                  </a:cubicBezTo>
                  <a:cubicBezTo>
                    <a:pt x="4941" y="11"/>
                    <a:pt x="4629" y="1"/>
                    <a:pt x="4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2516587" y="2272290"/>
              <a:ext cx="132964" cy="96323"/>
            </a:xfrm>
            <a:custGeom>
              <a:rect b="b" l="l" r="r" t="t"/>
              <a:pathLst>
                <a:path extrusionOk="0" h="1806" w="2493">
                  <a:moveTo>
                    <a:pt x="454" y="0"/>
                  </a:moveTo>
                  <a:cubicBezTo>
                    <a:pt x="244" y="0"/>
                    <a:pt x="1" y="191"/>
                    <a:pt x="26" y="422"/>
                  </a:cubicBezTo>
                  <a:cubicBezTo>
                    <a:pt x="31" y="459"/>
                    <a:pt x="36" y="496"/>
                    <a:pt x="42" y="535"/>
                  </a:cubicBezTo>
                  <a:cubicBezTo>
                    <a:pt x="19" y="604"/>
                    <a:pt x="15" y="684"/>
                    <a:pt x="42" y="774"/>
                  </a:cubicBezTo>
                  <a:cubicBezTo>
                    <a:pt x="82" y="918"/>
                    <a:pt x="144" y="1051"/>
                    <a:pt x="222" y="1173"/>
                  </a:cubicBezTo>
                  <a:cubicBezTo>
                    <a:pt x="380" y="1512"/>
                    <a:pt x="641" y="1777"/>
                    <a:pt x="1059" y="1802"/>
                  </a:cubicBezTo>
                  <a:cubicBezTo>
                    <a:pt x="1080" y="1803"/>
                    <a:pt x="1101" y="1804"/>
                    <a:pt x="1122" y="1804"/>
                  </a:cubicBezTo>
                  <a:cubicBezTo>
                    <a:pt x="1160" y="1804"/>
                    <a:pt x="1198" y="1802"/>
                    <a:pt x="1236" y="1799"/>
                  </a:cubicBezTo>
                  <a:cubicBezTo>
                    <a:pt x="1278" y="1803"/>
                    <a:pt x="1320" y="1805"/>
                    <a:pt x="1363" y="1805"/>
                  </a:cubicBezTo>
                  <a:cubicBezTo>
                    <a:pt x="1380" y="1805"/>
                    <a:pt x="1396" y="1805"/>
                    <a:pt x="1413" y="1804"/>
                  </a:cubicBezTo>
                  <a:cubicBezTo>
                    <a:pt x="1831" y="1786"/>
                    <a:pt x="2095" y="1522"/>
                    <a:pt x="2257" y="1186"/>
                  </a:cubicBezTo>
                  <a:cubicBezTo>
                    <a:pt x="2338" y="1065"/>
                    <a:pt x="2402" y="932"/>
                    <a:pt x="2445" y="790"/>
                  </a:cubicBezTo>
                  <a:cubicBezTo>
                    <a:pt x="2471" y="702"/>
                    <a:pt x="2469" y="620"/>
                    <a:pt x="2448" y="551"/>
                  </a:cubicBezTo>
                  <a:cubicBezTo>
                    <a:pt x="2453" y="514"/>
                    <a:pt x="2459" y="475"/>
                    <a:pt x="2464" y="438"/>
                  </a:cubicBezTo>
                  <a:cubicBezTo>
                    <a:pt x="2492" y="207"/>
                    <a:pt x="2253" y="14"/>
                    <a:pt x="2042" y="11"/>
                  </a:cubicBezTo>
                  <a:cubicBezTo>
                    <a:pt x="2039" y="11"/>
                    <a:pt x="2036" y="11"/>
                    <a:pt x="2033" y="11"/>
                  </a:cubicBezTo>
                  <a:cubicBezTo>
                    <a:pt x="1961" y="11"/>
                    <a:pt x="1900" y="30"/>
                    <a:pt x="1846" y="58"/>
                  </a:cubicBezTo>
                  <a:cubicBezTo>
                    <a:pt x="1804" y="44"/>
                    <a:pt x="1761" y="37"/>
                    <a:pt x="1717" y="37"/>
                  </a:cubicBezTo>
                  <a:cubicBezTo>
                    <a:pt x="1623" y="37"/>
                    <a:pt x="1525" y="73"/>
                    <a:pt x="1438" y="160"/>
                  </a:cubicBezTo>
                  <a:cubicBezTo>
                    <a:pt x="1383" y="216"/>
                    <a:pt x="1316" y="262"/>
                    <a:pt x="1247" y="296"/>
                  </a:cubicBezTo>
                  <a:cubicBezTo>
                    <a:pt x="1176" y="262"/>
                    <a:pt x="1110" y="214"/>
                    <a:pt x="1055" y="158"/>
                  </a:cubicBezTo>
                  <a:cubicBezTo>
                    <a:pt x="967" y="67"/>
                    <a:pt x="868" y="30"/>
                    <a:pt x="772" y="30"/>
                  </a:cubicBezTo>
                  <a:cubicBezTo>
                    <a:pt x="730" y="30"/>
                    <a:pt x="689" y="37"/>
                    <a:pt x="649" y="50"/>
                  </a:cubicBezTo>
                  <a:cubicBezTo>
                    <a:pt x="594" y="20"/>
                    <a:pt x="529" y="0"/>
                    <a:pt x="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2540908" y="1888227"/>
              <a:ext cx="89816" cy="406413"/>
            </a:xfrm>
            <a:custGeom>
              <a:rect b="b" l="l" r="r" t="t"/>
              <a:pathLst>
                <a:path extrusionOk="0" h="7620" w="1684">
                  <a:moveTo>
                    <a:pt x="1044" y="288"/>
                  </a:moveTo>
                  <a:cubicBezTo>
                    <a:pt x="1141" y="288"/>
                    <a:pt x="1232" y="333"/>
                    <a:pt x="1290" y="439"/>
                  </a:cubicBezTo>
                  <a:cubicBezTo>
                    <a:pt x="1413" y="664"/>
                    <a:pt x="1296" y="926"/>
                    <a:pt x="1186" y="1128"/>
                  </a:cubicBezTo>
                  <a:cubicBezTo>
                    <a:pt x="1053" y="1369"/>
                    <a:pt x="902" y="1598"/>
                    <a:pt x="753" y="1828"/>
                  </a:cubicBezTo>
                  <a:cubicBezTo>
                    <a:pt x="737" y="1810"/>
                    <a:pt x="723" y="1794"/>
                    <a:pt x="707" y="1777"/>
                  </a:cubicBezTo>
                  <a:cubicBezTo>
                    <a:pt x="535" y="1576"/>
                    <a:pt x="482" y="1381"/>
                    <a:pt x="512" y="1117"/>
                  </a:cubicBezTo>
                  <a:cubicBezTo>
                    <a:pt x="539" y="873"/>
                    <a:pt x="587" y="563"/>
                    <a:pt x="783" y="393"/>
                  </a:cubicBezTo>
                  <a:cubicBezTo>
                    <a:pt x="859" y="327"/>
                    <a:pt x="954" y="288"/>
                    <a:pt x="1044" y="288"/>
                  </a:cubicBezTo>
                  <a:close/>
                  <a:moveTo>
                    <a:pt x="1046" y="0"/>
                  </a:moveTo>
                  <a:cubicBezTo>
                    <a:pt x="593" y="0"/>
                    <a:pt x="347" y="446"/>
                    <a:pt x="270" y="841"/>
                  </a:cubicBezTo>
                  <a:cubicBezTo>
                    <a:pt x="224" y="1084"/>
                    <a:pt x="185" y="1350"/>
                    <a:pt x="266" y="1589"/>
                  </a:cubicBezTo>
                  <a:cubicBezTo>
                    <a:pt x="330" y="1780"/>
                    <a:pt x="463" y="1929"/>
                    <a:pt x="597" y="2074"/>
                  </a:cubicBezTo>
                  <a:cubicBezTo>
                    <a:pt x="542" y="2163"/>
                    <a:pt x="489" y="2252"/>
                    <a:pt x="440" y="2344"/>
                  </a:cubicBezTo>
                  <a:cubicBezTo>
                    <a:pt x="209" y="2767"/>
                    <a:pt x="75" y="3210"/>
                    <a:pt x="41" y="3694"/>
                  </a:cubicBezTo>
                  <a:cubicBezTo>
                    <a:pt x="0" y="4302"/>
                    <a:pt x="41" y="4922"/>
                    <a:pt x="52" y="5532"/>
                  </a:cubicBezTo>
                  <a:cubicBezTo>
                    <a:pt x="60" y="6115"/>
                    <a:pt x="37" y="6714"/>
                    <a:pt x="188" y="7281"/>
                  </a:cubicBezTo>
                  <a:cubicBezTo>
                    <a:pt x="207" y="7351"/>
                    <a:pt x="262" y="7382"/>
                    <a:pt x="319" y="7382"/>
                  </a:cubicBezTo>
                  <a:cubicBezTo>
                    <a:pt x="403" y="7382"/>
                    <a:pt x="490" y="7313"/>
                    <a:pt x="463" y="7208"/>
                  </a:cubicBezTo>
                  <a:cubicBezTo>
                    <a:pt x="310" y="6643"/>
                    <a:pt x="342" y="6042"/>
                    <a:pt x="333" y="5464"/>
                  </a:cubicBezTo>
                  <a:cubicBezTo>
                    <a:pt x="323" y="4887"/>
                    <a:pt x="287" y="4304"/>
                    <a:pt x="323" y="3728"/>
                  </a:cubicBezTo>
                  <a:cubicBezTo>
                    <a:pt x="355" y="3203"/>
                    <a:pt x="530" y="2748"/>
                    <a:pt x="791" y="2303"/>
                  </a:cubicBezTo>
                  <a:cubicBezTo>
                    <a:pt x="1044" y="2654"/>
                    <a:pt x="1145" y="3076"/>
                    <a:pt x="1182" y="3513"/>
                  </a:cubicBezTo>
                  <a:cubicBezTo>
                    <a:pt x="1294" y="4816"/>
                    <a:pt x="1166" y="6163"/>
                    <a:pt x="911" y="7440"/>
                  </a:cubicBezTo>
                  <a:cubicBezTo>
                    <a:pt x="890" y="7548"/>
                    <a:pt x="980" y="7620"/>
                    <a:pt x="1063" y="7620"/>
                  </a:cubicBezTo>
                  <a:cubicBezTo>
                    <a:pt x="1117" y="7620"/>
                    <a:pt x="1168" y="7589"/>
                    <a:pt x="1182" y="7518"/>
                  </a:cubicBezTo>
                  <a:cubicBezTo>
                    <a:pt x="1395" y="6457"/>
                    <a:pt x="1503" y="5378"/>
                    <a:pt x="1496" y="4295"/>
                  </a:cubicBezTo>
                  <a:cubicBezTo>
                    <a:pt x="1492" y="3825"/>
                    <a:pt x="1483" y="3341"/>
                    <a:pt x="1368" y="2882"/>
                  </a:cubicBezTo>
                  <a:cubicBezTo>
                    <a:pt x="1319" y="2691"/>
                    <a:pt x="1248" y="2501"/>
                    <a:pt x="1152" y="2328"/>
                  </a:cubicBezTo>
                  <a:cubicBezTo>
                    <a:pt x="1094" y="2225"/>
                    <a:pt x="1024" y="2135"/>
                    <a:pt x="948" y="2048"/>
                  </a:cubicBezTo>
                  <a:cubicBezTo>
                    <a:pt x="1195" y="1679"/>
                    <a:pt x="1494" y="1298"/>
                    <a:pt x="1595" y="875"/>
                  </a:cubicBezTo>
                  <a:cubicBezTo>
                    <a:pt x="1684" y="506"/>
                    <a:pt x="1519" y="26"/>
                    <a:pt x="1083" y="1"/>
                  </a:cubicBezTo>
                  <a:cubicBezTo>
                    <a:pt x="1071" y="0"/>
                    <a:pt x="1058" y="0"/>
                    <a:pt x="1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2485120" y="2193675"/>
              <a:ext cx="205233" cy="132004"/>
            </a:xfrm>
            <a:custGeom>
              <a:rect b="b" l="l" r="r" t="t"/>
              <a:pathLst>
                <a:path extrusionOk="0" h="2475" w="3848">
                  <a:moveTo>
                    <a:pt x="2832" y="0"/>
                  </a:moveTo>
                  <a:cubicBezTo>
                    <a:pt x="2601" y="0"/>
                    <a:pt x="2367" y="24"/>
                    <a:pt x="2189" y="24"/>
                  </a:cubicBezTo>
                  <a:cubicBezTo>
                    <a:pt x="1946" y="24"/>
                    <a:pt x="1702" y="22"/>
                    <a:pt x="1459" y="22"/>
                  </a:cubicBezTo>
                  <a:cubicBezTo>
                    <a:pt x="1144" y="22"/>
                    <a:pt x="830" y="25"/>
                    <a:pt x="516" y="37"/>
                  </a:cubicBezTo>
                  <a:cubicBezTo>
                    <a:pt x="190" y="51"/>
                    <a:pt x="38" y="327"/>
                    <a:pt x="59" y="577"/>
                  </a:cubicBezTo>
                  <a:cubicBezTo>
                    <a:pt x="59" y="588"/>
                    <a:pt x="59" y="597"/>
                    <a:pt x="61" y="606"/>
                  </a:cubicBezTo>
                  <a:cubicBezTo>
                    <a:pt x="57" y="643"/>
                    <a:pt x="54" y="678"/>
                    <a:pt x="49" y="716"/>
                  </a:cubicBezTo>
                  <a:cubicBezTo>
                    <a:pt x="20" y="999"/>
                    <a:pt x="1" y="1281"/>
                    <a:pt x="38" y="1525"/>
                  </a:cubicBezTo>
                  <a:cubicBezTo>
                    <a:pt x="40" y="1587"/>
                    <a:pt x="43" y="1646"/>
                    <a:pt x="52" y="1704"/>
                  </a:cubicBezTo>
                  <a:cubicBezTo>
                    <a:pt x="57" y="1754"/>
                    <a:pt x="64" y="1802"/>
                    <a:pt x="75" y="1850"/>
                  </a:cubicBezTo>
                  <a:cubicBezTo>
                    <a:pt x="82" y="1883"/>
                    <a:pt x="91" y="1915"/>
                    <a:pt x="100" y="1947"/>
                  </a:cubicBezTo>
                  <a:cubicBezTo>
                    <a:pt x="155" y="2126"/>
                    <a:pt x="318" y="2282"/>
                    <a:pt x="511" y="2296"/>
                  </a:cubicBezTo>
                  <a:cubicBezTo>
                    <a:pt x="546" y="2309"/>
                    <a:pt x="585" y="2323"/>
                    <a:pt x="628" y="2330"/>
                  </a:cubicBezTo>
                  <a:cubicBezTo>
                    <a:pt x="1155" y="2414"/>
                    <a:pt x="1683" y="2474"/>
                    <a:pt x="2216" y="2474"/>
                  </a:cubicBezTo>
                  <a:cubicBezTo>
                    <a:pt x="2246" y="2474"/>
                    <a:pt x="2275" y="2474"/>
                    <a:pt x="2304" y="2473"/>
                  </a:cubicBezTo>
                  <a:cubicBezTo>
                    <a:pt x="2335" y="2473"/>
                    <a:pt x="2366" y="2473"/>
                    <a:pt x="2397" y="2473"/>
                  </a:cubicBezTo>
                  <a:cubicBezTo>
                    <a:pt x="2446" y="2473"/>
                    <a:pt x="2496" y="2473"/>
                    <a:pt x="2546" y="2473"/>
                  </a:cubicBezTo>
                  <a:cubicBezTo>
                    <a:pt x="2872" y="2473"/>
                    <a:pt x="3230" y="2461"/>
                    <a:pt x="3479" y="2271"/>
                  </a:cubicBezTo>
                  <a:cubicBezTo>
                    <a:pt x="3582" y="2192"/>
                    <a:pt x="3664" y="2069"/>
                    <a:pt x="3722" y="1919"/>
                  </a:cubicBezTo>
                  <a:cubicBezTo>
                    <a:pt x="3742" y="1869"/>
                    <a:pt x="3759" y="1818"/>
                    <a:pt x="3773" y="1765"/>
                  </a:cubicBezTo>
                  <a:cubicBezTo>
                    <a:pt x="3816" y="1612"/>
                    <a:pt x="3835" y="1442"/>
                    <a:pt x="3835" y="1272"/>
                  </a:cubicBezTo>
                  <a:cubicBezTo>
                    <a:pt x="3848" y="1107"/>
                    <a:pt x="3841" y="939"/>
                    <a:pt x="3814" y="779"/>
                  </a:cubicBezTo>
                  <a:cubicBezTo>
                    <a:pt x="3807" y="737"/>
                    <a:pt x="3800" y="694"/>
                    <a:pt x="3789" y="654"/>
                  </a:cubicBezTo>
                  <a:cubicBezTo>
                    <a:pt x="3729" y="423"/>
                    <a:pt x="3621" y="228"/>
                    <a:pt x="3460" y="127"/>
                  </a:cubicBezTo>
                  <a:cubicBezTo>
                    <a:pt x="3298" y="25"/>
                    <a:pt x="3067" y="0"/>
                    <a:pt x="28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2485120" y="2231222"/>
              <a:ext cx="205233" cy="56588"/>
            </a:xfrm>
            <a:custGeom>
              <a:rect b="b" l="l" r="r" t="t"/>
              <a:pathLst>
                <a:path extrusionOk="0" h="1061" w="3848">
                  <a:moveTo>
                    <a:pt x="1008" y="0"/>
                  </a:moveTo>
                  <a:cubicBezTo>
                    <a:pt x="688" y="0"/>
                    <a:pt x="368" y="4"/>
                    <a:pt x="49" y="12"/>
                  </a:cubicBezTo>
                  <a:cubicBezTo>
                    <a:pt x="20" y="295"/>
                    <a:pt x="1" y="577"/>
                    <a:pt x="38" y="821"/>
                  </a:cubicBezTo>
                  <a:cubicBezTo>
                    <a:pt x="40" y="883"/>
                    <a:pt x="43" y="942"/>
                    <a:pt x="52" y="1000"/>
                  </a:cubicBezTo>
                  <a:cubicBezTo>
                    <a:pt x="414" y="988"/>
                    <a:pt x="777" y="983"/>
                    <a:pt x="1141" y="983"/>
                  </a:cubicBezTo>
                  <a:cubicBezTo>
                    <a:pt x="2017" y="983"/>
                    <a:pt x="2898" y="1014"/>
                    <a:pt x="3773" y="1061"/>
                  </a:cubicBezTo>
                  <a:cubicBezTo>
                    <a:pt x="3816" y="908"/>
                    <a:pt x="3835" y="738"/>
                    <a:pt x="3835" y="568"/>
                  </a:cubicBezTo>
                  <a:cubicBezTo>
                    <a:pt x="3848" y="403"/>
                    <a:pt x="3841" y="235"/>
                    <a:pt x="3814" y="75"/>
                  </a:cubicBezTo>
                  <a:cubicBezTo>
                    <a:pt x="2878" y="30"/>
                    <a:pt x="1942"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2697711" y="1935802"/>
              <a:ext cx="130937" cy="210247"/>
            </a:xfrm>
            <a:custGeom>
              <a:rect b="b" l="l" r="r" t="t"/>
              <a:pathLst>
                <a:path extrusionOk="0" h="3942" w="2455">
                  <a:moveTo>
                    <a:pt x="2139" y="0"/>
                  </a:moveTo>
                  <a:cubicBezTo>
                    <a:pt x="2119" y="0"/>
                    <a:pt x="2099" y="2"/>
                    <a:pt x="2081" y="7"/>
                  </a:cubicBezTo>
                  <a:cubicBezTo>
                    <a:pt x="1946" y="43"/>
                    <a:pt x="1886" y="176"/>
                    <a:pt x="1910" y="305"/>
                  </a:cubicBezTo>
                  <a:cubicBezTo>
                    <a:pt x="1974" y="663"/>
                    <a:pt x="1884" y="1025"/>
                    <a:pt x="1765" y="1363"/>
                  </a:cubicBezTo>
                  <a:cubicBezTo>
                    <a:pt x="1655" y="1680"/>
                    <a:pt x="1537" y="2035"/>
                    <a:pt x="1333" y="2306"/>
                  </a:cubicBezTo>
                  <a:cubicBezTo>
                    <a:pt x="977" y="2783"/>
                    <a:pt x="413" y="3050"/>
                    <a:pt x="110" y="3576"/>
                  </a:cubicBezTo>
                  <a:cubicBezTo>
                    <a:pt x="0" y="3765"/>
                    <a:pt x="169" y="3942"/>
                    <a:pt x="334" y="3942"/>
                  </a:cubicBezTo>
                  <a:cubicBezTo>
                    <a:pt x="407" y="3942"/>
                    <a:pt x="479" y="3907"/>
                    <a:pt x="526" y="3825"/>
                  </a:cubicBezTo>
                  <a:cubicBezTo>
                    <a:pt x="844" y="3277"/>
                    <a:pt x="1473" y="3004"/>
                    <a:pt x="1811" y="2467"/>
                  </a:cubicBezTo>
                  <a:cubicBezTo>
                    <a:pt x="1910" y="2309"/>
                    <a:pt x="1980" y="2134"/>
                    <a:pt x="2050" y="1962"/>
                  </a:cubicBezTo>
                  <a:cubicBezTo>
                    <a:pt x="2127" y="1780"/>
                    <a:pt x="2201" y="1597"/>
                    <a:pt x="2263" y="1409"/>
                  </a:cubicBezTo>
                  <a:cubicBezTo>
                    <a:pt x="2394" y="1009"/>
                    <a:pt x="2454" y="596"/>
                    <a:pt x="2378" y="179"/>
                  </a:cubicBezTo>
                  <a:cubicBezTo>
                    <a:pt x="2359" y="70"/>
                    <a:pt x="2246" y="0"/>
                    <a:pt x="2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2727099" y="1748437"/>
              <a:ext cx="93710" cy="106563"/>
            </a:xfrm>
            <a:custGeom>
              <a:rect b="b" l="l" r="r" t="t"/>
              <a:pathLst>
                <a:path extrusionOk="0" h="1998" w="1757">
                  <a:moveTo>
                    <a:pt x="277" y="0"/>
                  </a:moveTo>
                  <a:cubicBezTo>
                    <a:pt x="192" y="0"/>
                    <a:pt x="104" y="44"/>
                    <a:pt x="64" y="120"/>
                  </a:cubicBezTo>
                  <a:cubicBezTo>
                    <a:pt x="0" y="239"/>
                    <a:pt x="36" y="377"/>
                    <a:pt x="149" y="451"/>
                  </a:cubicBezTo>
                  <a:cubicBezTo>
                    <a:pt x="213" y="494"/>
                    <a:pt x="277" y="538"/>
                    <a:pt x="339" y="586"/>
                  </a:cubicBezTo>
                  <a:cubicBezTo>
                    <a:pt x="344" y="591"/>
                    <a:pt x="353" y="598"/>
                    <a:pt x="358" y="602"/>
                  </a:cubicBezTo>
                  <a:cubicBezTo>
                    <a:pt x="372" y="614"/>
                    <a:pt x="388" y="627"/>
                    <a:pt x="403" y="639"/>
                  </a:cubicBezTo>
                  <a:cubicBezTo>
                    <a:pt x="433" y="666"/>
                    <a:pt x="463" y="690"/>
                    <a:pt x="493" y="719"/>
                  </a:cubicBezTo>
                  <a:cubicBezTo>
                    <a:pt x="608" y="825"/>
                    <a:pt x="716" y="940"/>
                    <a:pt x="815" y="1063"/>
                  </a:cubicBezTo>
                  <a:cubicBezTo>
                    <a:pt x="822" y="1071"/>
                    <a:pt x="830" y="1082"/>
                    <a:pt x="837" y="1091"/>
                  </a:cubicBezTo>
                  <a:cubicBezTo>
                    <a:pt x="836" y="1091"/>
                    <a:pt x="836" y="1090"/>
                    <a:pt x="836" y="1090"/>
                  </a:cubicBezTo>
                  <a:lnTo>
                    <a:pt x="836" y="1090"/>
                  </a:lnTo>
                  <a:cubicBezTo>
                    <a:pt x="837" y="1090"/>
                    <a:pt x="863" y="1126"/>
                    <a:pt x="863" y="1126"/>
                  </a:cubicBezTo>
                  <a:cubicBezTo>
                    <a:pt x="886" y="1158"/>
                    <a:pt x="909" y="1190"/>
                    <a:pt x="932" y="1224"/>
                  </a:cubicBezTo>
                  <a:cubicBezTo>
                    <a:pt x="973" y="1286"/>
                    <a:pt x="1012" y="1350"/>
                    <a:pt x="1049" y="1413"/>
                  </a:cubicBezTo>
                  <a:cubicBezTo>
                    <a:pt x="1088" y="1483"/>
                    <a:pt x="1126" y="1552"/>
                    <a:pt x="1159" y="1624"/>
                  </a:cubicBezTo>
                  <a:cubicBezTo>
                    <a:pt x="1177" y="1660"/>
                    <a:pt x="1193" y="1695"/>
                    <a:pt x="1207" y="1732"/>
                  </a:cubicBezTo>
                  <a:cubicBezTo>
                    <a:pt x="1209" y="1736"/>
                    <a:pt x="1211" y="1738"/>
                    <a:pt x="1211" y="1738"/>
                  </a:cubicBezTo>
                  <a:cubicBezTo>
                    <a:pt x="1212" y="1741"/>
                    <a:pt x="1212" y="1745"/>
                    <a:pt x="1216" y="1750"/>
                  </a:cubicBezTo>
                  <a:cubicBezTo>
                    <a:pt x="1223" y="1771"/>
                    <a:pt x="1232" y="1794"/>
                    <a:pt x="1241" y="1816"/>
                  </a:cubicBezTo>
                  <a:cubicBezTo>
                    <a:pt x="1278" y="1915"/>
                    <a:pt x="1368" y="1998"/>
                    <a:pt x="1474" y="1998"/>
                  </a:cubicBezTo>
                  <a:cubicBezTo>
                    <a:pt x="1495" y="1998"/>
                    <a:pt x="1516" y="1995"/>
                    <a:pt x="1538" y="1988"/>
                  </a:cubicBezTo>
                  <a:cubicBezTo>
                    <a:pt x="1654" y="1952"/>
                    <a:pt x="1756" y="1817"/>
                    <a:pt x="1710" y="1690"/>
                  </a:cubicBezTo>
                  <a:cubicBezTo>
                    <a:pt x="1459" y="1011"/>
                    <a:pt x="1003" y="432"/>
                    <a:pt x="397" y="35"/>
                  </a:cubicBezTo>
                  <a:cubicBezTo>
                    <a:pt x="362" y="11"/>
                    <a:pt x="320"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2332850" y="1917775"/>
              <a:ext cx="90936" cy="185819"/>
            </a:xfrm>
            <a:custGeom>
              <a:rect b="b" l="l" r="r" t="t"/>
              <a:pathLst>
                <a:path extrusionOk="0" h="3484" w="1705">
                  <a:moveTo>
                    <a:pt x="238" y="1"/>
                  </a:moveTo>
                  <a:cubicBezTo>
                    <a:pt x="118" y="1"/>
                    <a:pt x="1" y="78"/>
                    <a:pt x="6" y="234"/>
                  </a:cubicBezTo>
                  <a:cubicBezTo>
                    <a:pt x="49" y="1400"/>
                    <a:pt x="167" y="2741"/>
                    <a:pt x="1238" y="3443"/>
                  </a:cubicBezTo>
                  <a:cubicBezTo>
                    <a:pt x="1281" y="3471"/>
                    <a:pt x="1324" y="3484"/>
                    <a:pt x="1364" y="3484"/>
                  </a:cubicBezTo>
                  <a:cubicBezTo>
                    <a:pt x="1568" y="3484"/>
                    <a:pt x="1705" y="3168"/>
                    <a:pt x="1486" y="3025"/>
                  </a:cubicBezTo>
                  <a:cubicBezTo>
                    <a:pt x="580" y="2431"/>
                    <a:pt x="527" y="1208"/>
                    <a:pt x="492" y="237"/>
                  </a:cubicBezTo>
                  <a:cubicBezTo>
                    <a:pt x="486" y="80"/>
                    <a:pt x="361"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2523201" y="2334265"/>
              <a:ext cx="66615" cy="45175"/>
            </a:xfrm>
            <a:custGeom>
              <a:rect b="b" l="l" r="r" t="t"/>
              <a:pathLst>
                <a:path extrusionOk="0" h="847" w="1249">
                  <a:moveTo>
                    <a:pt x="435" y="91"/>
                  </a:moveTo>
                  <a:cubicBezTo>
                    <a:pt x="435" y="91"/>
                    <a:pt x="436" y="92"/>
                    <a:pt x="436" y="93"/>
                  </a:cubicBezTo>
                  <a:lnTo>
                    <a:pt x="436" y="93"/>
                  </a:lnTo>
                  <a:cubicBezTo>
                    <a:pt x="436" y="92"/>
                    <a:pt x="435" y="91"/>
                    <a:pt x="435" y="91"/>
                  </a:cubicBezTo>
                  <a:close/>
                  <a:moveTo>
                    <a:pt x="436" y="93"/>
                  </a:moveTo>
                  <a:cubicBezTo>
                    <a:pt x="441" y="98"/>
                    <a:pt x="445" y="103"/>
                    <a:pt x="449" y="108"/>
                  </a:cubicBezTo>
                  <a:lnTo>
                    <a:pt x="449" y="108"/>
                  </a:lnTo>
                  <a:cubicBezTo>
                    <a:pt x="445" y="103"/>
                    <a:pt x="441" y="98"/>
                    <a:pt x="436" y="93"/>
                  </a:cubicBezTo>
                  <a:close/>
                  <a:moveTo>
                    <a:pt x="248" y="1"/>
                  </a:moveTo>
                  <a:cubicBezTo>
                    <a:pt x="206" y="1"/>
                    <a:pt x="162" y="11"/>
                    <a:pt x="128" y="32"/>
                  </a:cubicBezTo>
                  <a:cubicBezTo>
                    <a:pt x="75" y="66"/>
                    <a:pt x="29" y="116"/>
                    <a:pt x="15" y="176"/>
                  </a:cubicBezTo>
                  <a:cubicBezTo>
                    <a:pt x="1" y="236"/>
                    <a:pt x="1" y="312"/>
                    <a:pt x="38" y="364"/>
                  </a:cubicBezTo>
                  <a:cubicBezTo>
                    <a:pt x="150" y="514"/>
                    <a:pt x="286" y="644"/>
                    <a:pt x="456" y="725"/>
                  </a:cubicBezTo>
                  <a:cubicBezTo>
                    <a:pt x="613" y="800"/>
                    <a:pt x="782" y="847"/>
                    <a:pt x="954" y="847"/>
                  </a:cubicBezTo>
                  <a:cubicBezTo>
                    <a:pt x="969" y="847"/>
                    <a:pt x="984" y="847"/>
                    <a:pt x="999" y="846"/>
                  </a:cubicBezTo>
                  <a:cubicBezTo>
                    <a:pt x="1126" y="842"/>
                    <a:pt x="1248" y="741"/>
                    <a:pt x="1243" y="605"/>
                  </a:cubicBezTo>
                  <a:cubicBezTo>
                    <a:pt x="1240" y="482"/>
                    <a:pt x="1143" y="360"/>
                    <a:pt x="1011" y="360"/>
                  </a:cubicBezTo>
                  <a:cubicBezTo>
                    <a:pt x="1008" y="360"/>
                    <a:pt x="1005" y="360"/>
                    <a:pt x="1002" y="360"/>
                  </a:cubicBezTo>
                  <a:cubicBezTo>
                    <a:pt x="991" y="361"/>
                    <a:pt x="980" y="361"/>
                    <a:pt x="969" y="361"/>
                  </a:cubicBezTo>
                  <a:cubicBezTo>
                    <a:pt x="940" y="361"/>
                    <a:pt x="910" y="359"/>
                    <a:pt x="882" y="357"/>
                  </a:cubicBezTo>
                  <a:cubicBezTo>
                    <a:pt x="823" y="346"/>
                    <a:pt x="766" y="330"/>
                    <a:pt x="713" y="309"/>
                  </a:cubicBezTo>
                  <a:cubicBezTo>
                    <a:pt x="658" y="284"/>
                    <a:pt x="607" y="254"/>
                    <a:pt x="559" y="218"/>
                  </a:cubicBezTo>
                  <a:cubicBezTo>
                    <a:pt x="520" y="184"/>
                    <a:pt x="483" y="148"/>
                    <a:pt x="449" y="108"/>
                  </a:cubicBezTo>
                  <a:lnTo>
                    <a:pt x="449" y="108"/>
                  </a:lnTo>
                  <a:cubicBezTo>
                    <a:pt x="451" y="110"/>
                    <a:pt x="453" y="113"/>
                    <a:pt x="454" y="116"/>
                  </a:cubicBezTo>
                  <a:cubicBezTo>
                    <a:pt x="417" y="66"/>
                    <a:pt x="378" y="27"/>
                    <a:pt x="314" y="9"/>
                  </a:cubicBezTo>
                  <a:cubicBezTo>
                    <a:pt x="294" y="4"/>
                    <a:pt x="272"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2570029" y="1508965"/>
              <a:ext cx="32428" cy="147738"/>
            </a:xfrm>
            <a:custGeom>
              <a:rect b="b" l="l" r="r" t="t"/>
              <a:pathLst>
                <a:path extrusionOk="0" h="2770" w="608">
                  <a:moveTo>
                    <a:pt x="245" y="1"/>
                  </a:moveTo>
                  <a:cubicBezTo>
                    <a:pt x="228" y="1"/>
                    <a:pt x="212" y="2"/>
                    <a:pt x="197" y="6"/>
                  </a:cubicBezTo>
                  <a:cubicBezTo>
                    <a:pt x="57" y="36"/>
                    <a:pt x="0" y="165"/>
                    <a:pt x="14" y="295"/>
                  </a:cubicBezTo>
                  <a:cubicBezTo>
                    <a:pt x="90" y="1035"/>
                    <a:pt x="122" y="1780"/>
                    <a:pt x="112" y="2522"/>
                  </a:cubicBezTo>
                  <a:cubicBezTo>
                    <a:pt x="109" y="2685"/>
                    <a:pt x="238" y="2769"/>
                    <a:pt x="364" y="2769"/>
                  </a:cubicBezTo>
                  <a:cubicBezTo>
                    <a:pt x="480" y="2769"/>
                    <a:pt x="594" y="2696"/>
                    <a:pt x="595" y="2545"/>
                  </a:cubicBezTo>
                  <a:cubicBezTo>
                    <a:pt x="608" y="1759"/>
                    <a:pt x="569" y="972"/>
                    <a:pt x="487" y="188"/>
                  </a:cubicBezTo>
                  <a:cubicBezTo>
                    <a:pt x="477" y="75"/>
                    <a:pt x="353"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2363091" y="1613501"/>
              <a:ext cx="80483" cy="74776"/>
            </a:xfrm>
            <a:custGeom>
              <a:rect b="b" l="l" r="r" t="t"/>
              <a:pathLst>
                <a:path extrusionOk="0" h="1402" w="1509">
                  <a:moveTo>
                    <a:pt x="292" y="0"/>
                  </a:moveTo>
                  <a:cubicBezTo>
                    <a:pt x="267" y="0"/>
                    <a:pt x="243" y="3"/>
                    <a:pt x="219" y="8"/>
                  </a:cubicBezTo>
                  <a:cubicBezTo>
                    <a:pt x="95" y="36"/>
                    <a:pt x="1" y="172"/>
                    <a:pt x="35" y="298"/>
                  </a:cubicBezTo>
                  <a:cubicBezTo>
                    <a:pt x="63" y="399"/>
                    <a:pt x="143" y="472"/>
                    <a:pt x="240" y="484"/>
                  </a:cubicBezTo>
                  <a:cubicBezTo>
                    <a:pt x="245" y="490"/>
                    <a:pt x="249" y="495"/>
                    <a:pt x="254" y="498"/>
                  </a:cubicBezTo>
                  <a:lnTo>
                    <a:pt x="371" y="621"/>
                  </a:lnTo>
                  <a:cubicBezTo>
                    <a:pt x="447" y="699"/>
                    <a:pt x="524" y="777"/>
                    <a:pt x="600" y="855"/>
                  </a:cubicBezTo>
                  <a:cubicBezTo>
                    <a:pt x="752" y="1011"/>
                    <a:pt x="903" y="1168"/>
                    <a:pt x="1055" y="1324"/>
                  </a:cubicBezTo>
                  <a:cubicBezTo>
                    <a:pt x="1104" y="1374"/>
                    <a:pt x="1174" y="1402"/>
                    <a:pt x="1243" y="1402"/>
                  </a:cubicBezTo>
                  <a:cubicBezTo>
                    <a:pt x="1299" y="1402"/>
                    <a:pt x="1356" y="1383"/>
                    <a:pt x="1399" y="1340"/>
                  </a:cubicBezTo>
                  <a:cubicBezTo>
                    <a:pt x="1489" y="1250"/>
                    <a:pt x="1509" y="1094"/>
                    <a:pt x="1415" y="996"/>
                  </a:cubicBezTo>
                  <a:cubicBezTo>
                    <a:pt x="1245" y="821"/>
                    <a:pt x="1075" y="646"/>
                    <a:pt x="905" y="470"/>
                  </a:cubicBezTo>
                  <a:cubicBezTo>
                    <a:pt x="821" y="385"/>
                    <a:pt x="738" y="300"/>
                    <a:pt x="655" y="215"/>
                  </a:cubicBezTo>
                  <a:cubicBezTo>
                    <a:pt x="605" y="164"/>
                    <a:pt x="556" y="109"/>
                    <a:pt x="497" y="66"/>
                  </a:cubicBezTo>
                  <a:cubicBezTo>
                    <a:pt x="437" y="22"/>
                    <a:pt x="365"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2758939" y="1619954"/>
              <a:ext cx="62829" cy="68642"/>
            </a:xfrm>
            <a:custGeom>
              <a:rect b="b" l="l" r="r" t="t"/>
              <a:pathLst>
                <a:path extrusionOk="0" h="1287" w="1178">
                  <a:moveTo>
                    <a:pt x="892" y="1"/>
                  </a:moveTo>
                  <a:cubicBezTo>
                    <a:pt x="836" y="1"/>
                    <a:pt x="780" y="20"/>
                    <a:pt x="738" y="64"/>
                  </a:cubicBezTo>
                  <a:cubicBezTo>
                    <a:pt x="484" y="321"/>
                    <a:pt x="257" y="606"/>
                    <a:pt x="68" y="914"/>
                  </a:cubicBezTo>
                  <a:cubicBezTo>
                    <a:pt x="0" y="1023"/>
                    <a:pt x="23" y="1182"/>
                    <a:pt x="139" y="1249"/>
                  </a:cubicBezTo>
                  <a:cubicBezTo>
                    <a:pt x="180" y="1274"/>
                    <a:pt x="227" y="1286"/>
                    <a:pt x="274" y="1286"/>
                  </a:cubicBezTo>
                  <a:cubicBezTo>
                    <a:pt x="353" y="1286"/>
                    <a:pt x="430" y="1251"/>
                    <a:pt x="475" y="1178"/>
                  </a:cubicBezTo>
                  <a:cubicBezTo>
                    <a:pt x="564" y="1035"/>
                    <a:pt x="660" y="898"/>
                    <a:pt x="762" y="766"/>
                  </a:cubicBezTo>
                  <a:cubicBezTo>
                    <a:pt x="787" y="734"/>
                    <a:pt x="812" y="702"/>
                    <a:pt x="839" y="672"/>
                  </a:cubicBezTo>
                  <a:cubicBezTo>
                    <a:pt x="844" y="663"/>
                    <a:pt x="851" y="656"/>
                    <a:pt x="858" y="649"/>
                  </a:cubicBezTo>
                  <a:cubicBezTo>
                    <a:pt x="860" y="645"/>
                    <a:pt x="867" y="638"/>
                    <a:pt x="871" y="633"/>
                  </a:cubicBezTo>
                  <a:cubicBezTo>
                    <a:pt x="878" y="626"/>
                    <a:pt x="883" y="617"/>
                    <a:pt x="890" y="610"/>
                  </a:cubicBezTo>
                  <a:cubicBezTo>
                    <a:pt x="947" y="546"/>
                    <a:pt x="1005" y="484"/>
                    <a:pt x="1064" y="422"/>
                  </a:cubicBezTo>
                  <a:cubicBezTo>
                    <a:pt x="1152" y="331"/>
                    <a:pt x="1177" y="175"/>
                    <a:pt x="1080" y="80"/>
                  </a:cubicBezTo>
                  <a:cubicBezTo>
                    <a:pt x="1032" y="30"/>
                    <a:pt x="961" y="1"/>
                    <a:pt x="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4" name="Google Shape;2644;p47"/>
          <p:cNvSpPr/>
          <p:nvPr/>
        </p:nvSpPr>
        <p:spPr>
          <a:xfrm>
            <a:off x="6830422" y="85582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1527241" y="41770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7988191" y="7140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647" name="Google Shape;2647;p47"/>
          <p:cNvSpPr/>
          <p:nvPr/>
        </p:nvSpPr>
        <p:spPr>
          <a:xfrm>
            <a:off x="7727591" y="40394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8" name="Google Shape;2648;p47"/>
          <p:cNvGrpSpPr/>
          <p:nvPr/>
        </p:nvGrpSpPr>
        <p:grpSpPr>
          <a:xfrm>
            <a:off x="490857" y="3000656"/>
            <a:ext cx="1059580" cy="1088238"/>
            <a:chOff x="1742490" y="367839"/>
            <a:chExt cx="629242" cy="646260"/>
          </a:xfrm>
        </p:grpSpPr>
        <p:sp>
          <p:nvSpPr>
            <p:cNvPr id="2649" name="Google Shape;2649;p47"/>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3" name="Shape 2663"/>
        <p:cNvGrpSpPr/>
        <p:nvPr/>
      </p:nvGrpSpPr>
      <p:grpSpPr>
        <a:xfrm>
          <a:off x="0" y="0"/>
          <a:ext cx="0" cy="0"/>
          <a:chOff x="0" y="0"/>
          <a:chExt cx="0" cy="0"/>
        </a:xfrm>
      </p:grpSpPr>
      <p:sp>
        <p:nvSpPr>
          <p:cNvPr id="2664" name="Google Shape;2664;p48"/>
          <p:cNvSpPr txBox="1"/>
          <p:nvPr>
            <p:ph idx="1" type="subTitle"/>
          </p:nvPr>
        </p:nvSpPr>
        <p:spPr>
          <a:xfrm>
            <a:off x="1847750" y="975200"/>
            <a:ext cx="6069900" cy="231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2665" name="Google Shape;2665;p48"/>
          <p:cNvSpPr txBox="1"/>
          <p:nvPr>
            <p:ph type="title"/>
          </p:nvPr>
        </p:nvSpPr>
        <p:spPr>
          <a:xfrm>
            <a:off x="2539225" y="3557500"/>
            <a:ext cx="5378400" cy="56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grpSp>
        <p:nvGrpSpPr>
          <p:cNvPr id="2666" name="Google Shape;2666;p48"/>
          <p:cNvGrpSpPr/>
          <p:nvPr/>
        </p:nvGrpSpPr>
        <p:grpSpPr>
          <a:xfrm>
            <a:off x="1333548" y="2880590"/>
            <a:ext cx="1602317" cy="2171629"/>
            <a:chOff x="2522614" y="409334"/>
            <a:chExt cx="595325" cy="806847"/>
          </a:xfrm>
        </p:grpSpPr>
        <p:sp>
          <p:nvSpPr>
            <p:cNvPr id="2667" name="Google Shape;2667;p48"/>
            <p:cNvSpPr/>
            <p:nvPr/>
          </p:nvSpPr>
          <p:spPr>
            <a:xfrm>
              <a:off x="2522614" y="1034575"/>
              <a:ext cx="273609" cy="181606"/>
            </a:xfrm>
            <a:custGeom>
              <a:rect b="b" l="l" r="r" t="t"/>
              <a:pathLst>
                <a:path extrusionOk="0" h="3405" w="5130">
                  <a:moveTo>
                    <a:pt x="701" y="1"/>
                  </a:moveTo>
                  <a:cubicBezTo>
                    <a:pt x="579" y="1"/>
                    <a:pt x="456" y="57"/>
                    <a:pt x="375" y="193"/>
                  </a:cubicBezTo>
                  <a:cubicBezTo>
                    <a:pt x="79" y="682"/>
                    <a:pt x="1" y="1192"/>
                    <a:pt x="410" y="1644"/>
                  </a:cubicBezTo>
                  <a:cubicBezTo>
                    <a:pt x="800" y="2077"/>
                    <a:pt x="1378" y="2429"/>
                    <a:pt x="1879" y="2716"/>
                  </a:cubicBezTo>
                  <a:cubicBezTo>
                    <a:pt x="2405" y="3019"/>
                    <a:pt x="2985" y="3260"/>
                    <a:pt x="3587" y="3356"/>
                  </a:cubicBezTo>
                  <a:cubicBezTo>
                    <a:pt x="3744" y="3380"/>
                    <a:pt x="3913" y="3404"/>
                    <a:pt x="4080" y="3404"/>
                  </a:cubicBezTo>
                  <a:cubicBezTo>
                    <a:pt x="4223" y="3404"/>
                    <a:pt x="4364" y="3386"/>
                    <a:pt x="4493" y="3335"/>
                  </a:cubicBezTo>
                  <a:cubicBezTo>
                    <a:pt x="4798" y="3213"/>
                    <a:pt x="4883" y="2901"/>
                    <a:pt x="4998" y="2623"/>
                  </a:cubicBezTo>
                  <a:cubicBezTo>
                    <a:pt x="5130" y="2303"/>
                    <a:pt x="4850" y="2015"/>
                    <a:pt x="4598" y="2015"/>
                  </a:cubicBezTo>
                  <a:cubicBezTo>
                    <a:pt x="4480" y="2015"/>
                    <a:pt x="4369" y="2077"/>
                    <a:pt x="4307" y="2227"/>
                  </a:cubicBezTo>
                  <a:cubicBezTo>
                    <a:pt x="4233" y="2405"/>
                    <a:pt x="4233" y="2594"/>
                    <a:pt x="4031" y="2605"/>
                  </a:cubicBezTo>
                  <a:cubicBezTo>
                    <a:pt x="4013" y="2606"/>
                    <a:pt x="3995" y="2606"/>
                    <a:pt x="3976" y="2606"/>
                  </a:cubicBezTo>
                  <a:cubicBezTo>
                    <a:pt x="3782" y="2606"/>
                    <a:pt x="3574" y="2549"/>
                    <a:pt x="3391" y="2500"/>
                  </a:cubicBezTo>
                  <a:cubicBezTo>
                    <a:pt x="2996" y="2396"/>
                    <a:pt x="2627" y="2227"/>
                    <a:pt x="2273" y="2025"/>
                  </a:cubicBezTo>
                  <a:cubicBezTo>
                    <a:pt x="1932" y="1830"/>
                    <a:pt x="1608" y="1607"/>
                    <a:pt x="1300" y="1366"/>
                  </a:cubicBezTo>
                  <a:cubicBezTo>
                    <a:pt x="1186" y="1278"/>
                    <a:pt x="998" y="1164"/>
                    <a:pt x="935" y="1029"/>
                  </a:cubicBezTo>
                  <a:cubicBezTo>
                    <a:pt x="862" y="875"/>
                    <a:pt x="986" y="719"/>
                    <a:pt x="1066" y="586"/>
                  </a:cubicBezTo>
                  <a:cubicBezTo>
                    <a:pt x="1250" y="283"/>
                    <a:pt x="975" y="1"/>
                    <a:pt x="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8"/>
            <p:cNvSpPr/>
            <p:nvPr/>
          </p:nvSpPr>
          <p:spPr>
            <a:xfrm>
              <a:off x="2536907" y="1026362"/>
              <a:ext cx="257075" cy="157605"/>
            </a:xfrm>
            <a:custGeom>
              <a:rect b="b" l="l" r="r" t="t"/>
              <a:pathLst>
                <a:path extrusionOk="0" h="2955" w="4820">
                  <a:moveTo>
                    <a:pt x="1021" y="1"/>
                  </a:moveTo>
                  <a:cubicBezTo>
                    <a:pt x="987" y="1"/>
                    <a:pt x="955" y="6"/>
                    <a:pt x="927" y="14"/>
                  </a:cubicBezTo>
                  <a:cubicBezTo>
                    <a:pt x="888" y="11"/>
                    <a:pt x="849" y="9"/>
                    <a:pt x="810" y="9"/>
                  </a:cubicBezTo>
                  <a:cubicBezTo>
                    <a:pt x="684" y="9"/>
                    <a:pt x="564" y="28"/>
                    <a:pt x="456" y="72"/>
                  </a:cubicBezTo>
                  <a:cubicBezTo>
                    <a:pt x="39" y="242"/>
                    <a:pt x="0" y="696"/>
                    <a:pt x="277" y="1066"/>
                  </a:cubicBezTo>
                  <a:cubicBezTo>
                    <a:pt x="541" y="1419"/>
                    <a:pt x="948" y="1703"/>
                    <a:pt x="1326" y="1940"/>
                  </a:cubicBezTo>
                  <a:cubicBezTo>
                    <a:pt x="1721" y="2188"/>
                    <a:pt x="2146" y="2383"/>
                    <a:pt x="2581" y="2548"/>
                  </a:cubicBezTo>
                  <a:cubicBezTo>
                    <a:pt x="3032" y="2720"/>
                    <a:pt x="3511" y="2904"/>
                    <a:pt x="3984" y="2948"/>
                  </a:cubicBezTo>
                  <a:cubicBezTo>
                    <a:pt x="4027" y="2952"/>
                    <a:pt x="4070" y="2954"/>
                    <a:pt x="4112" y="2954"/>
                  </a:cubicBezTo>
                  <a:cubicBezTo>
                    <a:pt x="4485" y="2954"/>
                    <a:pt x="4819" y="2796"/>
                    <a:pt x="4778" y="2388"/>
                  </a:cubicBezTo>
                  <a:cubicBezTo>
                    <a:pt x="4737" y="1993"/>
                    <a:pt x="4301" y="1637"/>
                    <a:pt x="3984" y="1382"/>
                  </a:cubicBezTo>
                  <a:cubicBezTo>
                    <a:pt x="3156" y="717"/>
                    <a:pt x="2148" y="315"/>
                    <a:pt x="1147" y="21"/>
                  </a:cubicBezTo>
                  <a:cubicBezTo>
                    <a:pt x="1102" y="7"/>
                    <a:pt x="1060" y="1"/>
                    <a:pt x="1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8"/>
            <p:cNvSpPr/>
            <p:nvPr/>
          </p:nvSpPr>
          <p:spPr>
            <a:xfrm>
              <a:off x="2645497" y="409334"/>
              <a:ext cx="365025" cy="710316"/>
            </a:xfrm>
            <a:custGeom>
              <a:rect b="b" l="l" r="r" t="t"/>
              <a:pathLst>
                <a:path extrusionOk="0" h="13318" w="6844">
                  <a:moveTo>
                    <a:pt x="6323" y="1"/>
                  </a:moveTo>
                  <a:cubicBezTo>
                    <a:pt x="6185" y="1"/>
                    <a:pt x="6048" y="69"/>
                    <a:pt x="5976" y="233"/>
                  </a:cubicBezTo>
                  <a:cubicBezTo>
                    <a:pt x="4000" y="4689"/>
                    <a:pt x="2414" y="8460"/>
                    <a:pt x="156" y="12784"/>
                  </a:cubicBezTo>
                  <a:cubicBezTo>
                    <a:pt x="1" y="13082"/>
                    <a:pt x="263" y="13318"/>
                    <a:pt x="528" y="13318"/>
                  </a:cubicBezTo>
                  <a:cubicBezTo>
                    <a:pt x="668" y="13318"/>
                    <a:pt x="809" y="13252"/>
                    <a:pt x="890" y="13096"/>
                  </a:cubicBezTo>
                  <a:cubicBezTo>
                    <a:pt x="3146" y="8772"/>
                    <a:pt x="4732" y="5001"/>
                    <a:pt x="6708" y="546"/>
                  </a:cubicBezTo>
                  <a:cubicBezTo>
                    <a:pt x="6844" y="239"/>
                    <a:pt x="6581" y="1"/>
                    <a:pt x="63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8"/>
            <p:cNvSpPr/>
            <p:nvPr/>
          </p:nvSpPr>
          <p:spPr>
            <a:xfrm>
              <a:off x="2536801" y="450508"/>
              <a:ext cx="516496" cy="512283"/>
            </a:xfrm>
            <a:custGeom>
              <a:rect b="b" l="l" r="r" t="t"/>
              <a:pathLst>
                <a:path extrusionOk="0" h="9605" w="9684">
                  <a:moveTo>
                    <a:pt x="4815" y="0"/>
                  </a:moveTo>
                  <a:cubicBezTo>
                    <a:pt x="4769" y="0"/>
                    <a:pt x="4725" y="1"/>
                    <a:pt x="4681" y="3"/>
                  </a:cubicBezTo>
                  <a:cubicBezTo>
                    <a:pt x="4133" y="24"/>
                    <a:pt x="3674" y="161"/>
                    <a:pt x="3026" y="363"/>
                  </a:cubicBezTo>
                  <a:cubicBezTo>
                    <a:pt x="2620" y="488"/>
                    <a:pt x="2258" y="749"/>
                    <a:pt x="1914" y="990"/>
                  </a:cubicBezTo>
                  <a:cubicBezTo>
                    <a:pt x="1746" y="1107"/>
                    <a:pt x="1537" y="1355"/>
                    <a:pt x="1455" y="1436"/>
                  </a:cubicBezTo>
                  <a:cubicBezTo>
                    <a:pt x="1301" y="1591"/>
                    <a:pt x="1133" y="1720"/>
                    <a:pt x="1007" y="1894"/>
                  </a:cubicBezTo>
                  <a:cubicBezTo>
                    <a:pt x="702" y="2319"/>
                    <a:pt x="468" y="2727"/>
                    <a:pt x="305" y="3175"/>
                  </a:cubicBezTo>
                  <a:cubicBezTo>
                    <a:pt x="201" y="3462"/>
                    <a:pt x="125" y="3765"/>
                    <a:pt x="75" y="4100"/>
                  </a:cubicBezTo>
                  <a:cubicBezTo>
                    <a:pt x="66" y="4169"/>
                    <a:pt x="57" y="4238"/>
                    <a:pt x="52" y="4307"/>
                  </a:cubicBezTo>
                  <a:cubicBezTo>
                    <a:pt x="1" y="4819"/>
                    <a:pt x="36" y="5346"/>
                    <a:pt x="153" y="5851"/>
                  </a:cubicBezTo>
                  <a:cubicBezTo>
                    <a:pt x="211" y="6109"/>
                    <a:pt x="293" y="6361"/>
                    <a:pt x="394" y="6604"/>
                  </a:cubicBezTo>
                  <a:cubicBezTo>
                    <a:pt x="713" y="7369"/>
                    <a:pt x="1209" y="7995"/>
                    <a:pt x="1861" y="8504"/>
                  </a:cubicBezTo>
                  <a:cubicBezTo>
                    <a:pt x="2085" y="8693"/>
                    <a:pt x="2324" y="8849"/>
                    <a:pt x="2579" y="8971"/>
                  </a:cubicBezTo>
                  <a:cubicBezTo>
                    <a:pt x="2749" y="9072"/>
                    <a:pt x="2926" y="9163"/>
                    <a:pt x="3111" y="9244"/>
                  </a:cubicBezTo>
                  <a:cubicBezTo>
                    <a:pt x="3454" y="9340"/>
                    <a:pt x="3800" y="9437"/>
                    <a:pt x="4142" y="9533"/>
                  </a:cubicBezTo>
                  <a:cubicBezTo>
                    <a:pt x="4174" y="9542"/>
                    <a:pt x="4206" y="9551"/>
                    <a:pt x="4238" y="9560"/>
                  </a:cubicBezTo>
                  <a:cubicBezTo>
                    <a:pt x="4455" y="9590"/>
                    <a:pt x="4670" y="9605"/>
                    <a:pt x="4884" y="9605"/>
                  </a:cubicBezTo>
                  <a:cubicBezTo>
                    <a:pt x="5477" y="9605"/>
                    <a:pt x="6055" y="9489"/>
                    <a:pt x="6619" y="9258"/>
                  </a:cubicBezTo>
                  <a:cubicBezTo>
                    <a:pt x="6756" y="9219"/>
                    <a:pt x="6972" y="9085"/>
                    <a:pt x="7096" y="9003"/>
                  </a:cubicBezTo>
                  <a:cubicBezTo>
                    <a:pt x="7146" y="8970"/>
                    <a:pt x="7181" y="8945"/>
                    <a:pt x="7190" y="8939"/>
                  </a:cubicBezTo>
                  <a:cubicBezTo>
                    <a:pt x="7364" y="8840"/>
                    <a:pt x="7583" y="8743"/>
                    <a:pt x="7752" y="8606"/>
                  </a:cubicBezTo>
                  <a:lnTo>
                    <a:pt x="8569" y="7791"/>
                  </a:lnTo>
                  <a:cubicBezTo>
                    <a:pt x="8579" y="7781"/>
                    <a:pt x="8590" y="7770"/>
                    <a:pt x="8601" y="7758"/>
                  </a:cubicBezTo>
                  <a:cubicBezTo>
                    <a:pt x="8608" y="7749"/>
                    <a:pt x="8615" y="7738"/>
                    <a:pt x="8620" y="7729"/>
                  </a:cubicBezTo>
                  <a:cubicBezTo>
                    <a:pt x="8755" y="7506"/>
                    <a:pt x="8889" y="7283"/>
                    <a:pt x="9021" y="7058"/>
                  </a:cubicBezTo>
                  <a:cubicBezTo>
                    <a:pt x="9084" y="6946"/>
                    <a:pt x="9148" y="6836"/>
                    <a:pt x="9212" y="6724"/>
                  </a:cubicBezTo>
                  <a:cubicBezTo>
                    <a:pt x="9518" y="6076"/>
                    <a:pt x="9683" y="5135"/>
                    <a:pt x="9607" y="4382"/>
                  </a:cubicBezTo>
                  <a:cubicBezTo>
                    <a:pt x="9598" y="4298"/>
                    <a:pt x="9586" y="4217"/>
                    <a:pt x="9572" y="4139"/>
                  </a:cubicBezTo>
                  <a:cubicBezTo>
                    <a:pt x="9403" y="3232"/>
                    <a:pt x="9198" y="2602"/>
                    <a:pt x="8629" y="1864"/>
                  </a:cubicBezTo>
                  <a:cubicBezTo>
                    <a:pt x="8124" y="1210"/>
                    <a:pt x="7495" y="735"/>
                    <a:pt x="6743" y="400"/>
                  </a:cubicBezTo>
                  <a:cubicBezTo>
                    <a:pt x="6354" y="224"/>
                    <a:pt x="5928" y="113"/>
                    <a:pt x="5505" y="52"/>
                  </a:cubicBezTo>
                  <a:cubicBezTo>
                    <a:pt x="5250" y="17"/>
                    <a:pt x="5025" y="0"/>
                    <a:pt x="4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8"/>
            <p:cNvSpPr/>
            <p:nvPr/>
          </p:nvSpPr>
          <p:spPr>
            <a:xfrm>
              <a:off x="2863741" y="683314"/>
              <a:ext cx="189553" cy="143631"/>
            </a:xfrm>
            <a:custGeom>
              <a:rect b="b" l="l" r="r" t="t"/>
              <a:pathLst>
                <a:path extrusionOk="0" h="2693" w="3554">
                  <a:moveTo>
                    <a:pt x="3255" y="1"/>
                  </a:moveTo>
                  <a:cubicBezTo>
                    <a:pt x="3083" y="1"/>
                    <a:pt x="2910" y="31"/>
                    <a:pt x="2742" y="96"/>
                  </a:cubicBezTo>
                  <a:cubicBezTo>
                    <a:pt x="2380" y="236"/>
                    <a:pt x="2146" y="515"/>
                    <a:pt x="1746" y="564"/>
                  </a:cubicBezTo>
                  <a:cubicBezTo>
                    <a:pt x="1241" y="626"/>
                    <a:pt x="0" y="617"/>
                    <a:pt x="241" y="1470"/>
                  </a:cubicBezTo>
                  <a:cubicBezTo>
                    <a:pt x="445" y="2191"/>
                    <a:pt x="1499" y="1893"/>
                    <a:pt x="1990" y="2189"/>
                  </a:cubicBezTo>
                  <a:cubicBezTo>
                    <a:pt x="2295" y="2372"/>
                    <a:pt x="2527" y="2623"/>
                    <a:pt x="2891" y="2693"/>
                  </a:cubicBezTo>
                  <a:cubicBezTo>
                    <a:pt x="2954" y="2581"/>
                    <a:pt x="3018" y="2471"/>
                    <a:pt x="3082" y="2359"/>
                  </a:cubicBezTo>
                  <a:cubicBezTo>
                    <a:pt x="3388" y="1711"/>
                    <a:pt x="3553" y="770"/>
                    <a:pt x="3477" y="17"/>
                  </a:cubicBezTo>
                  <a:cubicBezTo>
                    <a:pt x="3403" y="6"/>
                    <a:pt x="3329" y="1"/>
                    <a:pt x="3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8"/>
            <p:cNvSpPr/>
            <p:nvPr/>
          </p:nvSpPr>
          <p:spPr>
            <a:xfrm>
              <a:off x="2553068" y="450615"/>
              <a:ext cx="265342" cy="229767"/>
            </a:xfrm>
            <a:custGeom>
              <a:rect b="b" l="l" r="r" t="t"/>
              <a:pathLst>
                <a:path extrusionOk="0" h="4308" w="4975">
                  <a:moveTo>
                    <a:pt x="4376" y="1"/>
                  </a:moveTo>
                  <a:cubicBezTo>
                    <a:pt x="3828" y="22"/>
                    <a:pt x="3369" y="159"/>
                    <a:pt x="2721" y="361"/>
                  </a:cubicBezTo>
                  <a:cubicBezTo>
                    <a:pt x="2315" y="486"/>
                    <a:pt x="1953" y="747"/>
                    <a:pt x="1609" y="988"/>
                  </a:cubicBezTo>
                  <a:cubicBezTo>
                    <a:pt x="1441" y="1105"/>
                    <a:pt x="1232" y="1353"/>
                    <a:pt x="1150" y="1434"/>
                  </a:cubicBezTo>
                  <a:cubicBezTo>
                    <a:pt x="996" y="1589"/>
                    <a:pt x="828" y="1718"/>
                    <a:pt x="702" y="1892"/>
                  </a:cubicBezTo>
                  <a:cubicBezTo>
                    <a:pt x="397" y="2317"/>
                    <a:pt x="163" y="2725"/>
                    <a:pt x="0" y="3173"/>
                  </a:cubicBezTo>
                  <a:cubicBezTo>
                    <a:pt x="78" y="3504"/>
                    <a:pt x="240" y="3804"/>
                    <a:pt x="505" y="4023"/>
                  </a:cubicBezTo>
                  <a:cubicBezTo>
                    <a:pt x="727" y="4206"/>
                    <a:pt x="997" y="4307"/>
                    <a:pt x="1270" y="4307"/>
                  </a:cubicBezTo>
                  <a:cubicBezTo>
                    <a:pt x="1446" y="4307"/>
                    <a:pt x="1623" y="4265"/>
                    <a:pt x="1788" y="4176"/>
                  </a:cubicBezTo>
                  <a:cubicBezTo>
                    <a:pt x="2236" y="3935"/>
                    <a:pt x="2454" y="3436"/>
                    <a:pt x="2996" y="3436"/>
                  </a:cubicBezTo>
                  <a:cubicBezTo>
                    <a:pt x="3020" y="3436"/>
                    <a:pt x="3044" y="3437"/>
                    <a:pt x="3070" y="3439"/>
                  </a:cubicBezTo>
                  <a:cubicBezTo>
                    <a:pt x="3314" y="3458"/>
                    <a:pt x="3559" y="3499"/>
                    <a:pt x="3800" y="3499"/>
                  </a:cubicBezTo>
                  <a:cubicBezTo>
                    <a:pt x="4025" y="3499"/>
                    <a:pt x="4246" y="3463"/>
                    <a:pt x="4457" y="3338"/>
                  </a:cubicBezTo>
                  <a:cubicBezTo>
                    <a:pt x="4886" y="3086"/>
                    <a:pt x="4975" y="2599"/>
                    <a:pt x="4877" y="2142"/>
                  </a:cubicBezTo>
                  <a:cubicBezTo>
                    <a:pt x="4805" y="1812"/>
                    <a:pt x="4626" y="1559"/>
                    <a:pt x="4503" y="1252"/>
                  </a:cubicBezTo>
                  <a:cubicBezTo>
                    <a:pt x="4393" y="975"/>
                    <a:pt x="4624" y="752"/>
                    <a:pt x="4565" y="460"/>
                  </a:cubicBezTo>
                  <a:cubicBezTo>
                    <a:pt x="4533" y="300"/>
                    <a:pt x="4466" y="143"/>
                    <a:pt x="4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8"/>
            <p:cNvSpPr/>
            <p:nvPr/>
          </p:nvSpPr>
          <p:spPr>
            <a:xfrm>
              <a:off x="2682351" y="774142"/>
              <a:ext cx="232967" cy="188646"/>
            </a:xfrm>
            <a:custGeom>
              <a:rect b="b" l="l" r="r" t="t"/>
              <a:pathLst>
                <a:path extrusionOk="0" h="3537" w="4368">
                  <a:moveTo>
                    <a:pt x="951" y="1"/>
                  </a:moveTo>
                  <a:cubicBezTo>
                    <a:pt x="716" y="1"/>
                    <a:pt x="489" y="81"/>
                    <a:pt x="328" y="291"/>
                  </a:cubicBezTo>
                  <a:cubicBezTo>
                    <a:pt x="1" y="718"/>
                    <a:pt x="270" y="1227"/>
                    <a:pt x="562" y="1580"/>
                  </a:cubicBezTo>
                  <a:cubicBezTo>
                    <a:pt x="747" y="1801"/>
                    <a:pt x="871" y="2005"/>
                    <a:pt x="950" y="2283"/>
                  </a:cubicBezTo>
                  <a:cubicBezTo>
                    <a:pt x="1032" y="2563"/>
                    <a:pt x="1080" y="2856"/>
                    <a:pt x="1202" y="3123"/>
                  </a:cubicBezTo>
                  <a:cubicBezTo>
                    <a:pt x="1261" y="3247"/>
                    <a:pt x="1330" y="3362"/>
                    <a:pt x="1413" y="3465"/>
                  </a:cubicBezTo>
                  <a:cubicBezTo>
                    <a:pt x="1445" y="3474"/>
                    <a:pt x="1477" y="3483"/>
                    <a:pt x="1509" y="3492"/>
                  </a:cubicBezTo>
                  <a:cubicBezTo>
                    <a:pt x="1726" y="3522"/>
                    <a:pt x="1941" y="3537"/>
                    <a:pt x="2155" y="3537"/>
                  </a:cubicBezTo>
                  <a:cubicBezTo>
                    <a:pt x="2748" y="3537"/>
                    <a:pt x="3326" y="3421"/>
                    <a:pt x="3890" y="3190"/>
                  </a:cubicBezTo>
                  <a:cubicBezTo>
                    <a:pt x="4027" y="3151"/>
                    <a:pt x="4243" y="3017"/>
                    <a:pt x="4367" y="2935"/>
                  </a:cubicBezTo>
                  <a:cubicBezTo>
                    <a:pt x="4277" y="2558"/>
                    <a:pt x="4239" y="2163"/>
                    <a:pt x="4016" y="1830"/>
                  </a:cubicBezTo>
                  <a:cubicBezTo>
                    <a:pt x="3873" y="1615"/>
                    <a:pt x="3676" y="1461"/>
                    <a:pt x="3433" y="1372"/>
                  </a:cubicBezTo>
                  <a:cubicBezTo>
                    <a:pt x="3196" y="1284"/>
                    <a:pt x="2946" y="1273"/>
                    <a:pt x="2742" y="1112"/>
                  </a:cubicBezTo>
                  <a:cubicBezTo>
                    <a:pt x="2528" y="943"/>
                    <a:pt x="2375" y="706"/>
                    <a:pt x="2161" y="536"/>
                  </a:cubicBezTo>
                  <a:cubicBezTo>
                    <a:pt x="1975" y="387"/>
                    <a:pt x="1764" y="259"/>
                    <a:pt x="1551" y="153"/>
                  </a:cubicBezTo>
                  <a:cubicBezTo>
                    <a:pt x="1369" y="62"/>
                    <a:pt x="1157"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8"/>
            <p:cNvSpPr/>
            <p:nvPr/>
          </p:nvSpPr>
          <p:spPr>
            <a:xfrm>
              <a:off x="2840754" y="540163"/>
              <a:ext cx="123844" cy="114457"/>
            </a:xfrm>
            <a:custGeom>
              <a:rect b="b" l="l" r="r" t="t"/>
              <a:pathLst>
                <a:path extrusionOk="0" h="2146" w="2322">
                  <a:moveTo>
                    <a:pt x="388" y="0"/>
                  </a:moveTo>
                  <a:cubicBezTo>
                    <a:pt x="328" y="0"/>
                    <a:pt x="266" y="13"/>
                    <a:pt x="203" y="46"/>
                  </a:cubicBezTo>
                  <a:cubicBezTo>
                    <a:pt x="57" y="122"/>
                    <a:pt x="1" y="236"/>
                    <a:pt x="1" y="395"/>
                  </a:cubicBezTo>
                  <a:cubicBezTo>
                    <a:pt x="1" y="576"/>
                    <a:pt x="158" y="757"/>
                    <a:pt x="249" y="900"/>
                  </a:cubicBezTo>
                  <a:cubicBezTo>
                    <a:pt x="385" y="1120"/>
                    <a:pt x="522" y="1343"/>
                    <a:pt x="669" y="1559"/>
                  </a:cubicBezTo>
                  <a:cubicBezTo>
                    <a:pt x="893" y="1888"/>
                    <a:pt x="1184" y="2131"/>
                    <a:pt x="1583" y="2131"/>
                  </a:cubicBezTo>
                  <a:cubicBezTo>
                    <a:pt x="1618" y="2131"/>
                    <a:pt x="1654" y="2129"/>
                    <a:pt x="1691" y="2125"/>
                  </a:cubicBezTo>
                  <a:cubicBezTo>
                    <a:pt x="1709" y="2123"/>
                    <a:pt x="1725" y="2121"/>
                    <a:pt x="1741" y="2116"/>
                  </a:cubicBezTo>
                  <a:cubicBezTo>
                    <a:pt x="1786" y="2136"/>
                    <a:pt x="1835" y="2145"/>
                    <a:pt x="1884" y="2145"/>
                  </a:cubicBezTo>
                  <a:cubicBezTo>
                    <a:pt x="2105" y="2145"/>
                    <a:pt x="2322" y="1953"/>
                    <a:pt x="2193" y="1705"/>
                  </a:cubicBezTo>
                  <a:cubicBezTo>
                    <a:pt x="1962" y="1264"/>
                    <a:pt x="2039" y="599"/>
                    <a:pt x="1571" y="314"/>
                  </a:cubicBezTo>
                  <a:cubicBezTo>
                    <a:pt x="1363" y="188"/>
                    <a:pt x="1137" y="188"/>
                    <a:pt x="908" y="142"/>
                  </a:cubicBezTo>
                  <a:cubicBezTo>
                    <a:pt x="727" y="105"/>
                    <a:pt x="561" y="0"/>
                    <a:pt x="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8"/>
            <p:cNvSpPr/>
            <p:nvPr/>
          </p:nvSpPr>
          <p:spPr>
            <a:xfrm>
              <a:off x="2536801" y="680220"/>
              <a:ext cx="87683" cy="94616"/>
            </a:xfrm>
            <a:custGeom>
              <a:rect b="b" l="l" r="r" t="t"/>
              <a:pathLst>
                <a:path extrusionOk="0" h="1774" w="1644">
                  <a:moveTo>
                    <a:pt x="52" y="0"/>
                  </a:moveTo>
                  <a:lnTo>
                    <a:pt x="52" y="0"/>
                  </a:lnTo>
                  <a:cubicBezTo>
                    <a:pt x="1" y="512"/>
                    <a:pt x="36" y="1039"/>
                    <a:pt x="153" y="1544"/>
                  </a:cubicBezTo>
                  <a:cubicBezTo>
                    <a:pt x="250" y="1574"/>
                    <a:pt x="350" y="1597"/>
                    <a:pt x="451" y="1620"/>
                  </a:cubicBezTo>
                  <a:cubicBezTo>
                    <a:pt x="656" y="1666"/>
                    <a:pt x="873" y="1774"/>
                    <a:pt x="1086" y="1774"/>
                  </a:cubicBezTo>
                  <a:cubicBezTo>
                    <a:pt x="1144" y="1774"/>
                    <a:pt x="1201" y="1766"/>
                    <a:pt x="1257" y="1748"/>
                  </a:cubicBezTo>
                  <a:cubicBezTo>
                    <a:pt x="1475" y="1678"/>
                    <a:pt x="1643" y="1468"/>
                    <a:pt x="1611" y="1232"/>
                  </a:cubicBezTo>
                  <a:cubicBezTo>
                    <a:pt x="1580" y="977"/>
                    <a:pt x="1337" y="819"/>
                    <a:pt x="1121" y="729"/>
                  </a:cubicBezTo>
                  <a:cubicBezTo>
                    <a:pt x="853" y="619"/>
                    <a:pt x="600" y="555"/>
                    <a:pt x="373" y="360"/>
                  </a:cubicBezTo>
                  <a:cubicBezTo>
                    <a:pt x="250" y="254"/>
                    <a:pt x="144" y="131"/>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8"/>
            <p:cNvSpPr/>
            <p:nvPr/>
          </p:nvSpPr>
          <p:spPr>
            <a:xfrm>
              <a:off x="2556215" y="410134"/>
              <a:ext cx="561724" cy="612659"/>
            </a:xfrm>
            <a:custGeom>
              <a:rect b="b" l="l" r="r" t="t"/>
              <a:pathLst>
                <a:path extrusionOk="0" h="11487" w="10532">
                  <a:moveTo>
                    <a:pt x="6776" y="1"/>
                  </a:moveTo>
                  <a:cubicBezTo>
                    <a:pt x="6462" y="1"/>
                    <a:pt x="6215" y="427"/>
                    <a:pt x="6535" y="643"/>
                  </a:cubicBezTo>
                  <a:cubicBezTo>
                    <a:pt x="7590" y="1353"/>
                    <a:pt x="8559" y="2071"/>
                    <a:pt x="9075" y="3271"/>
                  </a:cubicBezTo>
                  <a:cubicBezTo>
                    <a:pt x="9601" y="4492"/>
                    <a:pt x="9876" y="6011"/>
                    <a:pt x="9426" y="7297"/>
                  </a:cubicBezTo>
                  <a:cubicBezTo>
                    <a:pt x="9103" y="8211"/>
                    <a:pt x="8646" y="8993"/>
                    <a:pt x="7863" y="9574"/>
                  </a:cubicBezTo>
                  <a:cubicBezTo>
                    <a:pt x="7386" y="9927"/>
                    <a:pt x="6860" y="10207"/>
                    <a:pt x="6321" y="10450"/>
                  </a:cubicBezTo>
                  <a:cubicBezTo>
                    <a:pt x="5825" y="10674"/>
                    <a:pt x="5300" y="10758"/>
                    <a:pt x="4763" y="10758"/>
                  </a:cubicBezTo>
                  <a:cubicBezTo>
                    <a:pt x="4671" y="10758"/>
                    <a:pt x="4579" y="10756"/>
                    <a:pt x="4487" y="10751"/>
                  </a:cubicBezTo>
                  <a:cubicBezTo>
                    <a:pt x="3810" y="10715"/>
                    <a:pt x="3099" y="10622"/>
                    <a:pt x="2477" y="10336"/>
                  </a:cubicBezTo>
                  <a:cubicBezTo>
                    <a:pt x="1813" y="10030"/>
                    <a:pt x="1247" y="9549"/>
                    <a:pt x="718" y="9051"/>
                  </a:cubicBezTo>
                  <a:cubicBezTo>
                    <a:pt x="647" y="8985"/>
                    <a:pt x="572" y="8957"/>
                    <a:pt x="501" y="8957"/>
                  </a:cubicBezTo>
                  <a:cubicBezTo>
                    <a:pt x="226" y="8957"/>
                    <a:pt x="1" y="9375"/>
                    <a:pt x="271" y="9629"/>
                  </a:cubicBezTo>
                  <a:cubicBezTo>
                    <a:pt x="796" y="10122"/>
                    <a:pt x="1356" y="10581"/>
                    <a:pt x="1999" y="10912"/>
                  </a:cubicBezTo>
                  <a:cubicBezTo>
                    <a:pt x="2603" y="11226"/>
                    <a:pt x="3266" y="11362"/>
                    <a:pt x="3939" y="11437"/>
                  </a:cubicBezTo>
                  <a:cubicBezTo>
                    <a:pt x="4215" y="11467"/>
                    <a:pt x="4496" y="11486"/>
                    <a:pt x="4776" y="11486"/>
                  </a:cubicBezTo>
                  <a:cubicBezTo>
                    <a:pt x="5223" y="11486"/>
                    <a:pt x="5669" y="11438"/>
                    <a:pt x="6098" y="11314"/>
                  </a:cubicBezTo>
                  <a:cubicBezTo>
                    <a:pt x="6750" y="11127"/>
                    <a:pt x="7388" y="10762"/>
                    <a:pt x="7957" y="10395"/>
                  </a:cubicBezTo>
                  <a:cubicBezTo>
                    <a:pt x="8894" y="9790"/>
                    <a:pt x="9516" y="9000"/>
                    <a:pt x="9945" y="7974"/>
                  </a:cubicBezTo>
                  <a:cubicBezTo>
                    <a:pt x="10531" y="6571"/>
                    <a:pt x="10455" y="5036"/>
                    <a:pt x="9984" y="3608"/>
                  </a:cubicBezTo>
                  <a:cubicBezTo>
                    <a:pt x="9736" y="2854"/>
                    <a:pt x="9381" y="2126"/>
                    <a:pt x="8836" y="1545"/>
                  </a:cubicBezTo>
                  <a:cubicBezTo>
                    <a:pt x="8291" y="964"/>
                    <a:pt x="7641" y="508"/>
                    <a:pt x="6984" y="67"/>
                  </a:cubicBezTo>
                  <a:cubicBezTo>
                    <a:pt x="6915" y="21"/>
                    <a:pt x="6844"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8"/>
            <p:cNvSpPr/>
            <p:nvPr/>
          </p:nvSpPr>
          <p:spPr>
            <a:xfrm>
              <a:off x="2718672" y="864598"/>
              <a:ext cx="276862" cy="100216"/>
            </a:xfrm>
            <a:custGeom>
              <a:rect b="b" l="l" r="r" t="t"/>
              <a:pathLst>
                <a:path extrusionOk="0" h="1879" w="5191">
                  <a:moveTo>
                    <a:pt x="5037" y="1"/>
                  </a:moveTo>
                  <a:cubicBezTo>
                    <a:pt x="4991" y="1"/>
                    <a:pt x="4949" y="27"/>
                    <a:pt x="4919" y="66"/>
                  </a:cubicBezTo>
                  <a:cubicBezTo>
                    <a:pt x="4111" y="1154"/>
                    <a:pt x="2718" y="1576"/>
                    <a:pt x="1418" y="1613"/>
                  </a:cubicBezTo>
                  <a:cubicBezTo>
                    <a:pt x="1348" y="1615"/>
                    <a:pt x="1278" y="1616"/>
                    <a:pt x="1208" y="1616"/>
                  </a:cubicBezTo>
                  <a:cubicBezTo>
                    <a:pt x="849" y="1616"/>
                    <a:pt x="491" y="1594"/>
                    <a:pt x="133" y="1556"/>
                  </a:cubicBezTo>
                  <a:cubicBezTo>
                    <a:pt x="130" y="1556"/>
                    <a:pt x="127" y="1556"/>
                    <a:pt x="123" y="1556"/>
                  </a:cubicBezTo>
                  <a:cubicBezTo>
                    <a:pt x="57" y="1556"/>
                    <a:pt x="0" y="1625"/>
                    <a:pt x="0" y="1689"/>
                  </a:cubicBezTo>
                  <a:cubicBezTo>
                    <a:pt x="0" y="1767"/>
                    <a:pt x="62" y="1815"/>
                    <a:pt x="133" y="1822"/>
                  </a:cubicBezTo>
                  <a:cubicBezTo>
                    <a:pt x="475" y="1858"/>
                    <a:pt x="824" y="1879"/>
                    <a:pt x="1173" y="1879"/>
                  </a:cubicBezTo>
                  <a:cubicBezTo>
                    <a:pt x="2298" y="1879"/>
                    <a:pt x="3427" y="1659"/>
                    <a:pt x="4352" y="986"/>
                  </a:cubicBezTo>
                  <a:cubicBezTo>
                    <a:pt x="4657" y="763"/>
                    <a:pt x="4923" y="502"/>
                    <a:pt x="5148" y="201"/>
                  </a:cubicBezTo>
                  <a:cubicBezTo>
                    <a:pt x="5191" y="142"/>
                    <a:pt x="5157" y="52"/>
                    <a:pt x="5100" y="18"/>
                  </a:cubicBezTo>
                  <a:cubicBezTo>
                    <a:pt x="5079" y="6"/>
                    <a:pt x="5058" y="1"/>
                    <a:pt x="5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8"/>
            <p:cNvSpPr/>
            <p:nvPr/>
          </p:nvSpPr>
          <p:spPr>
            <a:xfrm>
              <a:off x="3005825" y="743048"/>
              <a:ext cx="46615" cy="97070"/>
            </a:xfrm>
            <a:custGeom>
              <a:rect b="b" l="l" r="r" t="t"/>
              <a:pathLst>
                <a:path extrusionOk="0" h="1820" w="874">
                  <a:moveTo>
                    <a:pt x="732" y="1"/>
                  </a:moveTo>
                  <a:cubicBezTo>
                    <a:pt x="652" y="1"/>
                    <a:pt x="608" y="63"/>
                    <a:pt x="599" y="134"/>
                  </a:cubicBezTo>
                  <a:cubicBezTo>
                    <a:pt x="535" y="662"/>
                    <a:pt x="289" y="1149"/>
                    <a:pt x="53" y="1619"/>
                  </a:cubicBezTo>
                  <a:cubicBezTo>
                    <a:pt x="1" y="1723"/>
                    <a:pt x="92" y="1820"/>
                    <a:pt x="179" y="1820"/>
                  </a:cubicBezTo>
                  <a:cubicBezTo>
                    <a:pt x="219" y="1820"/>
                    <a:pt x="258" y="1800"/>
                    <a:pt x="281" y="1752"/>
                  </a:cubicBezTo>
                  <a:cubicBezTo>
                    <a:pt x="540" y="1236"/>
                    <a:pt x="794" y="713"/>
                    <a:pt x="864" y="134"/>
                  </a:cubicBezTo>
                  <a:cubicBezTo>
                    <a:pt x="873" y="63"/>
                    <a:pt x="797" y="1"/>
                    <a:pt x="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8"/>
            <p:cNvSpPr/>
            <p:nvPr/>
          </p:nvSpPr>
          <p:spPr>
            <a:xfrm>
              <a:off x="2535841" y="491256"/>
              <a:ext cx="122937" cy="175792"/>
            </a:xfrm>
            <a:custGeom>
              <a:rect b="b" l="l" r="r" t="t"/>
              <a:pathLst>
                <a:path extrusionOk="0" h="3296" w="2305">
                  <a:moveTo>
                    <a:pt x="2113" y="0"/>
                  </a:moveTo>
                  <a:cubicBezTo>
                    <a:pt x="2092" y="0"/>
                    <a:pt x="2069" y="6"/>
                    <a:pt x="2046" y="20"/>
                  </a:cubicBezTo>
                  <a:cubicBezTo>
                    <a:pt x="1181" y="538"/>
                    <a:pt x="524" y="1369"/>
                    <a:pt x="199" y="2321"/>
                  </a:cubicBezTo>
                  <a:cubicBezTo>
                    <a:pt x="107" y="2595"/>
                    <a:pt x="45" y="2875"/>
                    <a:pt x="10" y="3162"/>
                  </a:cubicBezTo>
                  <a:cubicBezTo>
                    <a:pt x="1" y="3233"/>
                    <a:pt x="77" y="3295"/>
                    <a:pt x="143" y="3295"/>
                  </a:cubicBezTo>
                  <a:cubicBezTo>
                    <a:pt x="222" y="3295"/>
                    <a:pt x="267" y="3233"/>
                    <a:pt x="276" y="3162"/>
                  </a:cubicBezTo>
                  <a:cubicBezTo>
                    <a:pt x="391" y="2232"/>
                    <a:pt x="859" y="1356"/>
                    <a:pt x="1546" y="724"/>
                  </a:cubicBezTo>
                  <a:cubicBezTo>
                    <a:pt x="1741" y="543"/>
                    <a:pt x="1954" y="385"/>
                    <a:pt x="2181" y="249"/>
                  </a:cubicBezTo>
                  <a:cubicBezTo>
                    <a:pt x="2305" y="176"/>
                    <a:pt x="2228"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8"/>
            <p:cNvSpPr/>
            <p:nvPr/>
          </p:nvSpPr>
          <p:spPr>
            <a:xfrm>
              <a:off x="2976864" y="444748"/>
              <a:ext cx="109390" cy="135471"/>
            </a:xfrm>
            <a:custGeom>
              <a:rect b="b" l="l" r="r" t="t"/>
              <a:pathLst>
                <a:path extrusionOk="0" h="2540" w="2051">
                  <a:moveTo>
                    <a:pt x="189" y="0"/>
                  </a:moveTo>
                  <a:cubicBezTo>
                    <a:pt x="91" y="0"/>
                    <a:pt x="1" y="133"/>
                    <a:pt x="89" y="230"/>
                  </a:cubicBezTo>
                  <a:cubicBezTo>
                    <a:pt x="720" y="921"/>
                    <a:pt x="1356" y="1624"/>
                    <a:pt x="1771" y="2471"/>
                  </a:cubicBezTo>
                  <a:cubicBezTo>
                    <a:pt x="1794" y="2519"/>
                    <a:pt x="1832" y="2539"/>
                    <a:pt x="1872" y="2539"/>
                  </a:cubicBezTo>
                  <a:cubicBezTo>
                    <a:pt x="1959" y="2539"/>
                    <a:pt x="2051" y="2443"/>
                    <a:pt x="1999" y="2338"/>
                  </a:cubicBezTo>
                  <a:cubicBezTo>
                    <a:pt x="1576" y="1470"/>
                    <a:pt x="922" y="749"/>
                    <a:pt x="277" y="42"/>
                  </a:cubicBezTo>
                  <a:cubicBezTo>
                    <a:pt x="250" y="12"/>
                    <a:pt x="219"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8"/>
            <p:cNvSpPr/>
            <p:nvPr/>
          </p:nvSpPr>
          <p:spPr>
            <a:xfrm>
              <a:off x="3081026" y="599472"/>
              <a:ext cx="21761" cy="37655"/>
            </a:xfrm>
            <a:custGeom>
              <a:rect b="b" l="l" r="r" t="t"/>
              <a:pathLst>
                <a:path extrusionOk="0" h="706" w="408">
                  <a:moveTo>
                    <a:pt x="151" y="1"/>
                  </a:moveTo>
                  <a:cubicBezTo>
                    <a:pt x="139" y="1"/>
                    <a:pt x="128" y="2"/>
                    <a:pt x="115" y="6"/>
                  </a:cubicBezTo>
                  <a:cubicBezTo>
                    <a:pt x="52" y="27"/>
                    <a:pt x="0" y="100"/>
                    <a:pt x="23" y="171"/>
                  </a:cubicBezTo>
                  <a:cubicBezTo>
                    <a:pt x="73" y="313"/>
                    <a:pt x="110" y="460"/>
                    <a:pt x="139" y="607"/>
                  </a:cubicBezTo>
                  <a:cubicBezTo>
                    <a:pt x="144" y="639"/>
                    <a:pt x="172" y="671"/>
                    <a:pt x="199" y="687"/>
                  </a:cubicBezTo>
                  <a:cubicBezTo>
                    <a:pt x="218" y="699"/>
                    <a:pt x="244" y="706"/>
                    <a:pt x="268" y="706"/>
                  </a:cubicBezTo>
                  <a:cubicBezTo>
                    <a:pt x="280" y="706"/>
                    <a:pt x="291" y="704"/>
                    <a:pt x="302" y="701"/>
                  </a:cubicBezTo>
                  <a:cubicBezTo>
                    <a:pt x="374" y="676"/>
                    <a:pt x="408" y="610"/>
                    <a:pt x="394" y="538"/>
                  </a:cubicBezTo>
                  <a:cubicBezTo>
                    <a:pt x="367" y="389"/>
                    <a:pt x="328" y="242"/>
                    <a:pt x="280" y="100"/>
                  </a:cubicBezTo>
                  <a:cubicBezTo>
                    <a:pt x="261" y="45"/>
                    <a:pt x="210"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8"/>
            <p:cNvSpPr/>
            <p:nvPr/>
          </p:nvSpPr>
          <p:spPr>
            <a:xfrm>
              <a:off x="2613229" y="960173"/>
              <a:ext cx="113817" cy="54562"/>
            </a:xfrm>
            <a:custGeom>
              <a:rect b="b" l="l" r="r" t="t"/>
              <a:pathLst>
                <a:path extrusionOk="0" h="1023" w="2134">
                  <a:moveTo>
                    <a:pt x="193" y="0"/>
                  </a:moveTo>
                  <a:cubicBezTo>
                    <a:pt x="78" y="0"/>
                    <a:pt x="1" y="175"/>
                    <a:pt x="125" y="248"/>
                  </a:cubicBezTo>
                  <a:cubicBezTo>
                    <a:pt x="685" y="581"/>
                    <a:pt x="1288" y="838"/>
                    <a:pt x="1913" y="1017"/>
                  </a:cubicBezTo>
                  <a:cubicBezTo>
                    <a:pt x="1927" y="1021"/>
                    <a:pt x="1940" y="1023"/>
                    <a:pt x="1952" y="1023"/>
                  </a:cubicBezTo>
                  <a:cubicBezTo>
                    <a:pt x="2088" y="1023"/>
                    <a:pt x="2134" y="804"/>
                    <a:pt x="1984" y="760"/>
                  </a:cubicBezTo>
                  <a:cubicBezTo>
                    <a:pt x="1378" y="589"/>
                    <a:pt x="800" y="340"/>
                    <a:pt x="260" y="20"/>
                  </a:cubicBezTo>
                  <a:cubicBezTo>
                    <a:pt x="237" y="6"/>
                    <a:pt x="215"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8"/>
            <p:cNvSpPr/>
            <p:nvPr/>
          </p:nvSpPr>
          <p:spPr>
            <a:xfrm>
              <a:off x="2625709" y="1135324"/>
              <a:ext cx="174832" cy="52855"/>
            </a:xfrm>
            <a:custGeom>
              <a:rect b="b" l="l" r="r" t="t"/>
              <a:pathLst>
                <a:path extrusionOk="0" h="991" w="3278">
                  <a:moveTo>
                    <a:pt x="3109" y="1"/>
                  </a:moveTo>
                  <a:cubicBezTo>
                    <a:pt x="3030" y="1"/>
                    <a:pt x="2946" y="66"/>
                    <a:pt x="2968" y="166"/>
                  </a:cubicBezTo>
                  <a:cubicBezTo>
                    <a:pt x="3014" y="379"/>
                    <a:pt x="2842" y="581"/>
                    <a:pt x="2657" y="661"/>
                  </a:cubicBezTo>
                  <a:cubicBezTo>
                    <a:pt x="2544" y="710"/>
                    <a:pt x="2422" y="728"/>
                    <a:pt x="2298" y="728"/>
                  </a:cubicBezTo>
                  <a:cubicBezTo>
                    <a:pt x="2150" y="728"/>
                    <a:pt x="1999" y="702"/>
                    <a:pt x="1860" y="675"/>
                  </a:cubicBezTo>
                  <a:cubicBezTo>
                    <a:pt x="1298" y="565"/>
                    <a:pt x="760" y="368"/>
                    <a:pt x="262" y="90"/>
                  </a:cubicBezTo>
                  <a:cubicBezTo>
                    <a:pt x="239" y="78"/>
                    <a:pt x="217" y="72"/>
                    <a:pt x="196" y="72"/>
                  </a:cubicBezTo>
                  <a:cubicBezTo>
                    <a:pt x="78" y="72"/>
                    <a:pt x="0" y="250"/>
                    <a:pt x="127" y="321"/>
                  </a:cubicBezTo>
                  <a:cubicBezTo>
                    <a:pt x="579" y="572"/>
                    <a:pt x="1064" y="764"/>
                    <a:pt x="1568" y="882"/>
                  </a:cubicBezTo>
                  <a:cubicBezTo>
                    <a:pt x="1794" y="936"/>
                    <a:pt x="2048" y="991"/>
                    <a:pt x="2293" y="991"/>
                  </a:cubicBezTo>
                  <a:cubicBezTo>
                    <a:pt x="2546" y="991"/>
                    <a:pt x="2791" y="933"/>
                    <a:pt x="2989" y="758"/>
                  </a:cubicBezTo>
                  <a:cubicBezTo>
                    <a:pt x="3177" y="592"/>
                    <a:pt x="3278" y="344"/>
                    <a:pt x="3225" y="96"/>
                  </a:cubicBezTo>
                  <a:cubicBezTo>
                    <a:pt x="3210" y="29"/>
                    <a:pt x="3160" y="1"/>
                    <a:pt x="3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8"/>
            <p:cNvSpPr/>
            <p:nvPr/>
          </p:nvSpPr>
          <p:spPr>
            <a:xfrm>
              <a:off x="2541548" y="1054202"/>
              <a:ext cx="32748" cy="49175"/>
            </a:xfrm>
            <a:custGeom>
              <a:rect b="b" l="l" r="r" t="t"/>
              <a:pathLst>
                <a:path extrusionOk="0" h="922" w="614">
                  <a:moveTo>
                    <a:pt x="317" y="188"/>
                  </a:moveTo>
                  <a:cubicBezTo>
                    <a:pt x="318" y="188"/>
                    <a:pt x="318" y="189"/>
                    <a:pt x="318" y="190"/>
                  </a:cubicBezTo>
                  <a:lnTo>
                    <a:pt x="318" y="190"/>
                  </a:lnTo>
                  <a:cubicBezTo>
                    <a:pt x="318" y="189"/>
                    <a:pt x="318" y="189"/>
                    <a:pt x="317" y="188"/>
                  </a:cubicBezTo>
                  <a:close/>
                  <a:moveTo>
                    <a:pt x="198" y="0"/>
                  </a:moveTo>
                  <a:cubicBezTo>
                    <a:pt x="139" y="0"/>
                    <a:pt x="79" y="35"/>
                    <a:pt x="68" y="96"/>
                  </a:cubicBezTo>
                  <a:cubicBezTo>
                    <a:pt x="0" y="404"/>
                    <a:pt x="133" y="729"/>
                    <a:pt x="395" y="902"/>
                  </a:cubicBezTo>
                  <a:cubicBezTo>
                    <a:pt x="415" y="915"/>
                    <a:pt x="437" y="921"/>
                    <a:pt x="460" y="921"/>
                  </a:cubicBezTo>
                  <a:cubicBezTo>
                    <a:pt x="508" y="921"/>
                    <a:pt x="556" y="896"/>
                    <a:pt x="578" y="855"/>
                  </a:cubicBezTo>
                  <a:cubicBezTo>
                    <a:pt x="613" y="789"/>
                    <a:pt x="592" y="715"/>
                    <a:pt x="530" y="674"/>
                  </a:cubicBezTo>
                  <a:cubicBezTo>
                    <a:pt x="523" y="668"/>
                    <a:pt x="518" y="665"/>
                    <a:pt x="511" y="660"/>
                  </a:cubicBezTo>
                  <a:cubicBezTo>
                    <a:pt x="505" y="653"/>
                    <a:pt x="486" y="638"/>
                    <a:pt x="479" y="633"/>
                  </a:cubicBezTo>
                  <a:cubicBezTo>
                    <a:pt x="459" y="614"/>
                    <a:pt x="440" y="592"/>
                    <a:pt x="422" y="573"/>
                  </a:cubicBezTo>
                  <a:cubicBezTo>
                    <a:pt x="417" y="566"/>
                    <a:pt x="413" y="560"/>
                    <a:pt x="408" y="553"/>
                  </a:cubicBezTo>
                  <a:cubicBezTo>
                    <a:pt x="401" y="543"/>
                    <a:pt x="394" y="530"/>
                    <a:pt x="387" y="518"/>
                  </a:cubicBezTo>
                  <a:cubicBezTo>
                    <a:pt x="379" y="505"/>
                    <a:pt x="372" y="493"/>
                    <a:pt x="365" y="481"/>
                  </a:cubicBezTo>
                  <a:cubicBezTo>
                    <a:pt x="362" y="474"/>
                    <a:pt x="358" y="466"/>
                    <a:pt x="355" y="459"/>
                  </a:cubicBezTo>
                  <a:cubicBezTo>
                    <a:pt x="346" y="433"/>
                    <a:pt x="337" y="408"/>
                    <a:pt x="330" y="381"/>
                  </a:cubicBezTo>
                  <a:cubicBezTo>
                    <a:pt x="326" y="367"/>
                    <a:pt x="323" y="353"/>
                    <a:pt x="321" y="339"/>
                  </a:cubicBezTo>
                  <a:cubicBezTo>
                    <a:pt x="319" y="334"/>
                    <a:pt x="317" y="326"/>
                    <a:pt x="317" y="321"/>
                  </a:cubicBezTo>
                  <a:cubicBezTo>
                    <a:pt x="317" y="319"/>
                    <a:pt x="317" y="319"/>
                    <a:pt x="317" y="319"/>
                  </a:cubicBezTo>
                  <a:cubicBezTo>
                    <a:pt x="316" y="291"/>
                    <a:pt x="314" y="263"/>
                    <a:pt x="314" y="234"/>
                  </a:cubicBezTo>
                  <a:cubicBezTo>
                    <a:pt x="316" y="222"/>
                    <a:pt x="317" y="208"/>
                    <a:pt x="317" y="195"/>
                  </a:cubicBezTo>
                  <a:lnTo>
                    <a:pt x="317" y="195"/>
                  </a:lnTo>
                  <a:cubicBezTo>
                    <a:pt x="317" y="199"/>
                    <a:pt x="317" y="203"/>
                    <a:pt x="317" y="203"/>
                  </a:cubicBezTo>
                  <a:cubicBezTo>
                    <a:pt x="317" y="203"/>
                    <a:pt x="317" y="201"/>
                    <a:pt x="317" y="195"/>
                  </a:cubicBezTo>
                  <a:lnTo>
                    <a:pt x="317" y="195"/>
                  </a:lnTo>
                  <a:cubicBezTo>
                    <a:pt x="317" y="195"/>
                    <a:pt x="317" y="195"/>
                    <a:pt x="317" y="195"/>
                  </a:cubicBezTo>
                  <a:cubicBezTo>
                    <a:pt x="317" y="194"/>
                    <a:pt x="317" y="194"/>
                    <a:pt x="317" y="194"/>
                  </a:cubicBezTo>
                  <a:cubicBezTo>
                    <a:pt x="317" y="193"/>
                    <a:pt x="318" y="193"/>
                    <a:pt x="318" y="192"/>
                  </a:cubicBezTo>
                  <a:lnTo>
                    <a:pt x="318" y="192"/>
                  </a:lnTo>
                  <a:cubicBezTo>
                    <a:pt x="318" y="191"/>
                    <a:pt x="318" y="191"/>
                    <a:pt x="318" y="190"/>
                  </a:cubicBezTo>
                  <a:lnTo>
                    <a:pt x="318" y="190"/>
                  </a:lnTo>
                  <a:cubicBezTo>
                    <a:pt x="320" y="182"/>
                    <a:pt x="321" y="175"/>
                    <a:pt x="323" y="167"/>
                  </a:cubicBezTo>
                  <a:cubicBezTo>
                    <a:pt x="337" y="100"/>
                    <a:pt x="303" y="20"/>
                    <a:pt x="231" y="4"/>
                  </a:cubicBezTo>
                  <a:cubicBezTo>
                    <a:pt x="220" y="1"/>
                    <a:pt x="209"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8"/>
            <p:cNvSpPr/>
            <p:nvPr/>
          </p:nvSpPr>
          <p:spPr>
            <a:xfrm>
              <a:off x="2558455" y="1064496"/>
              <a:ext cx="53" cy="160"/>
            </a:xfrm>
            <a:custGeom>
              <a:rect b="b" l="l" r="r" t="t"/>
              <a:pathLst>
                <a:path extrusionOk="0" h="3" w="1">
                  <a:moveTo>
                    <a:pt x="0" y="2"/>
                  </a:moveTo>
                  <a:cubicBezTo>
                    <a:pt x="0" y="1"/>
                    <a:pt x="0" y="1"/>
                    <a:pt x="0" y="1"/>
                  </a:cubicBezTo>
                  <a:cubicBezTo>
                    <a:pt x="0" y="1"/>
                    <a:pt x="0" y="1"/>
                    <a:pt x="0" y="1"/>
                  </a:cubicBezTo>
                  <a:cubicBezTo>
                    <a:pt x="0" y="1"/>
                    <a:pt x="0" y="1"/>
                    <a:pt x="0" y="2"/>
                  </a:cubicBezTo>
                  <a:close/>
                </a:path>
              </a:pathLst>
            </a:custGeom>
            <a:solidFill>
              <a:srgbClr val="4804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8"/>
            <p:cNvSpPr/>
            <p:nvPr/>
          </p:nvSpPr>
          <p:spPr>
            <a:xfrm>
              <a:off x="2890089" y="430828"/>
              <a:ext cx="37228" cy="30508"/>
            </a:xfrm>
            <a:custGeom>
              <a:rect b="b" l="l" r="r" t="t"/>
              <a:pathLst>
                <a:path extrusionOk="0" h="572" w="698">
                  <a:moveTo>
                    <a:pt x="139" y="0"/>
                  </a:moveTo>
                  <a:cubicBezTo>
                    <a:pt x="127" y="0"/>
                    <a:pt x="115" y="2"/>
                    <a:pt x="105" y="5"/>
                  </a:cubicBezTo>
                  <a:cubicBezTo>
                    <a:pt x="73" y="14"/>
                    <a:pt x="40" y="37"/>
                    <a:pt x="25" y="67"/>
                  </a:cubicBezTo>
                  <a:cubicBezTo>
                    <a:pt x="10" y="97"/>
                    <a:pt x="1" y="134"/>
                    <a:pt x="11" y="168"/>
                  </a:cubicBezTo>
                  <a:cubicBezTo>
                    <a:pt x="24" y="203"/>
                    <a:pt x="43" y="227"/>
                    <a:pt x="73" y="248"/>
                  </a:cubicBezTo>
                  <a:cubicBezTo>
                    <a:pt x="212" y="351"/>
                    <a:pt x="352" y="452"/>
                    <a:pt x="492" y="554"/>
                  </a:cubicBezTo>
                  <a:cubicBezTo>
                    <a:pt x="507" y="567"/>
                    <a:pt x="531" y="572"/>
                    <a:pt x="554" y="572"/>
                  </a:cubicBezTo>
                  <a:cubicBezTo>
                    <a:pt x="568" y="572"/>
                    <a:pt x="581" y="570"/>
                    <a:pt x="593" y="567"/>
                  </a:cubicBezTo>
                  <a:cubicBezTo>
                    <a:pt x="624" y="560"/>
                    <a:pt x="658" y="535"/>
                    <a:pt x="672" y="507"/>
                  </a:cubicBezTo>
                  <a:cubicBezTo>
                    <a:pt x="688" y="476"/>
                    <a:pt x="697" y="439"/>
                    <a:pt x="686" y="404"/>
                  </a:cubicBezTo>
                  <a:cubicBezTo>
                    <a:pt x="674" y="370"/>
                    <a:pt x="655" y="347"/>
                    <a:pt x="624" y="324"/>
                  </a:cubicBezTo>
                  <a:cubicBezTo>
                    <a:pt x="486" y="223"/>
                    <a:pt x="346" y="120"/>
                    <a:pt x="206" y="19"/>
                  </a:cubicBezTo>
                  <a:cubicBezTo>
                    <a:pt x="190" y="6"/>
                    <a:pt x="163"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8"/>
            <p:cNvSpPr/>
            <p:nvPr/>
          </p:nvSpPr>
          <p:spPr>
            <a:xfrm>
              <a:off x="2567415" y="1141351"/>
              <a:ext cx="45335" cy="30988"/>
            </a:xfrm>
            <a:custGeom>
              <a:rect b="b" l="l" r="r" t="t"/>
              <a:pathLst>
                <a:path extrusionOk="0" h="581" w="850">
                  <a:moveTo>
                    <a:pt x="151" y="0"/>
                  </a:moveTo>
                  <a:cubicBezTo>
                    <a:pt x="119" y="0"/>
                    <a:pt x="80" y="14"/>
                    <a:pt x="57" y="39"/>
                  </a:cubicBezTo>
                  <a:cubicBezTo>
                    <a:pt x="13" y="87"/>
                    <a:pt x="1" y="179"/>
                    <a:pt x="57" y="227"/>
                  </a:cubicBezTo>
                  <a:cubicBezTo>
                    <a:pt x="242" y="376"/>
                    <a:pt x="446" y="493"/>
                    <a:pt x="669" y="574"/>
                  </a:cubicBezTo>
                  <a:cubicBezTo>
                    <a:pt x="680" y="579"/>
                    <a:pt x="692" y="581"/>
                    <a:pt x="704" y="581"/>
                  </a:cubicBezTo>
                  <a:cubicBezTo>
                    <a:pt x="761" y="581"/>
                    <a:pt x="819" y="536"/>
                    <a:pt x="832" y="482"/>
                  </a:cubicBezTo>
                  <a:cubicBezTo>
                    <a:pt x="850" y="408"/>
                    <a:pt x="809" y="346"/>
                    <a:pt x="740" y="319"/>
                  </a:cubicBezTo>
                  <a:cubicBezTo>
                    <a:pt x="715" y="310"/>
                    <a:pt x="690" y="303"/>
                    <a:pt x="667" y="291"/>
                  </a:cubicBezTo>
                  <a:lnTo>
                    <a:pt x="667" y="291"/>
                  </a:lnTo>
                  <a:cubicBezTo>
                    <a:pt x="677" y="296"/>
                    <a:pt x="680" y="298"/>
                    <a:pt x="680" y="298"/>
                  </a:cubicBezTo>
                  <a:cubicBezTo>
                    <a:pt x="679" y="298"/>
                    <a:pt x="660" y="288"/>
                    <a:pt x="655" y="286"/>
                  </a:cubicBezTo>
                  <a:cubicBezTo>
                    <a:pt x="642" y="280"/>
                    <a:pt x="630" y="275"/>
                    <a:pt x="619" y="270"/>
                  </a:cubicBezTo>
                  <a:cubicBezTo>
                    <a:pt x="573" y="247"/>
                    <a:pt x="527" y="224"/>
                    <a:pt x="481" y="199"/>
                  </a:cubicBezTo>
                  <a:cubicBezTo>
                    <a:pt x="437" y="172"/>
                    <a:pt x="392" y="146"/>
                    <a:pt x="350" y="115"/>
                  </a:cubicBezTo>
                  <a:cubicBezTo>
                    <a:pt x="329" y="101"/>
                    <a:pt x="307" y="87"/>
                    <a:pt x="288" y="71"/>
                  </a:cubicBezTo>
                  <a:cubicBezTo>
                    <a:pt x="284" y="69"/>
                    <a:pt x="263" y="55"/>
                    <a:pt x="264" y="55"/>
                  </a:cubicBezTo>
                  <a:lnTo>
                    <a:pt x="264" y="55"/>
                  </a:lnTo>
                  <a:cubicBezTo>
                    <a:pt x="264" y="55"/>
                    <a:pt x="267" y="57"/>
                    <a:pt x="275" y="62"/>
                  </a:cubicBezTo>
                  <a:cubicBezTo>
                    <a:pt x="265" y="55"/>
                    <a:pt x="256" y="46"/>
                    <a:pt x="245" y="39"/>
                  </a:cubicBezTo>
                  <a:cubicBezTo>
                    <a:pt x="217" y="16"/>
                    <a:pt x="189"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8" name="Google Shape;2688;p48"/>
          <p:cNvSpPr/>
          <p:nvPr/>
        </p:nvSpPr>
        <p:spPr>
          <a:xfrm>
            <a:off x="932078" y="2478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8"/>
          <p:cNvSpPr/>
          <p:nvPr/>
        </p:nvSpPr>
        <p:spPr>
          <a:xfrm>
            <a:off x="1471378" y="26651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8"/>
          <p:cNvSpPr/>
          <p:nvPr/>
        </p:nvSpPr>
        <p:spPr>
          <a:xfrm>
            <a:off x="1018991" y="3107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8"/>
          <p:cNvSpPr/>
          <p:nvPr/>
        </p:nvSpPr>
        <p:spPr>
          <a:xfrm>
            <a:off x="8043791" y="42658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695" name="Shape 2695"/>
        <p:cNvGrpSpPr/>
        <p:nvPr/>
      </p:nvGrpSpPr>
      <p:grpSpPr>
        <a:xfrm>
          <a:off x="0" y="0"/>
          <a:ext cx="0" cy="0"/>
          <a:chOff x="0" y="0"/>
          <a:chExt cx="0" cy="0"/>
        </a:xfrm>
      </p:grpSpPr>
      <p:sp>
        <p:nvSpPr>
          <p:cNvPr id="2696" name="Google Shape;2696;p49"/>
          <p:cNvSpPr txBox="1"/>
          <p:nvPr>
            <p:ph type="title"/>
          </p:nvPr>
        </p:nvSpPr>
        <p:spPr>
          <a:xfrm>
            <a:off x="1118100" y="4014450"/>
            <a:ext cx="690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sp>
        <p:nvSpPr>
          <p:cNvPr id="2697" name="Google Shape;2697;p49"/>
          <p:cNvSpPr/>
          <p:nvPr/>
        </p:nvSpPr>
        <p:spPr>
          <a:xfrm>
            <a:off x="609516" y="516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9"/>
          <p:cNvSpPr/>
          <p:nvPr/>
        </p:nvSpPr>
        <p:spPr>
          <a:xfrm>
            <a:off x="199466" y="2238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9"/>
          <p:cNvSpPr/>
          <p:nvPr/>
        </p:nvSpPr>
        <p:spPr>
          <a:xfrm>
            <a:off x="152091" y="47090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3" name="Shape 2703"/>
        <p:cNvGrpSpPr/>
        <p:nvPr/>
      </p:nvGrpSpPr>
      <p:grpSpPr>
        <a:xfrm>
          <a:off x="0" y="0"/>
          <a:ext cx="0" cy="0"/>
          <a:chOff x="0" y="0"/>
          <a:chExt cx="0" cy="0"/>
        </a:xfrm>
      </p:grpSpPr>
      <p:pic>
        <p:nvPicPr>
          <p:cNvPr id="2704" name="Google Shape;2704;p50"/>
          <p:cNvPicPr preferRelativeResize="0"/>
          <p:nvPr>
            <p:ph idx="2" type="pic"/>
          </p:nvPr>
        </p:nvPicPr>
        <p:blipFill rotWithShape="1">
          <a:blip r:embed="rId3">
            <a:alphaModFix/>
          </a:blip>
          <a:srcRect b="0" l="5025" r="28325" t="0"/>
          <a:stretch/>
        </p:blipFill>
        <p:spPr>
          <a:xfrm>
            <a:off x="4790800" y="836175"/>
            <a:ext cx="3519600" cy="3519600"/>
          </a:xfrm>
          <a:prstGeom prst="ellipse">
            <a:avLst/>
          </a:prstGeom>
        </p:spPr>
      </p:pic>
      <p:sp>
        <p:nvSpPr>
          <p:cNvPr id="2705" name="Google Shape;2705;p50"/>
          <p:cNvSpPr txBox="1"/>
          <p:nvPr>
            <p:ph type="title"/>
          </p:nvPr>
        </p:nvSpPr>
        <p:spPr>
          <a:xfrm>
            <a:off x="720000" y="1186775"/>
            <a:ext cx="3932700" cy="176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 picture always </a:t>
            </a:r>
            <a:r>
              <a:rPr lang="en">
                <a:highlight>
                  <a:schemeClr val="dk2"/>
                </a:highlight>
              </a:rPr>
              <a:t>reinforces </a:t>
            </a:r>
            <a:endParaRPr>
              <a:highlight>
                <a:schemeClr val="dk2"/>
              </a:highlight>
            </a:endParaRPr>
          </a:p>
          <a:p>
            <a:pPr indent="0" lvl="0" marL="0" rtl="0" algn="l">
              <a:spcBef>
                <a:spcPts val="0"/>
              </a:spcBef>
              <a:spcAft>
                <a:spcPts val="0"/>
              </a:spcAft>
              <a:buNone/>
            </a:pPr>
            <a:r>
              <a:rPr lang="en">
                <a:highlight>
                  <a:schemeClr val="dk2"/>
                </a:highlight>
              </a:rPr>
              <a:t>the concept</a:t>
            </a:r>
            <a:endParaRPr>
              <a:highlight>
                <a:schemeClr val="dk2"/>
              </a:highlight>
            </a:endParaRPr>
          </a:p>
        </p:txBody>
      </p:sp>
      <p:sp>
        <p:nvSpPr>
          <p:cNvPr id="2706" name="Google Shape;2706;p50"/>
          <p:cNvSpPr txBox="1"/>
          <p:nvPr>
            <p:ph idx="1" type="subTitle"/>
          </p:nvPr>
        </p:nvSpPr>
        <p:spPr>
          <a:xfrm>
            <a:off x="720000" y="3132225"/>
            <a:ext cx="3932700" cy="88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2707" name="Google Shape;2707;p50"/>
          <p:cNvSpPr/>
          <p:nvPr/>
        </p:nvSpPr>
        <p:spPr>
          <a:xfrm flipH="1">
            <a:off x="5097153" y="4261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0"/>
          <p:cNvSpPr/>
          <p:nvPr/>
        </p:nvSpPr>
        <p:spPr>
          <a:xfrm flipH="1">
            <a:off x="4652691" y="38963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0"/>
          <p:cNvSpPr/>
          <p:nvPr/>
        </p:nvSpPr>
        <p:spPr>
          <a:xfrm>
            <a:off x="6989397" y="83367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0"/>
          <p:cNvSpPr/>
          <p:nvPr/>
        </p:nvSpPr>
        <p:spPr>
          <a:xfrm>
            <a:off x="8147166" y="6919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4" name="Shape 2714"/>
        <p:cNvGrpSpPr/>
        <p:nvPr/>
      </p:nvGrpSpPr>
      <p:grpSpPr>
        <a:xfrm>
          <a:off x="0" y="0"/>
          <a:ext cx="0" cy="0"/>
          <a:chOff x="0" y="0"/>
          <a:chExt cx="0" cy="0"/>
        </a:xfrm>
      </p:grpSpPr>
      <p:sp>
        <p:nvSpPr>
          <p:cNvPr id="2715" name="Google Shape;2715;p51"/>
          <p:cNvSpPr txBox="1"/>
          <p:nvPr>
            <p:ph type="title"/>
          </p:nvPr>
        </p:nvSpPr>
        <p:spPr>
          <a:xfrm>
            <a:off x="1284000" y="1092213"/>
            <a:ext cx="6576000" cy="129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2716" name="Google Shape;2716;p51"/>
          <p:cNvSpPr txBox="1"/>
          <p:nvPr>
            <p:ph idx="1" type="subTitle"/>
          </p:nvPr>
        </p:nvSpPr>
        <p:spPr>
          <a:xfrm>
            <a:off x="1284000" y="2446775"/>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2717" name="Google Shape;2717;p51"/>
          <p:cNvGrpSpPr/>
          <p:nvPr/>
        </p:nvGrpSpPr>
        <p:grpSpPr>
          <a:xfrm flipH="1" rot="-1837553">
            <a:off x="5826213" y="2808929"/>
            <a:ext cx="1513811" cy="2029860"/>
            <a:chOff x="1400935" y="1333409"/>
            <a:chExt cx="760984" cy="1020399"/>
          </a:xfrm>
        </p:grpSpPr>
        <p:sp>
          <p:nvSpPr>
            <p:cNvPr id="2718" name="Google Shape;2718;p51"/>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2" name="Google Shape;2732;p51"/>
          <p:cNvSpPr/>
          <p:nvPr/>
        </p:nvSpPr>
        <p:spPr>
          <a:xfrm rot="144386">
            <a:off x="3451452" y="3038308"/>
            <a:ext cx="1770886" cy="1490097"/>
          </a:xfrm>
          <a:custGeom>
            <a:rect b="b" l="l" r="r" t="t"/>
            <a:pathLst>
              <a:path extrusionOk="0" h="20150" w="23947">
                <a:moveTo>
                  <a:pt x="6831" y="1"/>
                </a:moveTo>
                <a:cubicBezTo>
                  <a:pt x="6782" y="1"/>
                  <a:pt x="6732" y="1"/>
                  <a:pt x="6683" y="3"/>
                </a:cubicBezTo>
                <a:cubicBezTo>
                  <a:pt x="6612" y="3"/>
                  <a:pt x="6538" y="6"/>
                  <a:pt x="6467" y="10"/>
                </a:cubicBezTo>
                <a:cubicBezTo>
                  <a:pt x="6352" y="17"/>
                  <a:pt x="6265" y="112"/>
                  <a:pt x="6270" y="228"/>
                </a:cubicBezTo>
                <a:cubicBezTo>
                  <a:pt x="6277" y="337"/>
                  <a:pt x="6368" y="423"/>
                  <a:pt x="6475" y="423"/>
                </a:cubicBezTo>
                <a:cubicBezTo>
                  <a:pt x="6480" y="423"/>
                  <a:pt x="6484" y="423"/>
                  <a:pt x="6488" y="422"/>
                </a:cubicBezTo>
                <a:cubicBezTo>
                  <a:pt x="6555" y="419"/>
                  <a:pt x="6625" y="417"/>
                  <a:pt x="6692" y="415"/>
                </a:cubicBezTo>
                <a:cubicBezTo>
                  <a:pt x="6734" y="414"/>
                  <a:pt x="6777" y="414"/>
                  <a:pt x="6819" y="414"/>
                </a:cubicBezTo>
                <a:cubicBezTo>
                  <a:pt x="6995" y="414"/>
                  <a:pt x="7172" y="422"/>
                  <a:pt x="7346" y="437"/>
                </a:cubicBezTo>
                <a:cubicBezTo>
                  <a:pt x="7353" y="437"/>
                  <a:pt x="7358" y="438"/>
                  <a:pt x="7364" y="438"/>
                </a:cubicBezTo>
                <a:cubicBezTo>
                  <a:pt x="7470" y="438"/>
                  <a:pt x="7560" y="357"/>
                  <a:pt x="7569" y="249"/>
                </a:cubicBezTo>
                <a:cubicBezTo>
                  <a:pt x="7580" y="135"/>
                  <a:pt x="7496" y="34"/>
                  <a:pt x="7381" y="26"/>
                </a:cubicBezTo>
                <a:cubicBezTo>
                  <a:pt x="7200" y="9"/>
                  <a:pt x="7016" y="1"/>
                  <a:pt x="6831" y="1"/>
                </a:cubicBezTo>
                <a:close/>
                <a:moveTo>
                  <a:pt x="5596" y="114"/>
                </a:moveTo>
                <a:cubicBezTo>
                  <a:pt x="5583" y="114"/>
                  <a:pt x="5571" y="115"/>
                  <a:pt x="5558" y="118"/>
                </a:cubicBezTo>
                <a:cubicBezTo>
                  <a:pt x="5260" y="174"/>
                  <a:pt x="4962" y="249"/>
                  <a:pt x="4672" y="343"/>
                </a:cubicBezTo>
                <a:cubicBezTo>
                  <a:pt x="4564" y="378"/>
                  <a:pt x="4503" y="495"/>
                  <a:pt x="4539" y="603"/>
                </a:cubicBezTo>
                <a:cubicBezTo>
                  <a:pt x="4567" y="692"/>
                  <a:pt x="4649" y="747"/>
                  <a:pt x="4736" y="747"/>
                </a:cubicBezTo>
                <a:cubicBezTo>
                  <a:pt x="4757" y="747"/>
                  <a:pt x="4778" y="743"/>
                  <a:pt x="4799" y="736"/>
                </a:cubicBezTo>
                <a:cubicBezTo>
                  <a:pt x="5072" y="648"/>
                  <a:pt x="5352" y="577"/>
                  <a:pt x="5634" y="525"/>
                </a:cubicBezTo>
                <a:cubicBezTo>
                  <a:pt x="5746" y="504"/>
                  <a:pt x="5820" y="396"/>
                  <a:pt x="5799" y="284"/>
                </a:cubicBezTo>
                <a:cubicBezTo>
                  <a:pt x="5780" y="184"/>
                  <a:pt x="5693" y="114"/>
                  <a:pt x="5596" y="114"/>
                </a:cubicBezTo>
                <a:close/>
                <a:moveTo>
                  <a:pt x="8241" y="162"/>
                </a:moveTo>
                <a:cubicBezTo>
                  <a:pt x="8147" y="162"/>
                  <a:pt x="8062" y="227"/>
                  <a:pt x="8039" y="323"/>
                </a:cubicBezTo>
                <a:cubicBezTo>
                  <a:pt x="8014" y="435"/>
                  <a:pt x="8083" y="545"/>
                  <a:pt x="8195" y="571"/>
                </a:cubicBezTo>
                <a:cubicBezTo>
                  <a:pt x="8469" y="635"/>
                  <a:pt x="8746" y="718"/>
                  <a:pt x="9017" y="819"/>
                </a:cubicBezTo>
                <a:cubicBezTo>
                  <a:pt x="9040" y="828"/>
                  <a:pt x="9065" y="834"/>
                  <a:pt x="9090" y="834"/>
                </a:cubicBezTo>
                <a:cubicBezTo>
                  <a:pt x="9173" y="834"/>
                  <a:pt x="9251" y="782"/>
                  <a:pt x="9283" y="699"/>
                </a:cubicBezTo>
                <a:cubicBezTo>
                  <a:pt x="9323" y="593"/>
                  <a:pt x="9269" y="474"/>
                  <a:pt x="9162" y="433"/>
                </a:cubicBezTo>
                <a:cubicBezTo>
                  <a:pt x="8875" y="325"/>
                  <a:pt x="8581" y="236"/>
                  <a:pt x="8287" y="167"/>
                </a:cubicBezTo>
                <a:cubicBezTo>
                  <a:pt x="8271" y="164"/>
                  <a:pt x="8256" y="162"/>
                  <a:pt x="8241" y="162"/>
                </a:cubicBezTo>
                <a:close/>
                <a:moveTo>
                  <a:pt x="3910" y="660"/>
                </a:moveTo>
                <a:cubicBezTo>
                  <a:pt x="3881" y="660"/>
                  <a:pt x="3851" y="666"/>
                  <a:pt x="3823" y="679"/>
                </a:cubicBezTo>
                <a:cubicBezTo>
                  <a:pt x="3546" y="811"/>
                  <a:pt x="3277" y="959"/>
                  <a:pt x="3022" y="1122"/>
                </a:cubicBezTo>
                <a:cubicBezTo>
                  <a:pt x="2926" y="1184"/>
                  <a:pt x="2898" y="1312"/>
                  <a:pt x="2960" y="1408"/>
                </a:cubicBezTo>
                <a:cubicBezTo>
                  <a:pt x="3001" y="1470"/>
                  <a:pt x="3066" y="1503"/>
                  <a:pt x="3135" y="1503"/>
                </a:cubicBezTo>
                <a:cubicBezTo>
                  <a:pt x="3173" y="1503"/>
                  <a:pt x="3212" y="1493"/>
                  <a:pt x="3245" y="1470"/>
                </a:cubicBezTo>
                <a:cubicBezTo>
                  <a:pt x="3486" y="1316"/>
                  <a:pt x="3740" y="1176"/>
                  <a:pt x="3998" y="1053"/>
                </a:cubicBezTo>
                <a:cubicBezTo>
                  <a:pt x="4103" y="1006"/>
                  <a:pt x="4147" y="881"/>
                  <a:pt x="4098" y="779"/>
                </a:cubicBezTo>
                <a:cubicBezTo>
                  <a:pt x="4063" y="704"/>
                  <a:pt x="3988" y="660"/>
                  <a:pt x="3910" y="660"/>
                </a:cubicBezTo>
                <a:close/>
                <a:moveTo>
                  <a:pt x="9899" y="785"/>
                </a:moveTo>
                <a:cubicBezTo>
                  <a:pt x="9824" y="785"/>
                  <a:pt x="9752" y="825"/>
                  <a:pt x="9715" y="896"/>
                </a:cubicBezTo>
                <a:cubicBezTo>
                  <a:pt x="9662" y="997"/>
                  <a:pt x="9701" y="1121"/>
                  <a:pt x="9802" y="1174"/>
                </a:cubicBezTo>
                <a:cubicBezTo>
                  <a:pt x="10052" y="1307"/>
                  <a:pt x="10300" y="1457"/>
                  <a:pt x="10539" y="1622"/>
                </a:cubicBezTo>
                <a:cubicBezTo>
                  <a:pt x="10575" y="1647"/>
                  <a:pt x="10615" y="1658"/>
                  <a:pt x="10656" y="1658"/>
                </a:cubicBezTo>
                <a:cubicBezTo>
                  <a:pt x="10722" y="1658"/>
                  <a:pt x="10787" y="1628"/>
                  <a:pt x="10826" y="1569"/>
                </a:cubicBezTo>
                <a:cubicBezTo>
                  <a:pt x="10892" y="1475"/>
                  <a:pt x="10867" y="1346"/>
                  <a:pt x="10773" y="1282"/>
                </a:cubicBezTo>
                <a:cubicBezTo>
                  <a:pt x="10521" y="1107"/>
                  <a:pt x="10259" y="949"/>
                  <a:pt x="9995" y="809"/>
                </a:cubicBezTo>
                <a:cubicBezTo>
                  <a:pt x="9964" y="793"/>
                  <a:pt x="9932" y="785"/>
                  <a:pt x="9899" y="785"/>
                </a:cubicBezTo>
                <a:close/>
                <a:moveTo>
                  <a:pt x="2421" y="1617"/>
                </a:moveTo>
                <a:cubicBezTo>
                  <a:pt x="2374" y="1617"/>
                  <a:pt x="2326" y="1633"/>
                  <a:pt x="2287" y="1667"/>
                </a:cubicBezTo>
                <a:cubicBezTo>
                  <a:pt x="2054" y="1863"/>
                  <a:pt x="1833" y="2076"/>
                  <a:pt x="1629" y="2299"/>
                </a:cubicBezTo>
                <a:cubicBezTo>
                  <a:pt x="1551" y="2384"/>
                  <a:pt x="1556" y="2515"/>
                  <a:pt x="1641" y="2592"/>
                </a:cubicBezTo>
                <a:cubicBezTo>
                  <a:pt x="1680" y="2629"/>
                  <a:pt x="1732" y="2646"/>
                  <a:pt x="1781" y="2646"/>
                </a:cubicBezTo>
                <a:cubicBezTo>
                  <a:pt x="1836" y="2646"/>
                  <a:pt x="1893" y="2623"/>
                  <a:pt x="1934" y="2579"/>
                </a:cubicBezTo>
                <a:cubicBezTo>
                  <a:pt x="2127" y="2368"/>
                  <a:pt x="2336" y="2168"/>
                  <a:pt x="2554" y="1982"/>
                </a:cubicBezTo>
                <a:cubicBezTo>
                  <a:pt x="2641" y="1908"/>
                  <a:pt x="2653" y="1778"/>
                  <a:pt x="2579" y="1691"/>
                </a:cubicBezTo>
                <a:cubicBezTo>
                  <a:pt x="2538" y="1642"/>
                  <a:pt x="2480" y="1617"/>
                  <a:pt x="2421" y="1617"/>
                </a:cubicBezTo>
                <a:close/>
                <a:moveTo>
                  <a:pt x="11359" y="1786"/>
                </a:moveTo>
                <a:cubicBezTo>
                  <a:pt x="11301" y="1786"/>
                  <a:pt x="11243" y="1810"/>
                  <a:pt x="11202" y="1858"/>
                </a:cubicBezTo>
                <a:cubicBezTo>
                  <a:pt x="11129" y="1945"/>
                  <a:pt x="11138" y="2076"/>
                  <a:pt x="11225" y="2150"/>
                </a:cubicBezTo>
                <a:cubicBezTo>
                  <a:pt x="11441" y="2335"/>
                  <a:pt x="11654" y="2535"/>
                  <a:pt x="11854" y="2746"/>
                </a:cubicBezTo>
                <a:cubicBezTo>
                  <a:pt x="11895" y="2788"/>
                  <a:pt x="11950" y="2810"/>
                  <a:pt x="12005" y="2810"/>
                </a:cubicBezTo>
                <a:cubicBezTo>
                  <a:pt x="12056" y="2810"/>
                  <a:pt x="12107" y="2790"/>
                  <a:pt x="12146" y="2753"/>
                </a:cubicBezTo>
                <a:cubicBezTo>
                  <a:pt x="12230" y="2673"/>
                  <a:pt x="12231" y="2542"/>
                  <a:pt x="12154" y="2460"/>
                </a:cubicBezTo>
                <a:cubicBezTo>
                  <a:pt x="11943" y="2239"/>
                  <a:pt x="11721" y="2030"/>
                  <a:pt x="11494" y="1835"/>
                </a:cubicBezTo>
                <a:cubicBezTo>
                  <a:pt x="11455" y="1802"/>
                  <a:pt x="11407" y="1786"/>
                  <a:pt x="11359" y="1786"/>
                </a:cubicBezTo>
                <a:close/>
                <a:moveTo>
                  <a:pt x="23069" y="3254"/>
                </a:moveTo>
                <a:cubicBezTo>
                  <a:pt x="22994" y="3254"/>
                  <a:pt x="22918" y="3255"/>
                  <a:pt x="22843" y="3256"/>
                </a:cubicBezTo>
                <a:cubicBezTo>
                  <a:pt x="22729" y="3258"/>
                  <a:pt x="22637" y="3352"/>
                  <a:pt x="22641" y="3467"/>
                </a:cubicBezTo>
                <a:cubicBezTo>
                  <a:pt x="22643" y="3579"/>
                  <a:pt x="22735" y="3669"/>
                  <a:pt x="22847" y="3669"/>
                </a:cubicBezTo>
                <a:cubicBezTo>
                  <a:pt x="22848" y="3669"/>
                  <a:pt x="22849" y="3669"/>
                  <a:pt x="22850" y="3669"/>
                </a:cubicBezTo>
                <a:cubicBezTo>
                  <a:pt x="22923" y="3668"/>
                  <a:pt x="22996" y="3667"/>
                  <a:pt x="23069" y="3667"/>
                </a:cubicBezTo>
                <a:cubicBezTo>
                  <a:pt x="23288" y="3667"/>
                  <a:pt x="23507" y="3673"/>
                  <a:pt x="23724" y="3685"/>
                </a:cubicBezTo>
                <a:lnTo>
                  <a:pt x="23734" y="3685"/>
                </a:lnTo>
                <a:cubicBezTo>
                  <a:pt x="23844" y="3685"/>
                  <a:pt x="23934" y="3600"/>
                  <a:pt x="23941" y="3488"/>
                </a:cubicBezTo>
                <a:cubicBezTo>
                  <a:pt x="23947" y="3375"/>
                  <a:pt x="23860" y="3277"/>
                  <a:pt x="23745" y="3272"/>
                </a:cubicBezTo>
                <a:cubicBezTo>
                  <a:pt x="23521" y="3260"/>
                  <a:pt x="23295" y="3254"/>
                  <a:pt x="23069" y="3254"/>
                </a:cubicBezTo>
                <a:close/>
                <a:moveTo>
                  <a:pt x="21962" y="3303"/>
                </a:moveTo>
                <a:cubicBezTo>
                  <a:pt x="21955" y="3303"/>
                  <a:pt x="21949" y="3303"/>
                  <a:pt x="21943" y="3304"/>
                </a:cubicBezTo>
                <a:cubicBezTo>
                  <a:pt x="21643" y="3331"/>
                  <a:pt x="21342" y="3369"/>
                  <a:pt x="21046" y="3416"/>
                </a:cubicBezTo>
                <a:cubicBezTo>
                  <a:pt x="20934" y="3435"/>
                  <a:pt x="20856" y="3541"/>
                  <a:pt x="20876" y="3653"/>
                </a:cubicBezTo>
                <a:cubicBezTo>
                  <a:pt x="20892" y="3756"/>
                  <a:pt x="20979" y="3827"/>
                  <a:pt x="21080" y="3827"/>
                </a:cubicBezTo>
                <a:cubicBezTo>
                  <a:pt x="21090" y="3827"/>
                  <a:pt x="21101" y="3827"/>
                  <a:pt x="21111" y="3825"/>
                </a:cubicBezTo>
                <a:cubicBezTo>
                  <a:pt x="21399" y="3779"/>
                  <a:pt x="21689" y="3742"/>
                  <a:pt x="21978" y="3717"/>
                </a:cubicBezTo>
                <a:cubicBezTo>
                  <a:pt x="22093" y="3706"/>
                  <a:pt x="22176" y="3605"/>
                  <a:pt x="22166" y="3492"/>
                </a:cubicBezTo>
                <a:cubicBezTo>
                  <a:pt x="22156" y="3385"/>
                  <a:pt x="22067" y="3303"/>
                  <a:pt x="21962" y="3303"/>
                </a:cubicBezTo>
                <a:close/>
                <a:moveTo>
                  <a:pt x="1225" y="2925"/>
                </a:moveTo>
                <a:cubicBezTo>
                  <a:pt x="1160" y="2925"/>
                  <a:pt x="1095" y="2956"/>
                  <a:pt x="1055" y="3013"/>
                </a:cubicBezTo>
                <a:cubicBezTo>
                  <a:pt x="878" y="3267"/>
                  <a:pt x="720" y="3531"/>
                  <a:pt x="585" y="3798"/>
                </a:cubicBezTo>
                <a:cubicBezTo>
                  <a:pt x="534" y="3901"/>
                  <a:pt x="575" y="4025"/>
                  <a:pt x="676" y="4077"/>
                </a:cubicBezTo>
                <a:cubicBezTo>
                  <a:pt x="706" y="4093"/>
                  <a:pt x="738" y="4100"/>
                  <a:pt x="770" y="4100"/>
                </a:cubicBezTo>
                <a:cubicBezTo>
                  <a:pt x="844" y="4100"/>
                  <a:pt x="917" y="4057"/>
                  <a:pt x="954" y="3984"/>
                </a:cubicBezTo>
                <a:cubicBezTo>
                  <a:pt x="1080" y="3735"/>
                  <a:pt x="1229" y="3488"/>
                  <a:pt x="1395" y="3249"/>
                </a:cubicBezTo>
                <a:cubicBezTo>
                  <a:pt x="1461" y="3157"/>
                  <a:pt x="1438" y="3027"/>
                  <a:pt x="1344" y="2962"/>
                </a:cubicBezTo>
                <a:cubicBezTo>
                  <a:pt x="1308" y="2937"/>
                  <a:pt x="1266" y="2925"/>
                  <a:pt x="1225" y="2925"/>
                </a:cubicBezTo>
                <a:close/>
                <a:moveTo>
                  <a:pt x="12588" y="3065"/>
                </a:moveTo>
                <a:cubicBezTo>
                  <a:pt x="12542" y="3065"/>
                  <a:pt x="12497" y="3080"/>
                  <a:pt x="12458" y="3111"/>
                </a:cubicBezTo>
                <a:cubicBezTo>
                  <a:pt x="12370" y="3182"/>
                  <a:pt x="12356" y="3311"/>
                  <a:pt x="12426" y="3400"/>
                </a:cubicBezTo>
                <a:cubicBezTo>
                  <a:pt x="12604" y="3625"/>
                  <a:pt x="12776" y="3862"/>
                  <a:pt x="12937" y="4105"/>
                </a:cubicBezTo>
                <a:cubicBezTo>
                  <a:pt x="12976" y="4165"/>
                  <a:pt x="13041" y="4197"/>
                  <a:pt x="13109" y="4197"/>
                </a:cubicBezTo>
                <a:cubicBezTo>
                  <a:pt x="13148" y="4197"/>
                  <a:pt x="13188" y="4186"/>
                  <a:pt x="13224" y="4163"/>
                </a:cubicBezTo>
                <a:cubicBezTo>
                  <a:pt x="13318" y="4100"/>
                  <a:pt x="13344" y="3972"/>
                  <a:pt x="13281" y="3876"/>
                </a:cubicBezTo>
                <a:cubicBezTo>
                  <a:pt x="13114" y="3623"/>
                  <a:pt x="12935" y="3377"/>
                  <a:pt x="12749" y="3143"/>
                </a:cubicBezTo>
                <a:cubicBezTo>
                  <a:pt x="12708" y="3092"/>
                  <a:pt x="12648" y="3065"/>
                  <a:pt x="12588" y="3065"/>
                </a:cubicBezTo>
                <a:close/>
                <a:moveTo>
                  <a:pt x="20208" y="3586"/>
                </a:moveTo>
                <a:cubicBezTo>
                  <a:pt x="20192" y="3586"/>
                  <a:pt x="20177" y="3588"/>
                  <a:pt x="20162" y="3591"/>
                </a:cubicBezTo>
                <a:cubicBezTo>
                  <a:pt x="19869" y="3660"/>
                  <a:pt x="19575" y="3740"/>
                  <a:pt x="19290" y="3828"/>
                </a:cubicBezTo>
                <a:cubicBezTo>
                  <a:pt x="19182" y="3864"/>
                  <a:pt x="19120" y="3979"/>
                  <a:pt x="19155" y="4089"/>
                </a:cubicBezTo>
                <a:cubicBezTo>
                  <a:pt x="19182" y="4178"/>
                  <a:pt x="19263" y="4234"/>
                  <a:pt x="19352" y="4234"/>
                </a:cubicBezTo>
                <a:cubicBezTo>
                  <a:pt x="19373" y="4234"/>
                  <a:pt x="19393" y="4231"/>
                  <a:pt x="19414" y="4224"/>
                </a:cubicBezTo>
                <a:cubicBezTo>
                  <a:pt x="19690" y="4139"/>
                  <a:pt x="19974" y="4061"/>
                  <a:pt x="20256" y="3993"/>
                </a:cubicBezTo>
                <a:cubicBezTo>
                  <a:pt x="20367" y="3968"/>
                  <a:pt x="20436" y="3857"/>
                  <a:pt x="20410" y="3745"/>
                </a:cubicBezTo>
                <a:cubicBezTo>
                  <a:pt x="20387" y="3649"/>
                  <a:pt x="20301" y="3586"/>
                  <a:pt x="20208" y="3586"/>
                </a:cubicBezTo>
                <a:close/>
                <a:moveTo>
                  <a:pt x="18515" y="4115"/>
                </a:moveTo>
                <a:cubicBezTo>
                  <a:pt x="18490" y="4115"/>
                  <a:pt x="18464" y="4120"/>
                  <a:pt x="18439" y="4130"/>
                </a:cubicBezTo>
                <a:cubicBezTo>
                  <a:pt x="18297" y="4185"/>
                  <a:pt x="18154" y="4245"/>
                  <a:pt x="18016" y="4305"/>
                </a:cubicBezTo>
                <a:cubicBezTo>
                  <a:pt x="17881" y="4364"/>
                  <a:pt x="17746" y="4426"/>
                  <a:pt x="17612" y="4489"/>
                </a:cubicBezTo>
                <a:cubicBezTo>
                  <a:pt x="17509" y="4539"/>
                  <a:pt x="17464" y="4663"/>
                  <a:pt x="17514" y="4766"/>
                </a:cubicBezTo>
                <a:cubicBezTo>
                  <a:pt x="17550" y="4840"/>
                  <a:pt x="17624" y="4883"/>
                  <a:pt x="17700" y="4883"/>
                </a:cubicBezTo>
                <a:cubicBezTo>
                  <a:pt x="17730" y="4883"/>
                  <a:pt x="17760" y="4876"/>
                  <a:pt x="17791" y="4863"/>
                </a:cubicBezTo>
                <a:cubicBezTo>
                  <a:pt x="17920" y="4801"/>
                  <a:pt x="18051" y="4741"/>
                  <a:pt x="18180" y="4684"/>
                </a:cubicBezTo>
                <a:cubicBezTo>
                  <a:pt x="18315" y="4626"/>
                  <a:pt x="18453" y="4567"/>
                  <a:pt x="18590" y="4514"/>
                </a:cubicBezTo>
                <a:cubicBezTo>
                  <a:pt x="18696" y="4472"/>
                  <a:pt x="18749" y="4353"/>
                  <a:pt x="18707" y="4247"/>
                </a:cubicBezTo>
                <a:cubicBezTo>
                  <a:pt x="18674" y="4165"/>
                  <a:pt x="18597" y="4115"/>
                  <a:pt x="18515" y="4115"/>
                </a:cubicBezTo>
                <a:close/>
                <a:moveTo>
                  <a:pt x="16912" y="4877"/>
                </a:moveTo>
                <a:cubicBezTo>
                  <a:pt x="16878" y="4877"/>
                  <a:pt x="16844" y="4885"/>
                  <a:pt x="16812" y="4902"/>
                </a:cubicBezTo>
                <a:cubicBezTo>
                  <a:pt x="16562" y="5041"/>
                  <a:pt x="16302" y="5193"/>
                  <a:pt x="16038" y="5358"/>
                </a:cubicBezTo>
                <a:cubicBezTo>
                  <a:pt x="15940" y="5416"/>
                  <a:pt x="15910" y="5544"/>
                  <a:pt x="15971" y="5641"/>
                </a:cubicBezTo>
                <a:cubicBezTo>
                  <a:pt x="16010" y="5705"/>
                  <a:pt x="16077" y="5741"/>
                  <a:pt x="16146" y="5741"/>
                </a:cubicBezTo>
                <a:cubicBezTo>
                  <a:pt x="16183" y="5741"/>
                  <a:pt x="16220" y="5730"/>
                  <a:pt x="16254" y="5709"/>
                </a:cubicBezTo>
                <a:cubicBezTo>
                  <a:pt x="16513" y="5549"/>
                  <a:pt x="16768" y="5400"/>
                  <a:pt x="17013" y="5264"/>
                </a:cubicBezTo>
                <a:cubicBezTo>
                  <a:pt x="17112" y="5209"/>
                  <a:pt x="17147" y="5083"/>
                  <a:pt x="17092" y="4984"/>
                </a:cubicBezTo>
                <a:cubicBezTo>
                  <a:pt x="17055" y="4915"/>
                  <a:pt x="16984" y="4877"/>
                  <a:pt x="16912" y="4877"/>
                </a:cubicBezTo>
                <a:close/>
                <a:moveTo>
                  <a:pt x="13566" y="4544"/>
                </a:moveTo>
                <a:cubicBezTo>
                  <a:pt x="13533" y="4544"/>
                  <a:pt x="13500" y="4552"/>
                  <a:pt x="13468" y="4569"/>
                </a:cubicBezTo>
                <a:cubicBezTo>
                  <a:pt x="13367" y="4622"/>
                  <a:pt x="13330" y="4748"/>
                  <a:pt x="13383" y="4849"/>
                </a:cubicBezTo>
                <a:cubicBezTo>
                  <a:pt x="13516" y="5097"/>
                  <a:pt x="13637" y="5361"/>
                  <a:pt x="13740" y="5632"/>
                </a:cubicBezTo>
                <a:cubicBezTo>
                  <a:pt x="13771" y="5716"/>
                  <a:pt x="13849" y="5765"/>
                  <a:pt x="13933" y="5765"/>
                </a:cubicBezTo>
                <a:cubicBezTo>
                  <a:pt x="13958" y="5765"/>
                  <a:pt x="13982" y="5762"/>
                  <a:pt x="14007" y="5753"/>
                </a:cubicBezTo>
                <a:cubicBezTo>
                  <a:pt x="14113" y="5712"/>
                  <a:pt x="14167" y="5592"/>
                  <a:pt x="14126" y="5485"/>
                </a:cubicBezTo>
                <a:cubicBezTo>
                  <a:pt x="14016" y="5198"/>
                  <a:pt x="13890" y="4918"/>
                  <a:pt x="13748" y="4654"/>
                </a:cubicBezTo>
                <a:cubicBezTo>
                  <a:pt x="13712" y="4584"/>
                  <a:pt x="13640" y="4544"/>
                  <a:pt x="13566" y="4544"/>
                </a:cubicBezTo>
                <a:close/>
                <a:moveTo>
                  <a:pt x="434" y="4507"/>
                </a:moveTo>
                <a:cubicBezTo>
                  <a:pt x="346" y="4507"/>
                  <a:pt x="264" y="4563"/>
                  <a:pt x="236" y="4651"/>
                </a:cubicBezTo>
                <a:cubicBezTo>
                  <a:pt x="142" y="4948"/>
                  <a:pt x="75" y="5251"/>
                  <a:pt x="36" y="5553"/>
                </a:cubicBezTo>
                <a:cubicBezTo>
                  <a:pt x="22" y="5666"/>
                  <a:pt x="102" y="5769"/>
                  <a:pt x="215" y="5783"/>
                </a:cubicBezTo>
                <a:cubicBezTo>
                  <a:pt x="224" y="5785"/>
                  <a:pt x="233" y="5785"/>
                  <a:pt x="242" y="5785"/>
                </a:cubicBezTo>
                <a:cubicBezTo>
                  <a:pt x="344" y="5785"/>
                  <a:pt x="433" y="5709"/>
                  <a:pt x="447" y="5604"/>
                </a:cubicBezTo>
                <a:cubicBezTo>
                  <a:pt x="483" y="5329"/>
                  <a:pt x="543" y="5049"/>
                  <a:pt x="630" y="4775"/>
                </a:cubicBezTo>
                <a:cubicBezTo>
                  <a:pt x="665" y="4667"/>
                  <a:pt x="605" y="4550"/>
                  <a:pt x="495" y="4516"/>
                </a:cubicBezTo>
                <a:cubicBezTo>
                  <a:pt x="475" y="4510"/>
                  <a:pt x="454" y="4507"/>
                  <a:pt x="434" y="4507"/>
                </a:cubicBezTo>
                <a:close/>
                <a:moveTo>
                  <a:pt x="15399" y="5807"/>
                </a:moveTo>
                <a:cubicBezTo>
                  <a:pt x="15359" y="5807"/>
                  <a:pt x="15320" y="5818"/>
                  <a:pt x="15285" y="5842"/>
                </a:cubicBezTo>
                <a:cubicBezTo>
                  <a:pt x="15058" y="5992"/>
                  <a:pt x="14817" y="6159"/>
                  <a:pt x="14548" y="6347"/>
                </a:cubicBezTo>
                <a:cubicBezTo>
                  <a:pt x="14454" y="6412"/>
                  <a:pt x="14432" y="6540"/>
                  <a:pt x="14498" y="6634"/>
                </a:cubicBezTo>
                <a:cubicBezTo>
                  <a:pt x="14537" y="6692"/>
                  <a:pt x="14603" y="6722"/>
                  <a:pt x="14666" y="6722"/>
                </a:cubicBezTo>
                <a:cubicBezTo>
                  <a:pt x="14707" y="6722"/>
                  <a:pt x="14750" y="6710"/>
                  <a:pt x="14785" y="6685"/>
                </a:cubicBezTo>
                <a:cubicBezTo>
                  <a:pt x="15051" y="6499"/>
                  <a:pt x="15290" y="6336"/>
                  <a:pt x="15513" y="6185"/>
                </a:cubicBezTo>
                <a:cubicBezTo>
                  <a:pt x="15609" y="6122"/>
                  <a:pt x="15634" y="5994"/>
                  <a:pt x="15572" y="5898"/>
                </a:cubicBezTo>
                <a:cubicBezTo>
                  <a:pt x="15532" y="5839"/>
                  <a:pt x="15466" y="5807"/>
                  <a:pt x="15399" y="5807"/>
                </a:cubicBezTo>
                <a:close/>
                <a:moveTo>
                  <a:pt x="214" y="6258"/>
                </a:moveTo>
                <a:cubicBezTo>
                  <a:pt x="209" y="6258"/>
                  <a:pt x="205" y="6258"/>
                  <a:pt x="201" y="6258"/>
                </a:cubicBezTo>
                <a:cubicBezTo>
                  <a:pt x="87" y="6267"/>
                  <a:pt x="1" y="6364"/>
                  <a:pt x="8" y="6480"/>
                </a:cubicBezTo>
                <a:cubicBezTo>
                  <a:pt x="11" y="6513"/>
                  <a:pt x="13" y="6547"/>
                  <a:pt x="16" y="6582"/>
                </a:cubicBezTo>
                <a:cubicBezTo>
                  <a:pt x="41" y="6857"/>
                  <a:pt x="94" y="7132"/>
                  <a:pt x="178" y="7397"/>
                </a:cubicBezTo>
                <a:cubicBezTo>
                  <a:pt x="204" y="7486"/>
                  <a:pt x="286" y="7543"/>
                  <a:pt x="374" y="7543"/>
                </a:cubicBezTo>
                <a:cubicBezTo>
                  <a:pt x="394" y="7543"/>
                  <a:pt x="415" y="7539"/>
                  <a:pt x="435" y="7534"/>
                </a:cubicBezTo>
                <a:cubicBezTo>
                  <a:pt x="545" y="7500"/>
                  <a:pt x="607" y="7383"/>
                  <a:pt x="573" y="7275"/>
                </a:cubicBezTo>
                <a:cubicBezTo>
                  <a:pt x="498" y="7036"/>
                  <a:pt x="451" y="6791"/>
                  <a:pt x="428" y="6545"/>
                </a:cubicBezTo>
                <a:cubicBezTo>
                  <a:pt x="426" y="6513"/>
                  <a:pt x="422" y="6483"/>
                  <a:pt x="420" y="6451"/>
                </a:cubicBezTo>
                <a:cubicBezTo>
                  <a:pt x="414" y="6342"/>
                  <a:pt x="322" y="6258"/>
                  <a:pt x="214" y="6258"/>
                </a:cubicBezTo>
                <a:close/>
                <a:moveTo>
                  <a:pt x="14200" y="6198"/>
                </a:moveTo>
                <a:cubicBezTo>
                  <a:pt x="14183" y="6198"/>
                  <a:pt x="14166" y="6200"/>
                  <a:pt x="14149" y="6205"/>
                </a:cubicBezTo>
                <a:cubicBezTo>
                  <a:pt x="14039" y="6233"/>
                  <a:pt x="13972" y="6347"/>
                  <a:pt x="14000" y="6456"/>
                </a:cubicBezTo>
                <a:cubicBezTo>
                  <a:pt x="14037" y="6600"/>
                  <a:pt x="14071" y="6747"/>
                  <a:pt x="14099" y="6894"/>
                </a:cubicBezTo>
                <a:cubicBezTo>
                  <a:pt x="14059" y="6847"/>
                  <a:pt x="14000" y="6823"/>
                  <a:pt x="13942" y="6823"/>
                </a:cubicBezTo>
                <a:cubicBezTo>
                  <a:pt x="13900" y="6823"/>
                  <a:pt x="13859" y="6835"/>
                  <a:pt x="13823" y="6861"/>
                </a:cubicBezTo>
                <a:lnTo>
                  <a:pt x="13552" y="7055"/>
                </a:lnTo>
                <a:cubicBezTo>
                  <a:pt x="13401" y="7164"/>
                  <a:pt x="13250" y="7272"/>
                  <a:pt x="13100" y="7378"/>
                </a:cubicBezTo>
                <a:cubicBezTo>
                  <a:pt x="13008" y="7445"/>
                  <a:pt x="12986" y="7573"/>
                  <a:pt x="13052" y="7667"/>
                </a:cubicBezTo>
                <a:cubicBezTo>
                  <a:pt x="13093" y="7724"/>
                  <a:pt x="13157" y="7754"/>
                  <a:pt x="13220" y="7754"/>
                </a:cubicBezTo>
                <a:cubicBezTo>
                  <a:pt x="13263" y="7754"/>
                  <a:pt x="13304" y="7741"/>
                  <a:pt x="13341" y="7715"/>
                </a:cubicBezTo>
                <a:cubicBezTo>
                  <a:pt x="13491" y="7607"/>
                  <a:pt x="13642" y="7498"/>
                  <a:pt x="13793" y="7390"/>
                </a:cubicBezTo>
                <a:lnTo>
                  <a:pt x="14062" y="7197"/>
                </a:lnTo>
                <a:cubicBezTo>
                  <a:pt x="14097" y="7172"/>
                  <a:pt x="14124" y="7137"/>
                  <a:pt x="14136" y="7100"/>
                </a:cubicBezTo>
                <a:cubicBezTo>
                  <a:pt x="14149" y="7167"/>
                  <a:pt x="14160" y="7236"/>
                  <a:pt x="14170" y="7305"/>
                </a:cubicBezTo>
                <a:cubicBezTo>
                  <a:pt x="14185" y="7409"/>
                  <a:pt x="14273" y="7483"/>
                  <a:pt x="14375" y="7483"/>
                </a:cubicBezTo>
                <a:cubicBezTo>
                  <a:pt x="14384" y="7483"/>
                  <a:pt x="14394" y="7482"/>
                  <a:pt x="14404" y="7481"/>
                </a:cubicBezTo>
                <a:cubicBezTo>
                  <a:pt x="14517" y="7463"/>
                  <a:pt x="14595" y="7358"/>
                  <a:pt x="14580" y="7245"/>
                </a:cubicBezTo>
                <a:cubicBezTo>
                  <a:pt x="14535" y="6944"/>
                  <a:pt x="14475" y="6643"/>
                  <a:pt x="14401" y="6354"/>
                </a:cubicBezTo>
                <a:cubicBezTo>
                  <a:pt x="14377" y="6261"/>
                  <a:pt x="14293" y="6198"/>
                  <a:pt x="14200" y="6198"/>
                </a:cubicBezTo>
                <a:close/>
                <a:moveTo>
                  <a:pt x="12494" y="7851"/>
                </a:moveTo>
                <a:cubicBezTo>
                  <a:pt x="12454" y="7851"/>
                  <a:pt x="12413" y="7863"/>
                  <a:pt x="12377" y="7888"/>
                </a:cubicBezTo>
                <a:cubicBezTo>
                  <a:pt x="12208" y="8005"/>
                  <a:pt x="12054" y="8112"/>
                  <a:pt x="11902" y="8213"/>
                </a:cubicBezTo>
                <a:cubicBezTo>
                  <a:pt x="11817" y="8269"/>
                  <a:pt x="11732" y="8326"/>
                  <a:pt x="11647" y="8383"/>
                </a:cubicBezTo>
                <a:cubicBezTo>
                  <a:pt x="11551" y="8445"/>
                  <a:pt x="11524" y="8572"/>
                  <a:pt x="11586" y="8668"/>
                </a:cubicBezTo>
                <a:cubicBezTo>
                  <a:pt x="11625" y="8730"/>
                  <a:pt x="11693" y="8762"/>
                  <a:pt x="11760" y="8762"/>
                </a:cubicBezTo>
                <a:cubicBezTo>
                  <a:pt x="11799" y="8762"/>
                  <a:pt x="11838" y="8751"/>
                  <a:pt x="11872" y="8728"/>
                </a:cubicBezTo>
                <a:cubicBezTo>
                  <a:pt x="11960" y="8672"/>
                  <a:pt x="12047" y="8613"/>
                  <a:pt x="12132" y="8556"/>
                </a:cubicBezTo>
                <a:cubicBezTo>
                  <a:pt x="12286" y="8454"/>
                  <a:pt x="12442" y="8346"/>
                  <a:pt x="12612" y="8229"/>
                </a:cubicBezTo>
                <a:cubicBezTo>
                  <a:pt x="12706" y="8163"/>
                  <a:pt x="12729" y="8034"/>
                  <a:pt x="12664" y="7940"/>
                </a:cubicBezTo>
                <a:cubicBezTo>
                  <a:pt x="12624" y="7883"/>
                  <a:pt x="12560" y="7851"/>
                  <a:pt x="12494" y="7851"/>
                </a:cubicBezTo>
                <a:close/>
                <a:moveTo>
                  <a:pt x="729" y="7941"/>
                </a:moveTo>
                <a:cubicBezTo>
                  <a:pt x="694" y="7941"/>
                  <a:pt x="659" y="7949"/>
                  <a:pt x="626" y="7968"/>
                </a:cubicBezTo>
                <a:cubicBezTo>
                  <a:pt x="527" y="8025"/>
                  <a:pt x="493" y="8151"/>
                  <a:pt x="550" y="8250"/>
                </a:cubicBezTo>
                <a:cubicBezTo>
                  <a:pt x="700" y="8512"/>
                  <a:pt x="881" y="8767"/>
                  <a:pt x="1089" y="9005"/>
                </a:cubicBezTo>
                <a:cubicBezTo>
                  <a:pt x="1129" y="9051"/>
                  <a:pt x="1188" y="9076"/>
                  <a:pt x="1245" y="9076"/>
                </a:cubicBezTo>
                <a:cubicBezTo>
                  <a:pt x="1292" y="9076"/>
                  <a:pt x="1342" y="9058"/>
                  <a:pt x="1381" y="9024"/>
                </a:cubicBezTo>
                <a:cubicBezTo>
                  <a:pt x="1466" y="8948"/>
                  <a:pt x="1475" y="8819"/>
                  <a:pt x="1400" y="8732"/>
                </a:cubicBezTo>
                <a:cubicBezTo>
                  <a:pt x="1211" y="8516"/>
                  <a:pt x="1046" y="8284"/>
                  <a:pt x="908" y="8044"/>
                </a:cubicBezTo>
                <a:cubicBezTo>
                  <a:pt x="870" y="7978"/>
                  <a:pt x="801" y="7941"/>
                  <a:pt x="729" y="7941"/>
                </a:cubicBezTo>
                <a:close/>
                <a:moveTo>
                  <a:pt x="14457" y="7952"/>
                </a:moveTo>
                <a:cubicBezTo>
                  <a:pt x="14455" y="7952"/>
                  <a:pt x="14452" y="7952"/>
                  <a:pt x="14450" y="7952"/>
                </a:cubicBezTo>
                <a:cubicBezTo>
                  <a:pt x="14335" y="7959"/>
                  <a:pt x="14246" y="8055"/>
                  <a:pt x="14253" y="8170"/>
                </a:cubicBezTo>
                <a:cubicBezTo>
                  <a:pt x="14259" y="8291"/>
                  <a:pt x="14262" y="8413"/>
                  <a:pt x="14262" y="8535"/>
                </a:cubicBezTo>
                <a:cubicBezTo>
                  <a:pt x="14262" y="8562"/>
                  <a:pt x="14264" y="8588"/>
                  <a:pt x="14264" y="8615"/>
                </a:cubicBezTo>
                <a:cubicBezTo>
                  <a:pt x="14264" y="8755"/>
                  <a:pt x="14261" y="8897"/>
                  <a:pt x="14253" y="9038"/>
                </a:cubicBezTo>
                <a:cubicBezTo>
                  <a:pt x="14248" y="9152"/>
                  <a:pt x="14337" y="9249"/>
                  <a:pt x="14450" y="9255"/>
                </a:cubicBezTo>
                <a:lnTo>
                  <a:pt x="14461" y="9255"/>
                </a:lnTo>
                <a:cubicBezTo>
                  <a:pt x="14571" y="9255"/>
                  <a:pt x="14661" y="9168"/>
                  <a:pt x="14666" y="9056"/>
                </a:cubicBezTo>
                <a:cubicBezTo>
                  <a:pt x="14673" y="8909"/>
                  <a:pt x="14677" y="8760"/>
                  <a:pt x="14677" y="8615"/>
                </a:cubicBezTo>
                <a:cubicBezTo>
                  <a:pt x="14677" y="8587"/>
                  <a:pt x="14677" y="8560"/>
                  <a:pt x="14677" y="8532"/>
                </a:cubicBezTo>
                <a:cubicBezTo>
                  <a:pt x="14675" y="8404"/>
                  <a:pt x="14672" y="8276"/>
                  <a:pt x="14666" y="8149"/>
                </a:cubicBezTo>
                <a:cubicBezTo>
                  <a:pt x="14661" y="8038"/>
                  <a:pt x="14567" y="7952"/>
                  <a:pt x="14457" y="7952"/>
                </a:cubicBezTo>
                <a:close/>
                <a:moveTo>
                  <a:pt x="11007" y="8820"/>
                </a:moveTo>
                <a:cubicBezTo>
                  <a:pt x="10971" y="8820"/>
                  <a:pt x="10934" y="8830"/>
                  <a:pt x="10901" y="8851"/>
                </a:cubicBezTo>
                <a:cubicBezTo>
                  <a:pt x="10642" y="9005"/>
                  <a:pt x="10385" y="9150"/>
                  <a:pt x="10137" y="9283"/>
                </a:cubicBezTo>
                <a:cubicBezTo>
                  <a:pt x="10036" y="9336"/>
                  <a:pt x="9999" y="9462"/>
                  <a:pt x="10052" y="9561"/>
                </a:cubicBezTo>
                <a:cubicBezTo>
                  <a:pt x="10089" y="9632"/>
                  <a:pt x="10160" y="9671"/>
                  <a:pt x="10234" y="9671"/>
                </a:cubicBezTo>
                <a:cubicBezTo>
                  <a:pt x="10266" y="9671"/>
                  <a:pt x="10300" y="9664"/>
                  <a:pt x="10332" y="9648"/>
                </a:cubicBezTo>
                <a:cubicBezTo>
                  <a:pt x="10585" y="9512"/>
                  <a:pt x="10849" y="9363"/>
                  <a:pt x="11113" y="9205"/>
                </a:cubicBezTo>
                <a:cubicBezTo>
                  <a:pt x="11211" y="9147"/>
                  <a:pt x="11243" y="9019"/>
                  <a:pt x="11184" y="8921"/>
                </a:cubicBezTo>
                <a:cubicBezTo>
                  <a:pt x="11146" y="8856"/>
                  <a:pt x="11077" y="8820"/>
                  <a:pt x="11007" y="8820"/>
                </a:cubicBezTo>
                <a:close/>
                <a:moveTo>
                  <a:pt x="1885" y="9275"/>
                </a:moveTo>
                <a:cubicBezTo>
                  <a:pt x="1825" y="9275"/>
                  <a:pt x="1765" y="9302"/>
                  <a:pt x="1725" y="9352"/>
                </a:cubicBezTo>
                <a:cubicBezTo>
                  <a:pt x="1652" y="9441"/>
                  <a:pt x="1666" y="9572"/>
                  <a:pt x="1755" y="9643"/>
                </a:cubicBezTo>
                <a:cubicBezTo>
                  <a:pt x="1991" y="9832"/>
                  <a:pt x="2246" y="10008"/>
                  <a:pt x="2513" y="10162"/>
                </a:cubicBezTo>
                <a:cubicBezTo>
                  <a:pt x="2547" y="10181"/>
                  <a:pt x="2582" y="10190"/>
                  <a:pt x="2616" y="10190"/>
                </a:cubicBezTo>
                <a:cubicBezTo>
                  <a:pt x="2689" y="10190"/>
                  <a:pt x="2758" y="10153"/>
                  <a:pt x="2797" y="10087"/>
                </a:cubicBezTo>
                <a:cubicBezTo>
                  <a:pt x="2854" y="9988"/>
                  <a:pt x="2820" y="9862"/>
                  <a:pt x="2721" y="9804"/>
                </a:cubicBezTo>
                <a:cubicBezTo>
                  <a:pt x="2471" y="9660"/>
                  <a:pt x="2233" y="9497"/>
                  <a:pt x="2015" y="9322"/>
                </a:cubicBezTo>
                <a:cubicBezTo>
                  <a:pt x="1977" y="9291"/>
                  <a:pt x="1931" y="9275"/>
                  <a:pt x="1885" y="9275"/>
                </a:cubicBezTo>
                <a:close/>
                <a:moveTo>
                  <a:pt x="9438" y="9652"/>
                </a:moveTo>
                <a:cubicBezTo>
                  <a:pt x="9409" y="9652"/>
                  <a:pt x="9380" y="9658"/>
                  <a:pt x="9352" y="9671"/>
                </a:cubicBezTo>
                <a:cubicBezTo>
                  <a:pt x="9081" y="9795"/>
                  <a:pt x="8810" y="9909"/>
                  <a:pt x="8547" y="10006"/>
                </a:cubicBezTo>
                <a:cubicBezTo>
                  <a:pt x="8439" y="10047"/>
                  <a:pt x="8384" y="10165"/>
                  <a:pt x="8425" y="10272"/>
                </a:cubicBezTo>
                <a:cubicBezTo>
                  <a:pt x="8455" y="10355"/>
                  <a:pt x="8535" y="10406"/>
                  <a:pt x="8618" y="10406"/>
                </a:cubicBezTo>
                <a:cubicBezTo>
                  <a:pt x="8643" y="10406"/>
                  <a:pt x="8668" y="10403"/>
                  <a:pt x="8691" y="10394"/>
                </a:cubicBezTo>
                <a:cubicBezTo>
                  <a:pt x="8964" y="10291"/>
                  <a:pt x="9244" y="10176"/>
                  <a:pt x="9524" y="10047"/>
                </a:cubicBezTo>
                <a:cubicBezTo>
                  <a:pt x="9628" y="9999"/>
                  <a:pt x="9674" y="9877"/>
                  <a:pt x="9627" y="9774"/>
                </a:cubicBezTo>
                <a:cubicBezTo>
                  <a:pt x="9592" y="9697"/>
                  <a:pt x="9517" y="9652"/>
                  <a:pt x="9438" y="9652"/>
                </a:cubicBezTo>
                <a:close/>
                <a:moveTo>
                  <a:pt x="3417" y="10162"/>
                </a:moveTo>
                <a:cubicBezTo>
                  <a:pt x="3335" y="10162"/>
                  <a:pt x="3257" y="10211"/>
                  <a:pt x="3224" y="10293"/>
                </a:cubicBezTo>
                <a:cubicBezTo>
                  <a:pt x="3181" y="10399"/>
                  <a:pt x="3235" y="10520"/>
                  <a:pt x="3341" y="10561"/>
                </a:cubicBezTo>
                <a:cubicBezTo>
                  <a:pt x="3626" y="10674"/>
                  <a:pt x="3920" y="10766"/>
                  <a:pt x="4216" y="10835"/>
                </a:cubicBezTo>
                <a:cubicBezTo>
                  <a:pt x="4232" y="10839"/>
                  <a:pt x="4248" y="10841"/>
                  <a:pt x="4264" y="10841"/>
                </a:cubicBezTo>
                <a:cubicBezTo>
                  <a:pt x="4358" y="10841"/>
                  <a:pt x="4443" y="10775"/>
                  <a:pt x="4464" y="10681"/>
                </a:cubicBezTo>
                <a:cubicBezTo>
                  <a:pt x="4491" y="10570"/>
                  <a:pt x="4422" y="10458"/>
                  <a:pt x="4310" y="10433"/>
                </a:cubicBezTo>
                <a:cubicBezTo>
                  <a:pt x="4034" y="10367"/>
                  <a:pt x="3759" y="10282"/>
                  <a:pt x="3492" y="10176"/>
                </a:cubicBezTo>
                <a:cubicBezTo>
                  <a:pt x="3467" y="10167"/>
                  <a:pt x="3442" y="10162"/>
                  <a:pt x="3417" y="10162"/>
                </a:cubicBezTo>
                <a:close/>
                <a:moveTo>
                  <a:pt x="7775" y="10268"/>
                </a:moveTo>
                <a:cubicBezTo>
                  <a:pt x="7757" y="10268"/>
                  <a:pt x="7738" y="10270"/>
                  <a:pt x="7720" y="10275"/>
                </a:cubicBezTo>
                <a:cubicBezTo>
                  <a:pt x="7434" y="10355"/>
                  <a:pt x="7151" y="10419"/>
                  <a:pt x="6874" y="10467"/>
                </a:cubicBezTo>
                <a:cubicBezTo>
                  <a:pt x="6761" y="10486"/>
                  <a:pt x="6685" y="10593"/>
                  <a:pt x="6704" y="10706"/>
                </a:cubicBezTo>
                <a:cubicBezTo>
                  <a:pt x="6722" y="10805"/>
                  <a:pt x="6811" y="10878"/>
                  <a:pt x="6908" y="10878"/>
                </a:cubicBezTo>
                <a:cubicBezTo>
                  <a:pt x="6921" y="10878"/>
                  <a:pt x="6931" y="10876"/>
                  <a:pt x="6944" y="10874"/>
                </a:cubicBezTo>
                <a:cubicBezTo>
                  <a:pt x="7234" y="10825"/>
                  <a:pt x="7532" y="10757"/>
                  <a:pt x="7830" y="10674"/>
                </a:cubicBezTo>
                <a:cubicBezTo>
                  <a:pt x="7939" y="10644"/>
                  <a:pt x="8005" y="10529"/>
                  <a:pt x="7973" y="10419"/>
                </a:cubicBezTo>
                <a:cubicBezTo>
                  <a:pt x="7948" y="10327"/>
                  <a:pt x="7865" y="10268"/>
                  <a:pt x="7775" y="10268"/>
                </a:cubicBezTo>
                <a:close/>
                <a:moveTo>
                  <a:pt x="5139" y="10562"/>
                </a:moveTo>
                <a:cubicBezTo>
                  <a:pt x="5033" y="10562"/>
                  <a:pt x="4942" y="10644"/>
                  <a:pt x="4934" y="10752"/>
                </a:cubicBezTo>
                <a:cubicBezTo>
                  <a:pt x="4925" y="10867"/>
                  <a:pt x="5012" y="10966"/>
                  <a:pt x="5125" y="10974"/>
                </a:cubicBezTo>
                <a:cubicBezTo>
                  <a:pt x="5189" y="10979"/>
                  <a:pt x="5253" y="10982"/>
                  <a:pt x="5317" y="10986"/>
                </a:cubicBezTo>
                <a:cubicBezTo>
                  <a:pt x="5412" y="10989"/>
                  <a:pt x="5512" y="10991"/>
                  <a:pt x="5607" y="10991"/>
                </a:cubicBezTo>
                <a:lnTo>
                  <a:pt x="5609" y="10991"/>
                </a:lnTo>
                <a:cubicBezTo>
                  <a:pt x="5751" y="10991"/>
                  <a:pt x="5896" y="10988"/>
                  <a:pt x="6040" y="10979"/>
                </a:cubicBezTo>
                <a:cubicBezTo>
                  <a:pt x="6153" y="10972"/>
                  <a:pt x="6240" y="10874"/>
                  <a:pt x="6233" y="10761"/>
                </a:cubicBezTo>
                <a:cubicBezTo>
                  <a:pt x="6228" y="10650"/>
                  <a:pt x="6136" y="10566"/>
                  <a:pt x="6028" y="10566"/>
                </a:cubicBezTo>
                <a:cubicBezTo>
                  <a:pt x="6024" y="10566"/>
                  <a:pt x="6019" y="10566"/>
                  <a:pt x="6015" y="10566"/>
                </a:cubicBezTo>
                <a:cubicBezTo>
                  <a:pt x="5880" y="10573"/>
                  <a:pt x="5742" y="10578"/>
                  <a:pt x="5609" y="10578"/>
                </a:cubicBezTo>
                <a:lnTo>
                  <a:pt x="5607" y="10578"/>
                </a:lnTo>
                <a:cubicBezTo>
                  <a:pt x="5517" y="10578"/>
                  <a:pt x="5423" y="10577"/>
                  <a:pt x="5333" y="10571"/>
                </a:cubicBezTo>
                <a:cubicBezTo>
                  <a:pt x="5274" y="10570"/>
                  <a:pt x="5214" y="10566"/>
                  <a:pt x="5156" y="10562"/>
                </a:cubicBezTo>
                <a:cubicBezTo>
                  <a:pt x="5150" y="10562"/>
                  <a:pt x="5145" y="10562"/>
                  <a:pt x="5139" y="10562"/>
                </a:cubicBezTo>
                <a:close/>
                <a:moveTo>
                  <a:pt x="14381" y="9724"/>
                </a:moveTo>
                <a:cubicBezTo>
                  <a:pt x="14279" y="9724"/>
                  <a:pt x="14190" y="9799"/>
                  <a:pt x="14175" y="9903"/>
                </a:cubicBezTo>
                <a:cubicBezTo>
                  <a:pt x="14136" y="10189"/>
                  <a:pt x="14083" y="10476"/>
                  <a:pt x="14020" y="10759"/>
                </a:cubicBezTo>
                <a:cubicBezTo>
                  <a:pt x="13995" y="10871"/>
                  <a:pt x="14064" y="10981"/>
                  <a:pt x="14175" y="11007"/>
                </a:cubicBezTo>
                <a:cubicBezTo>
                  <a:pt x="14191" y="11009"/>
                  <a:pt x="14207" y="11011"/>
                  <a:pt x="14222" y="11011"/>
                </a:cubicBezTo>
                <a:cubicBezTo>
                  <a:pt x="14315" y="11011"/>
                  <a:pt x="14402" y="10947"/>
                  <a:pt x="14424" y="10851"/>
                </a:cubicBezTo>
                <a:cubicBezTo>
                  <a:pt x="14491" y="10555"/>
                  <a:pt x="14544" y="10256"/>
                  <a:pt x="14585" y="9960"/>
                </a:cubicBezTo>
                <a:cubicBezTo>
                  <a:pt x="14601" y="9846"/>
                  <a:pt x="14521" y="9742"/>
                  <a:pt x="14408" y="9726"/>
                </a:cubicBezTo>
                <a:cubicBezTo>
                  <a:pt x="14399" y="9725"/>
                  <a:pt x="14390" y="9724"/>
                  <a:pt x="14381" y="9724"/>
                </a:cubicBezTo>
                <a:close/>
                <a:moveTo>
                  <a:pt x="13988" y="11454"/>
                </a:moveTo>
                <a:cubicBezTo>
                  <a:pt x="13901" y="11454"/>
                  <a:pt x="13819" y="11511"/>
                  <a:pt x="13791" y="11599"/>
                </a:cubicBezTo>
                <a:cubicBezTo>
                  <a:pt x="13704" y="11872"/>
                  <a:pt x="13605" y="12148"/>
                  <a:pt x="13495" y="12418"/>
                </a:cubicBezTo>
                <a:cubicBezTo>
                  <a:pt x="13451" y="12522"/>
                  <a:pt x="13502" y="12643"/>
                  <a:pt x="13608" y="12687"/>
                </a:cubicBezTo>
                <a:cubicBezTo>
                  <a:pt x="13633" y="12698"/>
                  <a:pt x="13660" y="12703"/>
                  <a:pt x="13686" y="12703"/>
                </a:cubicBezTo>
                <a:cubicBezTo>
                  <a:pt x="13768" y="12703"/>
                  <a:pt x="13844" y="12653"/>
                  <a:pt x="13878" y="12574"/>
                </a:cubicBezTo>
                <a:cubicBezTo>
                  <a:pt x="13991" y="12294"/>
                  <a:pt x="14096" y="12008"/>
                  <a:pt x="14186" y="11723"/>
                </a:cubicBezTo>
                <a:cubicBezTo>
                  <a:pt x="14220" y="11615"/>
                  <a:pt x="14160" y="11498"/>
                  <a:pt x="14051" y="11464"/>
                </a:cubicBezTo>
                <a:cubicBezTo>
                  <a:pt x="14030" y="11458"/>
                  <a:pt x="14009" y="11454"/>
                  <a:pt x="13988" y="11454"/>
                </a:cubicBezTo>
                <a:close/>
                <a:moveTo>
                  <a:pt x="13317" y="13096"/>
                </a:moveTo>
                <a:cubicBezTo>
                  <a:pt x="13242" y="13096"/>
                  <a:pt x="13168" y="13137"/>
                  <a:pt x="13132" y="13210"/>
                </a:cubicBezTo>
                <a:cubicBezTo>
                  <a:pt x="13002" y="13467"/>
                  <a:pt x="12861" y="13724"/>
                  <a:pt x="12710" y="13972"/>
                </a:cubicBezTo>
                <a:cubicBezTo>
                  <a:pt x="12650" y="14069"/>
                  <a:pt x="12682" y="14197"/>
                  <a:pt x="12779" y="14255"/>
                </a:cubicBezTo>
                <a:cubicBezTo>
                  <a:pt x="12813" y="14277"/>
                  <a:pt x="12850" y="14286"/>
                  <a:pt x="12885" y="14286"/>
                </a:cubicBezTo>
                <a:cubicBezTo>
                  <a:pt x="12956" y="14286"/>
                  <a:pt x="13024" y="14250"/>
                  <a:pt x="13063" y="14186"/>
                </a:cubicBezTo>
                <a:cubicBezTo>
                  <a:pt x="13219" y="13929"/>
                  <a:pt x="13367" y="13664"/>
                  <a:pt x="13502" y="13396"/>
                </a:cubicBezTo>
                <a:cubicBezTo>
                  <a:pt x="13553" y="13295"/>
                  <a:pt x="13513" y="13169"/>
                  <a:pt x="13410" y="13118"/>
                </a:cubicBezTo>
                <a:cubicBezTo>
                  <a:pt x="13380" y="13103"/>
                  <a:pt x="13349" y="13096"/>
                  <a:pt x="13317" y="13096"/>
                </a:cubicBezTo>
                <a:close/>
                <a:moveTo>
                  <a:pt x="12397" y="14613"/>
                </a:moveTo>
                <a:cubicBezTo>
                  <a:pt x="12333" y="14613"/>
                  <a:pt x="12269" y="14643"/>
                  <a:pt x="12230" y="14700"/>
                </a:cubicBezTo>
                <a:cubicBezTo>
                  <a:pt x="12061" y="14936"/>
                  <a:pt x="11881" y="15168"/>
                  <a:pt x="11695" y="15390"/>
                </a:cubicBezTo>
                <a:cubicBezTo>
                  <a:pt x="11622" y="15476"/>
                  <a:pt x="11633" y="15608"/>
                  <a:pt x="11721" y="15680"/>
                </a:cubicBezTo>
                <a:cubicBezTo>
                  <a:pt x="11760" y="15714"/>
                  <a:pt x="11806" y="15728"/>
                  <a:pt x="11854" y="15728"/>
                </a:cubicBezTo>
                <a:cubicBezTo>
                  <a:pt x="11913" y="15728"/>
                  <a:pt x="11971" y="15703"/>
                  <a:pt x="12012" y="15655"/>
                </a:cubicBezTo>
                <a:cubicBezTo>
                  <a:pt x="12205" y="15425"/>
                  <a:pt x="12391" y="15184"/>
                  <a:pt x="12565" y="14941"/>
                </a:cubicBezTo>
                <a:cubicBezTo>
                  <a:pt x="12632" y="14847"/>
                  <a:pt x="12611" y="14718"/>
                  <a:pt x="12517" y="14652"/>
                </a:cubicBezTo>
                <a:cubicBezTo>
                  <a:pt x="12480" y="14626"/>
                  <a:pt x="12438" y="14613"/>
                  <a:pt x="12397" y="14613"/>
                </a:cubicBezTo>
                <a:close/>
                <a:moveTo>
                  <a:pt x="11258" y="15974"/>
                </a:moveTo>
                <a:cubicBezTo>
                  <a:pt x="11204" y="15974"/>
                  <a:pt x="11150" y="15995"/>
                  <a:pt x="11110" y="16036"/>
                </a:cubicBezTo>
                <a:cubicBezTo>
                  <a:pt x="10908" y="16246"/>
                  <a:pt x="10695" y="16448"/>
                  <a:pt x="10479" y="16639"/>
                </a:cubicBezTo>
                <a:cubicBezTo>
                  <a:pt x="10394" y="16713"/>
                  <a:pt x="10385" y="16844"/>
                  <a:pt x="10461" y="16930"/>
                </a:cubicBezTo>
                <a:cubicBezTo>
                  <a:pt x="10502" y="16977"/>
                  <a:pt x="10559" y="17000"/>
                  <a:pt x="10615" y="17000"/>
                </a:cubicBezTo>
                <a:cubicBezTo>
                  <a:pt x="10665" y="17000"/>
                  <a:pt x="10713" y="16983"/>
                  <a:pt x="10752" y="16949"/>
                </a:cubicBezTo>
                <a:cubicBezTo>
                  <a:pt x="10977" y="16751"/>
                  <a:pt x="11197" y="16541"/>
                  <a:pt x="11407" y="16325"/>
                </a:cubicBezTo>
                <a:cubicBezTo>
                  <a:pt x="11487" y="16244"/>
                  <a:pt x="11485" y="16113"/>
                  <a:pt x="11402" y="16033"/>
                </a:cubicBezTo>
                <a:cubicBezTo>
                  <a:pt x="11362" y="15994"/>
                  <a:pt x="11310" y="15974"/>
                  <a:pt x="11258" y="15974"/>
                </a:cubicBezTo>
                <a:close/>
                <a:moveTo>
                  <a:pt x="9928" y="17148"/>
                </a:moveTo>
                <a:cubicBezTo>
                  <a:pt x="9884" y="17148"/>
                  <a:pt x="9841" y="17162"/>
                  <a:pt x="9804" y="17190"/>
                </a:cubicBezTo>
                <a:cubicBezTo>
                  <a:pt x="9697" y="17270"/>
                  <a:pt x="9588" y="17350"/>
                  <a:pt x="9478" y="17426"/>
                </a:cubicBezTo>
                <a:cubicBezTo>
                  <a:pt x="9350" y="17514"/>
                  <a:pt x="9219" y="17603"/>
                  <a:pt x="9088" y="17688"/>
                </a:cubicBezTo>
                <a:cubicBezTo>
                  <a:pt x="8990" y="17748"/>
                  <a:pt x="8964" y="17876"/>
                  <a:pt x="9024" y="17973"/>
                </a:cubicBezTo>
                <a:cubicBezTo>
                  <a:pt x="9065" y="18034"/>
                  <a:pt x="9130" y="18067"/>
                  <a:pt x="9199" y="18067"/>
                </a:cubicBezTo>
                <a:cubicBezTo>
                  <a:pt x="9237" y="18067"/>
                  <a:pt x="9276" y="18057"/>
                  <a:pt x="9309" y="18035"/>
                </a:cubicBezTo>
                <a:cubicBezTo>
                  <a:pt x="9446" y="17948"/>
                  <a:pt x="9582" y="17856"/>
                  <a:pt x="9715" y="17764"/>
                </a:cubicBezTo>
                <a:cubicBezTo>
                  <a:pt x="9829" y="17686"/>
                  <a:pt x="9942" y="17603"/>
                  <a:pt x="10052" y="17520"/>
                </a:cubicBezTo>
                <a:cubicBezTo>
                  <a:pt x="10144" y="17451"/>
                  <a:pt x="10162" y="17321"/>
                  <a:pt x="10093" y="17231"/>
                </a:cubicBezTo>
                <a:cubicBezTo>
                  <a:pt x="10052" y="17176"/>
                  <a:pt x="9990" y="17148"/>
                  <a:pt x="9928" y="17148"/>
                </a:cubicBezTo>
                <a:close/>
                <a:moveTo>
                  <a:pt x="8434" y="18106"/>
                </a:moveTo>
                <a:cubicBezTo>
                  <a:pt x="8400" y="18106"/>
                  <a:pt x="8366" y="18114"/>
                  <a:pt x="8335" y="18131"/>
                </a:cubicBezTo>
                <a:cubicBezTo>
                  <a:pt x="8081" y="18269"/>
                  <a:pt x="7819" y="18399"/>
                  <a:pt x="7553" y="18521"/>
                </a:cubicBezTo>
                <a:cubicBezTo>
                  <a:pt x="7450" y="18567"/>
                  <a:pt x="7404" y="18691"/>
                  <a:pt x="7450" y="18794"/>
                </a:cubicBezTo>
                <a:cubicBezTo>
                  <a:pt x="7486" y="18870"/>
                  <a:pt x="7560" y="18916"/>
                  <a:pt x="7640" y="18916"/>
                </a:cubicBezTo>
                <a:cubicBezTo>
                  <a:pt x="7668" y="18916"/>
                  <a:pt x="7697" y="18909"/>
                  <a:pt x="7725" y="18897"/>
                </a:cubicBezTo>
                <a:cubicBezTo>
                  <a:pt x="8000" y="18773"/>
                  <a:pt x="8271" y="18636"/>
                  <a:pt x="8533" y="18494"/>
                </a:cubicBezTo>
                <a:cubicBezTo>
                  <a:pt x="8632" y="18439"/>
                  <a:pt x="8670" y="18314"/>
                  <a:pt x="8616" y="18214"/>
                </a:cubicBezTo>
                <a:cubicBezTo>
                  <a:pt x="8579" y="18145"/>
                  <a:pt x="8508" y="18106"/>
                  <a:pt x="8434" y="18106"/>
                </a:cubicBezTo>
                <a:close/>
                <a:moveTo>
                  <a:pt x="6820" y="18842"/>
                </a:moveTo>
                <a:cubicBezTo>
                  <a:pt x="6796" y="18842"/>
                  <a:pt x="6771" y="18847"/>
                  <a:pt x="6747" y="18856"/>
                </a:cubicBezTo>
                <a:cubicBezTo>
                  <a:pt x="6476" y="18957"/>
                  <a:pt x="6198" y="19051"/>
                  <a:pt x="5919" y="19136"/>
                </a:cubicBezTo>
                <a:cubicBezTo>
                  <a:pt x="5809" y="19168"/>
                  <a:pt x="5747" y="19283"/>
                  <a:pt x="5781" y="19393"/>
                </a:cubicBezTo>
                <a:cubicBezTo>
                  <a:pt x="5808" y="19483"/>
                  <a:pt x="5889" y="19540"/>
                  <a:pt x="5978" y="19540"/>
                </a:cubicBezTo>
                <a:cubicBezTo>
                  <a:pt x="5997" y="19540"/>
                  <a:pt x="6019" y="19536"/>
                  <a:pt x="6038" y="19531"/>
                </a:cubicBezTo>
                <a:cubicBezTo>
                  <a:pt x="6327" y="19444"/>
                  <a:pt x="6614" y="19347"/>
                  <a:pt x="6892" y="19242"/>
                </a:cubicBezTo>
                <a:cubicBezTo>
                  <a:pt x="6998" y="19201"/>
                  <a:pt x="7053" y="19083"/>
                  <a:pt x="7013" y="18976"/>
                </a:cubicBezTo>
                <a:cubicBezTo>
                  <a:pt x="6981" y="18893"/>
                  <a:pt x="6903" y="18842"/>
                  <a:pt x="6820" y="18842"/>
                </a:cubicBezTo>
                <a:close/>
                <a:moveTo>
                  <a:pt x="5120" y="19356"/>
                </a:moveTo>
                <a:cubicBezTo>
                  <a:pt x="5105" y="19356"/>
                  <a:pt x="5089" y="19357"/>
                  <a:pt x="5074" y="19361"/>
                </a:cubicBezTo>
                <a:cubicBezTo>
                  <a:pt x="4792" y="19426"/>
                  <a:pt x="4503" y="19485"/>
                  <a:pt x="4216" y="19535"/>
                </a:cubicBezTo>
                <a:cubicBezTo>
                  <a:pt x="4103" y="19552"/>
                  <a:pt x="4027" y="19660"/>
                  <a:pt x="4046" y="19772"/>
                </a:cubicBezTo>
                <a:cubicBezTo>
                  <a:pt x="4064" y="19873"/>
                  <a:pt x="4151" y="19944"/>
                  <a:pt x="4250" y="19944"/>
                </a:cubicBezTo>
                <a:cubicBezTo>
                  <a:pt x="4262" y="19944"/>
                  <a:pt x="4273" y="19944"/>
                  <a:pt x="4285" y="19942"/>
                </a:cubicBezTo>
                <a:cubicBezTo>
                  <a:pt x="4581" y="19892"/>
                  <a:pt x="4877" y="19832"/>
                  <a:pt x="5168" y="19765"/>
                </a:cubicBezTo>
                <a:cubicBezTo>
                  <a:pt x="5280" y="19738"/>
                  <a:pt x="5349" y="19627"/>
                  <a:pt x="5322" y="19515"/>
                </a:cubicBezTo>
                <a:cubicBezTo>
                  <a:pt x="5299" y="19420"/>
                  <a:pt x="5214" y="19356"/>
                  <a:pt x="5120" y="19356"/>
                </a:cubicBezTo>
                <a:close/>
                <a:moveTo>
                  <a:pt x="3371" y="19652"/>
                </a:moveTo>
                <a:cubicBezTo>
                  <a:pt x="3363" y="19652"/>
                  <a:pt x="3356" y="19652"/>
                  <a:pt x="3348" y="19653"/>
                </a:cubicBezTo>
                <a:cubicBezTo>
                  <a:pt x="3061" y="19685"/>
                  <a:pt x="2767" y="19706"/>
                  <a:pt x="2476" y="19721"/>
                </a:cubicBezTo>
                <a:cubicBezTo>
                  <a:pt x="2361" y="19726"/>
                  <a:pt x="2274" y="19823"/>
                  <a:pt x="2279" y="19937"/>
                </a:cubicBezTo>
                <a:cubicBezTo>
                  <a:pt x="2285" y="20048"/>
                  <a:pt x="2375" y="20133"/>
                  <a:pt x="2485" y="20133"/>
                </a:cubicBezTo>
                <a:lnTo>
                  <a:pt x="2496" y="20133"/>
                </a:lnTo>
                <a:cubicBezTo>
                  <a:pt x="2795" y="20119"/>
                  <a:pt x="3096" y="20096"/>
                  <a:pt x="3392" y="20064"/>
                </a:cubicBezTo>
                <a:cubicBezTo>
                  <a:pt x="3506" y="20052"/>
                  <a:pt x="3589" y="19951"/>
                  <a:pt x="3577" y="19838"/>
                </a:cubicBezTo>
                <a:cubicBezTo>
                  <a:pt x="3565" y="19732"/>
                  <a:pt x="3476" y="19652"/>
                  <a:pt x="3371" y="19652"/>
                </a:cubicBezTo>
                <a:close/>
                <a:moveTo>
                  <a:pt x="712" y="19699"/>
                </a:moveTo>
                <a:cubicBezTo>
                  <a:pt x="604" y="19699"/>
                  <a:pt x="512" y="19782"/>
                  <a:pt x="504" y="19891"/>
                </a:cubicBezTo>
                <a:cubicBezTo>
                  <a:pt x="497" y="20006"/>
                  <a:pt x="582" y="20103"/>
                  <a:pt x="697" y="20112"/>
                </a:cubicBezTo>
                <a:cubicBezTo>
                  <a:pt x="995" y="20133"/>
                  <a:pt x="1296" y="20146"/>
                  <a:pt x="1595" y="20149"/>
                </a:cubicBezTo>
                <a:lnTo>
                  <a:pt x="1597" y="20149"/>
                </a:lnTo>
                <a:cubicBezTo>
                  <a:pt x="1711" y="20149"/>
                  <a:pt x="1803" y="20059"/>
                  <a:pt x="1804" y="19946"/>
                </a:cubicBezTo>
                <a:cubicBezTo>
                  <a:pt x="1806" y="19830"/>
                  <a:pt x="1714" y="19737"/>
                  <a:pt x="1601" y="19737"/>
                </a:cubicBezTo>
                <a:cubicBezTo>
                  <a:pt x="1310" y="19733"/>
                  <a:pt x="1016" y="19721"/>
                  <a:pt x="725" y="19699"/>
                </a:cubicBezTo>
                <a:cubicBezTo>
                  <a:pt x="721" y="19699"/>
                  <a:pt x="716" y="19699"/>
                  <a:pt x="712" y="196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5142166" y="3786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94810" y="128672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1124241" y="7302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736" name="Google Shape;2736;p51"/>
          <p:cNvSpPr/>
          <p:nvPr/>
        </p:nvSpPr>
        <p:spPr>
          <a:xfrm>
            <a:off x="915966" y="37996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1360428" y="4223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1" name="Shape 2741"/>
        <p:cNvGrpSpPr/>
        <p:nvPr/>
      </p:nvGrpSpPr>
      <p:grpSpPr>
        <a:xfrm>
          <a:off x="0" y="0"/>
          <a:ext cx="0" cy="0"/>
          <a:chOff x="0" y="0"/>
          <a:chExt cx="0" cy="0"/>
        </a:xfrm>
      </p:grpSpPr>
      <p:sp>
        <p:nvSpPr>
          <p:cNvPr id="2742" name="Google Shape;2742;p52"/>
          <p:cNvSpPr txBox="1"/>
          <p:nvPr>
            <p:ph idx="1" type="subTitle"/>
          </p:nvPr>
        </p:nvSpPr>
        <p:spPr>
          <a:xfrm>
            <a:off x="2223600" y="1361146"/>
            <a:ext cx="4696800" cy="38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2743" name="Google Shape;2743;p52"/>
          <p:cNvSpPr txBox="1"/>
          <p:nvPr>
            <p:ph type="title"/>
          </p:nvPr>
        </p:nvSpPr>
        <p:spPr>
          <a:xfrm>
            <a:off x="2223600" y="628312"/>
            <a:ext cx="46968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2744" name="Google Shape;2744;p52"/>
          <p:cNvSpPr txBox="1"/>
          <p:nvPr>
            <p:ph idx="2" type="title"/>
          </p:nvPr>
        </p:nvSpPr>
        <p:spPr>
          <a:xfrm>
            <a:off x="2223600" y="1980568"/>
            <a:ext cx="46968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2745" name="Google Shape;2745;p52"/>
          <p:cNvSpPr txBox="1"/>
          <p:nvPr>
            <p:ph idx="3" type="subTitle"/>
          </p:nvPr>
        </p:nvSpPr>
        <p:spPr>
          <a:xfrm>
            <a:off x="2223600" y="2714971"/>
            <a:ext cx="4696800" cy="38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2746" name="Google Shape;2746;p52"/>
          <p:cNvSpPr txBox="1"/>
          <p:nvPr>
            <p:ph idx="4" type="title"/>
          </p:nvPr>
        </p:nvSpPr>
        <p:spPr>
          <a:xfrm>
            <a:off x="2223600" y="3332824"/>
            <a:ext cx="46968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747" name="Google Shape;2747;p52"/>
          <p:cNvSpPr txBox="1"/>
          <p:nvPr>
            <p:ph idx="5" type="subTitle"/>
          </p:nvPr>
        </p:nvSpPr>
        <p:spPr>
          <a:xfrm>
            <a:off x="2223600" y="4068796"/>
            <a:ext cx="4696800" cy="38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2748" name="Google Shape;2748;p52"/>
          <p:cNvGrpSpPr/>
          <p:nvPr/>
        </p:nvGrpSpPr>
        <p:grpSpPr>
          <a:xfrm flipH="1" rot="-411199">
            <a:off x="819282" y="2517933"/>
            <a:ext cx="878509" cy="1830278"/>
            <a:chOff x="503795" y="323625"/>
            <a:chExt cx="502785" cy="1047439"/>
          </a:xfrm>
        </p:grpSpPr>
        <p:sp>
          <p:nvSpPr>
            <p:cNvPr id="2749" name="Google Shape;2749;p52"/>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2"/>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2"/>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2"/>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2"/>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2"/>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2"/>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2"/>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2"/>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2"/>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2"/>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2"/>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2"/>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2" name="Google Shape;2762;p52"/>
          <p:cNvSpPr/>
          <p:nvPr/>
        </p:nvSpPr>
        <p:spPr>
          <a:xfrm>
            <a:off x="6989397" y="83367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2"/>
          <p:cNvSpPr/>
          <p:nvPr/>
        </p:nvSpPr>
        <p:spPr>
          <a:xfrm>
            <a:off x="8147166" y="6919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764" name="Google Shape;2764;p52"/>
          <p:cNvSpPr/>
          <p:nvPr/>
        </p:nvSpPr>
        <p:spPr>
          <a:xfrm>
            <a:off x="1760728" y="3275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2"/>
          <p:cNvSpPr/>
          <p:nvPr/>
        </p:nvSpPr>
        <p:spPr>
          <a:xfrm>
            <a:off x="916603" y="22214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2"/>
          <p:cNvSpPr/>
          <p:nvPr/>
        </p:nvSpPr>
        <p:spPr>
          <a:xfrm>
            <a:off x="1420653" y="39149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0" name="Shape 2770"/>
        <p:cNvGrpSpPr/>
        <p:nvPr/>
      </p:nvGrpSpPr>
      <p:grpSpPr>
        <a:xfrm>
          <a:off x="0" y="0"/>
          <a:ext cx="0" cy="0"/>
          <a:chOff x="0" y="0"/>
          <a:chExt cx="0" cy="0"/>
        </a:xfrm>
      </p:grpSpPr>
      <p:sp>
        <p:nvSpPr>
          <p:cNvPr id="2771" name="Google Shape;277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to </a:t>
            </a:r>
            <a:r>
              <a:rPr lang="en">
                <a:highlight>
                  <a:schemeClr val="dk2"/>
                </a:highlight>
              </a:rPr>
              <a:t>divide the content?</a:t>
            </a:r>
            <a:endParaRPr>
              <a:highlight>
                <a:schemeClr val="dk2"/>
              </a:highlight>
            </a:endParaRPr>
          </a:p>
        </p:txBody>
      </p:sp>
      <p:sp>
        <p:nvSpPr>
          <p:cNvPr id="2772" name="Google Shape;2772;p53"/>
          <p:cNvSpPr txBox="1"/>
          <p:nvPr>
            <p:ph idx="1" type="subTitle"/>
          </p:nvPr>
        </p:nvSpPr>
        <p:spPr>
          <a:xfrm>
            <a:off x="5761275" y="3285625"/>
            <a:ext cx="2640000" cy="1182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hot and has a poisonous atmosphere</a:t>
            </a:r>
            <a:endParaRPr/>
          </a:p>
          <a:p>
            <a:pPr indent="0" lvl="0" marL="0" rtl="0" algn="ctr">
              <a:spcBef>
                <a:spcPts val="0"/>
              </a:spcBef>
              <a:spcAft>
                <a:spcPts val="0"/>
              </a:spcAft>
              <a:buNone/>
            </a:pPr>
            <a:r>
              <a:t/>
            </a:r>
            <a:endParaRPr/>
          </a:p>
        </p:txBody>
      </p:sp>
      <p:sp>
        <p:nvSpPr>
          <p:cNvPr id="2773" name="Google Shape;2773;p53"/>
          <p:cNvSpPr txBox="1"/>
          <p:nvPr>
            <p:ph idx="2" type="subTitle"/>
          </p:nvPr>
        </p:nvSpPr>
        <p:spPr>
          <a:xfrm>
            <a:off x="742700" y="2142625"/>
            <a:ext cx="2640000" cy="118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a bit larger than the Moon</a:t>
            </a:r>
            <a:endParaRPr/>
          </a:p>
        </p:txBody>
      </p:sp>
      <p:sp>
        <p:nvSpPr>
          <p:cNvPr id="2774" name="Google Shape;2774;p53"/>
          <p:cNvSpPr txBox="1"/>
          <p:nvPr>
            <p:ph idx="3" type="subTitle"/>
          </p:nvPr>
        </p:nvSpPr>
        <p:spPr>
          <a:xfrm>
            <a:off x="742711" y="1659925"/>
            <a:ext cx="26400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775" name="Google Shape;2775;p53"/>
          <p:cNvSpPr txBox="1"/>
          <p:nvPr>
            <p:ph idx="4" type="subTitle"/>
          </p:nvPr>
        </p:nvSpPr>
        <p:spPr>
          <a:xfrm>
            <a:off x="5761289" y="2802925"/>
            <a:ext cx="2640000" cy="55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grpSp>
        <p:nvGrpSpPr>
          <p:cNvPr id="2776" name="Google Shape;2776;p53"/>
          <p:cNvGrpSpPr/>
          <p:nvPr/>
        </p:nvGrpSpPr>
        <p:grpSpPr>
          <a:xfrm>
            <a:off x="3649478" y="1864838"/>
            <a:ext cx="1927424" cy="2612329"/>
            <a:chOff x="2522614" y="409334"/>
            <a:chExt cx="595325" cy="806847"/>
          </a:xfrm>
        </p:grpSpPr>
        <p:sp>
          <p:nvSpPr>
            <p:cNvPr id="2777" name="Google Shape;2777;p53"/>
            <p:cNvSpPr/>
            <p:nvPr/>
          </p:nvSpPr>
          <p:spPr>
            <a:xfrm>
              <a:off x="2522614" y="1034575"/>
              <a:ext cx="273609" cy="181606"/>
            </a:xfrm>
            <a:custGeom>
              <a:rect b="b" l="l" r="r" t="t"/>
              <a:pathLst>
                <a:path extrusionOk="0" h="3405" w="5130">
                  <a:moveTo>
                    <a:pt x="701" y="1"/>
                  </a:moveTo>
                  <a:cubicBezTo>
                    <a:pt x="579" y="1"/>
                    <a:pt x="456" y="57"/>
                    <a:pt x="375" y="193"/>
                  </a:cubicBezTo>
                  <a:cubicBezTo>
                    <a:pt x="79" y="682"/>
                    <a:pt x="1" y="1192"/>
                    <a:pt x="410" y="1644"/>
                  </a:cubicBezTo>
                  <a:cubicBezTo>
                    <a:pt x="800" y="2077"/>
                    <a:pt x="1378" y="2429"/>
                    <a:pt x="1879" y="2716"/>
                  </a:cubicBezTo>
                  <a:cubicBezTo>
                    <a:pt x="2405" y="3019"/>
                    <a:pt x="2985" y="3260"/>
                    <a:pt x="3587" y="3356"/>
                  </a:cubicBezTo>
                  <a:cubicBezTo>
                    <a:pt x="3744" y="3380"/>
                    <a:pt x="3913" y="3404"/>
                    <a:pt x="4080" y="3404"/>
                  </a:cubicBezTo>
                  <a:cubicBezTo>
                    <a:pt x="4223" y="3404"/>
                    <a:pt x="4364" y="3386"/>
                    <a:pt x="4493" y="3335"/>
                  </a:cubicBezTo>
                  <a:cubicBezTo>
                    <a:pt x="4798" y="3213"/>
                    <a:pt x="4883" y="2901"/>
                    <a:pt x="4998" y="2623"/>
                  </a:cubicBezTo>
                  <a:cubicBezTo>
                    <a:pt x="5130" y="2303"/>
                    <a:pt x="4850" y="2015"/>
                    <a:pt x="4598" y="2015"/>
                  </a:cubicBezTo>
                  <a:cubicBezTo>
                    <a:pt x="4480" y="2015"/>
                    <a:pt x="4369" y="2077"/>
                    <a:pt x="4307" y="2227"/>
                  </a:cubicBezTo>
                  <a:cubicBezTo>
                    <a:pt x="4233" y="2405"/>
                    <a:pt x="4233" y="2594"/>
                    <a:pt x="4031" y="2605"/>
                  </a:cubicBezTo>
                  <a:cubicBezTo>
                    <a:pt x="4013" y="2606"/>
                    <a:pt x="3995" y="2606"/>
                    <a:pt x="3976" y="2606"/>
                  </a:cubicBezTo>
                  <a:cubicBezTo>
                    <a:pt x="3782" y="2606"/>
                    <a:pt x="3574" y="2549"/>
                    <a:pt x="3391" y="2500"/>
                  </a:cubicBezTo>
                  <a:cubicBezTo>
                    <a:pt x="2996" y="2396"/>
                    <a:pt x="2627" y="2227"/>
                    <a:pt x="2273" y="2025"/>
                  </a:cubicBezTo>
                  <a:cubicBezTo>
                    <a:pt x="1932" y="1830"/>
                    <a:pt x="1608" y="1607"/>
                    <a:pt x="1300" y="1366"/>
                  </a:cubicBezTo>
                  <a:cubicBezTo>
                    <a:pt x="1186" y="1278"/>
                    <a:pt x="998" y="1164"/>
                    <a:pt x="935" y="1029"/>
                  </a:cubicBezTo>
                  <a:cubicBezTo>
                    <a:pt x="862" y="875"/>
                    <a:pt x="986" y="719"/>
                    <a:pt x="1066" y="586"/>
                  </a:cubicBezTo>
                  <a:cubicBezTo>
                    <a:pt x="1250" y="283"/>
                    <a:pt x="975" y="1"/>
                    <a:pt x="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3"/>
            <p:cNvSpPr/>
            <p:nvPr/>
          </p:nvSpPr>
          <p:spPr>
            <a:xfrm>
              <a:off x="2536907" y="1026362"/>
              <a:ext cx="257075" cy="157605"/>
            </a:xfrm>
            <a:custGeom>
              <a:rect b="b" l="l" r="r" t="t"/>
              <a:pathLst>
                <a:path extrusionOk="0" h="2955" w="4820">
                  <a:moveTo>
                    <a:pt x="1021" y="1"/>
                  </a:moveTo>
                  <a:cubicBezTo>
                    <a:pt x="987" y="1"/>
                    <a:pt x="955" y="6"/>
                    <a:pt x="927" y="14"/>
                  </a:cubicBezTo>
                  <a:cubicBezTo>
                    <a:pt x="888" y="11"/>
                    <a:pt x="849" y="9"/>
                    <a:pt x="810" y="9"/>
                  </a:cubicBezTo>
                  <a:cubicBezTo>
                    <a:pt x="684" y="9"/>
                    <a:pt x="564" y="28"/>
                    <a:pt x="456" y="72"/>
                  </a:cubicBezTo>
                  <a:cubicBezTo>
                    <a:pt x="39" y="242"/>
                    <a:pt x="0" y="696"/>
                    <a:pt x="277" y="1066"/>
                  </a:cubicBezTo>
                  <a:cubicBezTo>
                    <a:pt x="541" y="1419"/>
                    <a:pt x="948" y="1703"/>
                    <a:pt x="1326" y="1940"/>
                  </a:cubicBezTo>
                  <a:cubicBezTo>
                    <a:pt x="1721" y="2188"/>
                    <a:pt x="2146" y="2383"/>
                    <a:pt x="2581" y="2548"/>
                  </a:cubicBezTo>
                  <a:cubicBezTo>
                    <a:pt x="3032" y="2720"/>
                    <a:pt x="3511" y="2904"/>
                    <a:pt x="3984" y="2948"/>
                  </a:cubicBezTo>
                  <a:cubicBezTo>
                    <a:pt x="4027" y="2952"/>
                    <a:pt x="4070" y="2954"/>
                    <a:pt x="4112" y="2954"/>
                  </a:cubicBezTo>
                  <a:cubicBezTo>
                    <a:pt x="4485" y="2954"/>
                    <a:pt x="4819" y="2796"/>
                    <a:pt x="4778" y="2388"/>
                  </a:cubicBezTo>
                  <a:cubicBezTo>
                    <a:pt x="4737" y="1993"/>
                    <a:pt x="4301" y="1637"/>
                    <a:pt x="3984" y="1382"/>
                  </a:cubicBezTo>
                  <a:cubicBezTo>
                    <a:pt x="3156" y="717"/>
                    <a:pt x="2148" y="315"/>
                    <a:pt x="1147" y="21"/>
                  </a:cubicBezTo>
                  <a:cubicBezTo>
                    <a:pt x="1102" y="7"/>
                    <a:pt x="1060" y="1"/>
                    <a:pt x="1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3"/>
            <p:cNvSpPr/>
            <p:nvPr/>
          </p:nvSpPr>
          <p:spPr>
            <a:xfrm>
              <a:off x="2645497" y="409334"/>
              <a:ext cx="365025" cy="710316"/>
            </a:xfrm>
            <a:custGeom>
              <a:rect b="b" l="l" r="r" t="t"/>
              <a:pathLst>
                <a:path extrusionOk="0" h="13318" w="6844">
                  <a:moveTo>
                    <a:pt x="6323" y="1"/>
                  </a:moveTo>
                  <a:cubicBezTo>
                    <a:pt x="6185" y="1"/>
                    <a:pt x="6048" y="69"/>
                    <a:pt x="5976" y="233"/>
                  </a:cubicBezTo>
                  <a:cubicBezTo>
                    <a:pt x="4000" y="4689"/>
                    <a:pt x="2414" y="8460"/>
                    <a:pt x="156" y="12784"/>
                  </a:cubicBezTo>
                  <a:cubicBezTo>
                    <a:pt x="1" y="13082"/>
                    <a:pt x="263" y="13318"/>
                    <a:pt x="528" y="13318"/>
                  </a:cubicBezTo>
                  <a:cubicBezTo>
                    <a:pt x="668" y="13318"/>
                    <a:pt x="809" y="13252"/>
                    <a:pt x="890" y="13096"/>
                  </a:cubicBezTo>
                  <a:cubicBezTo>
                    <a:pt x="3146" y="8772"/>
                    <a:pt x="4732" y="5001"/>
                    <a:pt x="6708" y="546"/>
                  </a:cubicBezTo>
                  <a:cubicBezTo>
                    <a:pt x="6844" y="239"/>
                    <a:pt x="6581" y="1"/>
                    <a:pt x="63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3"/>
            <p:cNvSpPr/>
            <p:nvPr/>
          </p:nvSpPr>
          <p:spPr>
            <a:xfrm>
              <a:off x="2536801" y="450508"/>
              <a:ext cx="516496" cy="512283"/>
            </a:xfrm>
            <a:custGeom>
              <a:rect b="b" l="l" r="r" t="t"/>
              <a:pathLst>
                <a:path extrusionOk="0" h="9605" w="9684">
                  <a:moveTo>
                    <a:pt x="4815" y="0"/>
                  </a:moveTo>
                  <a:cubicBezTo>
                    <a:pt x="4769" y="0"/>
                    <a:pt x="4725" y="1"/>
                    <a:pt x="4681" y="3"/>
                  </a:cubicBezTo>
                  <a:cubicBezTo>
                    <a:pt x="4133" y="24"/>
                    <a:pt x="3674" y="161"/>
                    <a:pt x="3026" y="363"/>
                  </a:cubicBezTo>
                  <a:cubicBezTo>
                    <a:pt x="2620" y="488"/>
                    <a:pt x="2258" y="749"/>
                    <a:pt x="1914" y="990"/>
                  </a:cubicBezTo>
                  <a:cubicBezTo>
                    <a:pt x="1746" y="1107"/>
                    <a:pt x="1537" y="1355"/>
                    <a:pt x="1455" y="1436"/>
                  </a:cubicBezTo>
                  <a:cubicBezTo>
                    <a:pt x="1301" y="1591"/>
                    <a:pt x="1133" y="1720"/>
                    <a:pt x="1007" y="1894"/>
                  </a:cubicBezTo>
                  <a:cubicBezTo>
                    <a:pt x="702" y="2319"/>
                    <a:pt x="468" y="2727"/>
                    <a:pt x="305" y="3175"/>
                  </a:cubicBezTo>
                  <a:cubicBezTo>
                    <a:pt x="201" y="3462"/>
                    <a:pt x="125" y="3765"/>
                    <a:pt x="75" y="4100"/>
                  </a:cubicBezTo>
                  <a:cubicBezTo>
                    <a:pt x="66" y="4169"/>
                    <a:pt x="57" y="4238"/>
                    <a:pt x="52" y="4307"/>
                  </a:cubicBezTo>
                  <a:cubicBezTo>
                    <a:pt x="1" y="4819"/>
                    <a:pt x="36" y="5346"/>
                    <a:pt x="153" y="5851"/>
                  </a:cubicBezTo>
                  <a:cubicBezTo>
                    <a:pt x="211" y="6109"/>
                    <a:pt x="293" y="6361"/>
                    <a:pt x="394" y="6604"/>
                  </a:cubicBezTo>
                  <a:cubicBezTo>
                    <a:pt x="713" y="7369"/>
                    <a:pt x="1209" y="7995"/>
                    <a:pt x="1861" y="8504"/>
                  </a:cubicBezTo>
                  <a:cubicBezTo>
                    <a:pt x="2085" y="8693"/>
                    <a:pt x="2324" y="8849"/>
                    <a:pt x="2579" y="8971"/>
                  </a:cubicBezTo>
                  <a:cubicBezTo>
                    <a:pt x="2749" y="9072"/>
                    <a:pt x="2926" y="9163"/>
                    <a:pt x="3111" y="9244"/>
                  </a:cubicBezTo>
                  <a:cubicBezTo>
                    <a:pt x="3454" y="9340"/>
                    <a:pt x="3800" y="9437"/>
                    <a:pt x="4142" y="9533"/>
                  </a:cubicBezTo>
                  <a:cubicBezTo>
                    <a:pt x="4174" y="9542"/>
                    <a:pt x="4206" y="9551"/>
                    <a:pt x="4238" y="9560"/>
                  </a:cubicBezTo>
                  <a:cubicBezTo>
                    <a:pt x="4455" y="9590"/>
                    <a:pt x="4670" y="9605"/>
                    <a:pt x="4884" y="9605"/>
                  </a:cubicBezTo>
                  <a:cubicBezTo>
                    <a:pt x="5477" y="9605"/>
                    <a:pt x="6055" y="9489"/>
                    <a:pt x="6619" y="9258"/>
                  </a:cubicBezTo>
                  <a:cubicBezTo>
                    <a:pt x="6756" y="9219"/>
                    <a:pt x="6972" y="9085"/>
                    <a:pt x="7096" y="9003"/>
                  </a:cubicBezTo>
                  <a:cubicBezTo>
                    <a:pt x="7146" y="8970"/>
                    <a:pt x="7181" y="8945"/>
                    <a:pt x="7190" y="8939"/>
                  </a:cubicBezTo>
                  <a:cubicBezTo>
                    <a:pt x="7364" y="8840"/>
                    <a:pt x="7583" y="8743"/>
                    <a:pt x="7752" y="8606"/>
                  </a:cubicBezTo>
                  <a:lnTo>
                    <a:pt x="8569" y="7791"/>
                  </a:lnTo>
                  <a:cubicBezTo>
                    <a:pt x="8579" y="7781"/>
                    <a:pt x="8590" y="7770"/>
                    <a:pt x="8601" y="7758"/>
                  </a:cubicBezTo>
                  <a:cubicBezTo>
                    <a:pt x="8608" y="7749"/>
                    <a:pt x="8615" y="7738"/>
                    <a:pt x="8620" y="7729"/>
                  </a:cubicBezTo>
                  <a:cubicBezTo>
                    <a:pt x="8755" y="7506"/>
                    <a:pt x="8889" y="7283"/>
                    <a:pt x="9021" y="7058"/>
                  </a:cubicBezTo>
                  <a:cubicBezTo>
                    <a:pt x="9084" y="6946"/>
                    <a:pt x="9148" y="6836"/>
                    <a:pt x="9212" y="6724"/>
                  </a:cubicBezTo>
                  <a:cubicBezTo>
                    <a:pt x="9518" y="6076"/>
                    <a:pt x="9683" y="5135"/>
                    <a:pt x="9607" y="4382"/>
                  </a:cubicBezTo>
                  <a:cubicBezTo>
                    <a:pt x="9598" y="4298"/>
                    <a:pt x="9586" y="4217"/>
                    <a:pt x="9572" y="4139"/>
                  </a:cubicBezTo>
                  <a:cubicBezTo>
                    <a:pt x="9403" y="3232"/>
                    <a:pt x="9198" y="2602"/>
                    <a:pt x="8629" y="1864"/>
                  </a:cubicBezTo>
                  <a:cubicBezTo>
                    <a:pt x="8124" y="1210"/>
                    <a:pt x="7495" y="735"/>
                    <a:pt x="6743" y="400"/>
                  </a:cubicBezTo>
                  <a:cubicBezTo>
                    <a:pt x="6354" y="224"/>
                    <a:pt x="5928" y="113"/>
                    <a:pt x="5505" y="52"/>
                  </a:cubicBezTo>
                  <a:cubicBezTo>
                    <a:pt x="5250" y="17"/>
                    <a:pt x="5025" y="0"/>
                    <a:pt x="4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3"/>
            <p:cNvSpPr/>
            <p:nvPr/>
          </p:nvSpPr>
          <p:spPr>
            <a:xfrm>
              <a:off x="2863741" y="683314"/>
              <a:ext cx="189553" cy="143631"/>
            </a:xfrm>
            <a:custGeom>
              <a:rect b="b" l="l" r="r" t="t"/>
              <a:pathLst>
                <a:path extrusionOk="0" h="2693" w="3554">
                  <a:moveTo>
                    <a:pt x="3255" y="1"/>
                  </a:moveTo>
                  <a:cubicBezTo>
                    <a:pt x="3083" y="1"/>
                    <a:pt x="2910" y="31"/>
                    <a:pt x="2742" y="96"/>
                  </a:cubicBezTo>
                  <a:cubicBezTo>
                    <a:pt x="2380" y="236"/>
                    <a:pt x="2146" y="515"/>
                    <a:pt x="1746" y="564"/>
                  </a:cubicBezTo>
                  <a:cubicBezTo>
                    <a:pt x="1241" y="626"/>
                    <a:pt x="0" y="617"/>
                    <a:pt x="241" y="1470"/>
                  </a:cubicBezTo>
                  <a:cubicBezTo>
                    <a:pt x="445" y="2191"/>
                    <a:pt x="1499" y="1893"/>
                    <a:pt x="1990" y="2189"/>
                  </a:cubicBezTo>
                  <a:cubicBezTo>
                    <a:pt x="2295" y="2372"/>
                    <a:pt x="2527" y="2623"/>
                    <a:pt x="2891" y="2693"/>
                  </a:cubicBezTo>
                  <a:cubicBezTo>
                    <a:pt x="2954" y="2581"/>
                    <a:pt x="3018" y="2471"/>
                    <a:pt x="3082" y="2359"/>
                  </a:cubicBezTo>
                  <a:cubicBezTo>
                    <a:pt x="3388" y="1711"/>
                    <a:pt x="3553" y="770"/>
                    <a:pt x="3477" y="17"/>
                  </a:cubicBezTo>
                  <a:cubicBezTo>
                    <a:pt x="3403" y="6"/>
                    <a:pt x="3329" y="1"/>
                    <a:pt x="3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3"/>
            <p:cNvSpPr/>
            <p:nvPr/>
          </p:nvSpPr>
          <p:spPr>
            <a:xfrm>
              <a:off x="2553068" y="450615"/>
              <a:ext cx="265342" cy="229767"/>
            </a:xfrm>
            <a:custGeom>
              <a:rect b="b" l="l" r="r" t="t"/>
              <a:pathLst>
                <a:path extrusionOk="0" h="4308" w="4975">
                  <a:moveTo>
                    <a:pt x="4376" y="1"/>
                  </a:moveTo>
                  <a:cubicBezTo>
                    <a:pt x="3828" y="22"/>
                    <a:pt x="3369" y="159"/>
                    <a:pt x="2721" y="361"/>
                  </a:cubicBezTo>
                  <a:cubicBezTo>
                    <a:pt x="2315" y="486"/>
                    <a:pt x="1953" y="747"/>
                    <a:pt x="1609" y="988"/>
                  </a:cubicBezTo>
                  <a:cubicBezTo>
                    <a:pt x="1441" y="1105"/>
                    <a:pt x="1232" y="1353"/>
                    <a:pt x="1150" y="1434"/>
                  </a:cubicBezTo>
                  <a:cubicBezTo>
                    <a:pt x="996" y="1589"/>
                    <a:pt x="828" y="1718"/>
                    <a:pt x="702" y="1892"/>
                  </a:cubicBezTo>
                  <a:cubicBezTo>
                    <a:pt x="397" y="2317"/>
                    <a:pt x="163" y="2725"/>
                    <a:pt x="0" y="3173"/>
                  </a:cubicBezTo>
                  <a:cubicBezTo>
                    <a:pt x="78" y="3504"/>
                    <a:pt x="240" y="3804"/>
                    <a:pt x="505" y="4023"/>
                  </a:cubicBezTo>
                  <a:cubicBezTo>
                    <a:pt x="727" y="4206"/>
                    <a:pt x="997" y="4307"/>
                    <a:pt x="1270" y="4307"/>
                  </a:cubicBezTo>
                  <a:cubicBezTo>
                    <a:pt x="1446" y="4307"/>
                    <a:pt x="1623" y="4265"/>
                    <a:pt x="1788" y="4176"/>
                  </a:cubicBezTo>
                  <a:cubicBezTo>
                    <a:pt x="2236" y="3935"/>
                    <a:pt x="2454" y="3436"/>
                    <a:pt x="2996" y="3436"/>
                  </a:cubicBezTo>
                  <a:cubicBezTo>
                    <a:pt x="3020" y="3436"/>
                    <a:pt x="3044" y="3437"/>
                    <a:pt x="3070" y="3439"/>
                  </a:cubicBezTo>
                  <a:cubicBezTo>
                    <a:pt x="3314" y="3458"/>
                    <a:pt x="3559" y="3499"/>
                    <a:pt x="3800" y="3499"/>
                  </a:cubicBezTo>
                  <a:cubicBezTo>
                    <a:pt x="4025" y="3499"/>
                    <a:pt x="4246" y="3463"/>
                    <a:pt x="4457" y="3338"/>
                  </a:cubicBezTo>
                  <a:cubicBezTo>
                    <a:pt x="4886" y="3086"/>
                    <a:pt x="4975" y="2599"/>
                    <a:pt x="4877" y="2142"/>
                  </a:cubicBezTo>
                  <a:cubicBezTo>
                    <a:pt x="4805" y="1812"/>
                    <a:pt x="4626" y="1559"/>
                    <a:pt x="4503" y="1252"/>
                  </a:cubicBezTo>
                  <a:cubicBezTo>
                    <a:pt x="4393" y="975"/>
                    <a:pt x="4624" y="752"/>
                    <a:pt x="4565" y="460"/>
                  </a:cubicBezTo>
                  <a:cubicBezTo>
                    <a:pt x="4533" y="300"/>
                    <a:pt x="4466" y="143"/>
                    <a:pt x="4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2682351" y="774142"/>
              <a:ext cx="232967" cy="188646"/>
            </a:xfrm>
            <a:custGeom>
              <a:rect b="b" l="l" r="r" t="t"/>
              <a:pathLst>
                <a:path extrusionOk="0" h="3537" w="4368">
                  <a:moveTo>
                    <a:pt x="951" y="1"/>
                  </a:moveTo>
                  <a:cubicBezTo>
                    <a:pt x="716" y="1"/>
                    <a:pt x="489" y="81"/>
                    <a:pt x="328" y="291"/>
                  </a:cubicBezTo>
                  <a:cubicBezTo>
                    <a:pt x="1" y="718"/>
                    <a:pt x="270" y="1227"/>
                    <a:pt x="562" y="1580"/>
                  </a:cubicBezTo>
                  <a:cubicBezTo>
                    <a:pt x="747" y="1801"/>
                    <a:pt x="871" y="2005"/>
                    <a:pt x="950" y="2283"/>
                  </a:cubicBezTo>
                  <a:cubicBezTo>
                    <a:pt x="1032" y="2563"/>
                    <a:pt x="1080" y="2856"/>
                    <a:pt x="1202" y="3123"/>
                  </a:cubicBezTo>
                  <a:cubicBezTo>
                    <a:pt x="1261" y="3247"/>
                    <a:pt x="1330" y="3362"/>
                    <a:pt x="1413" y="3465"/>
                  </a:cubicBezTo>
                  <a:cubicBezTo>
                    <a:pt x="1445" y="3474"/>
                    <a:pt x="1477" y="3483"/>
                    <a:pt x="1509" y="3492"/>
                  </a:cubicBezTo>
                  <a:cubicBezTo>
                    <a:pt x="1726" y="3522"/>
                    <a:pt x="1941" y="3537"/>
                    <a:pt x="2155" y="3537"/>
                  </a:cubicBezTo>
                  <a:cubicBezTo>
                    <a:pt x="2748" y="3537"/>
                    <a:pt x="3326" y="3421"/>
                    <a:pt x="3890" y="3190"/>
                  </a:cubicBezTo>
                  <a:cubicBezTo>
                    <a:pt x="4027" y="3151"/>
                    <a:pt x="4243" y="3017"/>
                    <a:pt x="4367" y="2935"/>
                  </a:cubicBezTo>
                  <a:cubicBezTo>
                    <a:pt x="4277" y="2558"/>
                    <a:pt x="4239" y="2163"/>
                    <a:pt x="4016" y="1830"/>
                  </a:cubicBezTo>
                  <a:cubicBezTo>
                    <a:pt x="3873" y="1615"/>
                    <a:pt x="3676" y="1461"/>
                    <a:pt x="3433" y="1372"/>
                  </a:cubicBezTo>
                  <a:cubicBezTo>
                    <a:pt x="3196" y="1284"/>
                    <a:pt x="2946" y="1273"/>
                    <a:pt x="2742" y="1112"/>
                  </a:cubicBezTo>
                  <a:cubicBezTo>
                    <a:pt x="2528" y="943"/>
                    <a:pt x="2375" y="706"/>
                    <a:pt x="2161" y="536"/>
                  </a:cubicBezTo>
                  <a:cubicBezTo>
                    <a:pt x="1975" y="387"/>
                    <a:pt x="1764" y="259"/>
                    <a:pt x="1551" y="153"/>
                  </a:cubicBezTo>
                  <a:cubicBezTo>
                    <a:pt x="1369" y="62"/>
                    <a:pt x="1157"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3"/>
            <p:cNvSpPr/>
            <p:nvPr/>
          </p:nvSpPr>
          <p:spPr>
            <a:xfrm>
              <a:off x="2840754" y="540163"/>
              <a:ext cx="123844" cy="114457"/>
            </a:xfrm>
            <a:custGeom>
              <a:rect b="b" l="l" r="r" t="t"/>
              <a:pathLst>
                <a:path extrusionOk="0" h="2146" w="2322">
                  <a:moveTo>
                    <a:pt x="388" y="0"/>
                  </a:moveTo>
                  <a:cubicBezTo>
                    <a:pt x="328" y="0"/>
                    <a:pt x="266" y="13"/>
                    <a:pt x="203" y="46"/>
                  </a:cubicBezTo>
                  <a:cubicBezTo>
                    <a:pt x="57" y="122"/>
                    <a:pt x="1" y="236"/>
                    <a:pt x="1" y="395"/>
                  </a:cubicBezTo>
                  <a:cubicBezTo>
                    <a:pt x="1" y="576"/>
                    <a:pt x="158" y="757"/>
                    <a:pt x="249" y="900"/>
                  </a:cubicBezTo>
                  <a:cubicBezTo>
                    <a:pt x="385" y="1120"/>
                    <a:pt x="522" y="1343"/>
                    <a:pt x="669" y="1559"/>
                  </a:cubicBezTo>
                  <a:cubicBezTo>
                    <a:pt x="893" y="1888"/>
                    <a:pt x="1184" y="2131"/>
                    <a:pt x="1583" y="2131"/>
                  </a:cubicBezTo>
                  <a:cubicBezTo>
                    <a:pt x="1618" y="2131"/>
                    <a:pt x="1654" y="2129"/>
                    <a:pt x="1691" y="2125"/>
                  </a:cubicBezTo>
                  <a:cubicBezTo>
                    <a:pt x="1709" y="2123"/>
                    <a:pt x="1725" y="2121"/>
                    <a:pt x="1741" y="2116"/>
                  </a:cubicBezTo>
                  <a:cubicBezTo>
                    <a:pt x="1786" y="2136"/>
                    <a:pt x="1835" y="2145"/>
                    <a:pt x="1884" y="2145"/>
                  </a:cubicBezTo>
                  <a:cubicBezTo>
                    <a:pt x="2105" y="2145"/>
                    <a:pt x="2322" y="1953"/>
                    <a:pt x="2193" y="1705"/>
                  </a:cubicBezTo>
                  <a:cubicBezTo>
                    <a:pt x="1962" y="1264"/>
                    <a:pt x="2039" y="599"/>
                    <a:pt x="1571" y="314"/>
                  </a:cubicBezTo>
                  <a:cubicBezTo>
                    <a:pt x="1363" y="188"/>
                    <a:pt x="1137" y="188"/>
                    <a:pt x="908" y="142"/>
                  </a:cubicBezTo>
                  <a:cubicBezTo>
                    <a:pt x="727" y="105"/>
                    <a:pt x="561" y="0"/>
                    <a:pt x="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3"/>
            <p:cNvSpPr/>
            <p:nvPr/>
          </p:nvSpPr>
          <p:spPr>
            <a:xfrm>
              <a:off x="2536801" y="680220"/>
              <a:ext cx="87683" cy="94616"/>
            </a:xfrm>
            <a:custGeom>
              <a:rect b="b" l="l" r="r" t="t"/>
              <a:pathLst>
                <a:path extrusionOk="0" h="1774" w="1644">
                  <a:moveTo>
                    <a:pt x="52" y="0"/>
                  </a:moveTo>
                  <a:lnTo>
                    <a:pt x="52" y="0"/>
                  </a:lnTo>
                  <a:cubicBezTo>
                    <a:pt x="1" y="512"/>
                    <a:pt x="36" y="1039"/>
                    <a:pt x="153" y="1544"/>
                  </a:cubicBezTo>
                  <a:cubicBezTo>
                    <a:pt x="250" y="1574"/>
                    <a:pt x="350" y="1597"/>
                    <a:pt x="451" y="1620"/>
                  </a:cubicBezTo>
                  <a:cubicBezTo>
                    <a:pt x="656" y="1666"/>
                    <a:pt x="873" y="1774"/>
                    <a:pt x="1086" y="1774"/>
                  </a:cubicBezTo>
                  <a:cubicBezTo>
                    <a:pt x="1144" y="1774"/>
                    <a:pt x="1201" y="1766"/>
                    <a:pt x="1257" y="1748"/>
                  </a:cubicBezTo>
                  <a:cubicBezTo>
                    <a:pt x="1475" y="1678"/>
                    <a:pt x="1643" y="1468"/>
                    <a:pt x="1611" y="1232"/>
                  </a:cubicBezTo>
                  <a:cubicBezTo>
                    <a:pt x="1580" y="977"/>
                    <a:pt x="1337" y="819"/>
                    <a:pt x="1121" y="729"/>
                  </a:cubicBezTo>
                  <a:cubicBezTo>
                    <a:pt x="853" y="619"/>
                    <a:pt x="600" y="555"/>
                    <a:pt x="373" y="360"/>
                  </a:cubicBezTo>
                  <a:cubicBezTo>
                    <a:pt x="250" y="254"/>
                    <a:pt x="144" y="131"/>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3"/>
            <p:cNvSpPr/>
            <p:nvPr/>
          </p:nvSpPr>
          <p:spPr>
            <a:xfrm>
              <a:off x="2556215" y="410134"/>
              <a:ext cx="561724" cy="612659"/>
            </a:xfrm>
            <a:custGeom>
              <a:rect b="b" l="l" r="r" t="t"/>
              <a:pathLst>
                <a:path extrusionOk="0" h="11487" w="10532">
                  <a:moveTo>
                    <a:pt x="6776" y="1"/>
                  </a:moveTo>
                  <a:cubicBezTo>
                    <a:pt x="6462" y="1"/>
                    <a:pt x="6215" y="427"/>
                    <a:pt x="6535" y="643"/>
                  </a:cubicBezTo>
                  <a:cubicBezTo>
                    <a:pt x="7590" y="1353"/>
                    <a:pt x="8559" y="2071"/>
                    <a:pt x="9075" y="3271"/>
                  </a:cubicBezTo>
                  <a:cubicBezTo>
                    <a:pt x="9601" y="4492"/>
                    <a:pt x="9876" y="6011"/>
                    <a:pt x="9426" y="7297"/>
                  </a:cubicBezTo>
                  <a:cubicBezTo>
                    <a:pt x="9103" y="8211"/>
                    <a:pt x="8646" y="8993"/>
                    <a:pt x="7863" y="9574"/>
                  </a:cubicBezTo>
                  <a:cubicBezTo>
                    <a:pt x="7386" y="9927"/>
                    <a:pt x="6860" y="10207"/>
                    <a:pt x="6321" y="10450"/>
                  </a:cubicBezTo>
                  <a:cubicBezTo>
                    <a:pt x="5825" y="10674"/>
                    <a:pt x="5300" y="10758"/>
                    <a:pt x="4763" y="10758"/>
                  </a:cubicBezTo>
                  <a:cubicBezTo>
                    <a:pt x="4671" y="10758"/>
                    <a:pt x="4579" y="10756"/>
                    <a:pt x="4487" y="10751"/>
                  </a:cubicBezTo>
                  <a:cubicBezTo>
                    <a:pt x="3810" y="10715"/>
                    <a:pt x="3099" y="10622"/>
                    <a:pt x="2477" y="10336"/>
                  </a:cubicBezTo>
                  <a:cubicBezTo>
                    <a:pt x="1813" y="10030"/>
                    <a:pt x="1247" y="9549"/>
                    <a:pt x="718" y="9051"/>
                  </a:cubicBezTo>
                  <a:cubicBezTo>
                    <a:pt x="647" y="8985"/>
                    <a:pt x="572" y="8957"/>
                    <a:pt x="501" y="8957"/>
                  </a:cubicBezTo>
                  <a:cubicBezTo>
                    <a:pt x="226" y="8957"/>
                    <a:pt x="1" y="9375"/>
                    <a:pt x="271" y="9629"/>
                  </a:cubicBezTo>
                  <a:cubicBezTo>
                    <a:pt x="796" y="10122"/>
                    <a:pt x="1356" y="10581"/>
                    <a:pt x="1999" y="10912"/>
                  </a:cubicBezTo>
                  <a:cubicBezTo>
                    <a:pt x="2603" y="11226"/>
                    <a:pt x="3266" y="11362"/>
                    <a:pt x="3939" y="11437"/>
                  </a:cubicBezTo>
                  <a:cubicBezTo>
                    <a:pt x="4215" y="11467"/>
                    <a:pt x="4496" y="11486"/>
                    <a:pt x="4776" y="11486"/>
                  </a:cubicBezTo>
                  <a:cubicBezTo>
                    <a:pt x="5223" y="11486"/>
                    <a:pt x="5669" y="11438"/>
                    <a:pt x="6098" y="11314"/>
                  </a:cubicBezTo>
                  <a:cubicBezTo>
                    <a:pt x="6750" y="11127"/>
                    <a:pt x="7388" y="10762"/>
                    <a:pt x="7957" y="10395"/>
                  </a:cubicBezTo>
                  <a:cubicBezTo>
                    <a:pt x="8894" y="9790"/>
                    <a:pt x="9516" y="9000"/>
                    <a:pt x="9945" y="7974"/>
                  </a:cubicBezTo>
                  <a:cubicBezTo>
                    <a:pt x="10531" y="6571"/>
                    <a:pt x="10455" y="5036"/>
                    <a:pt x="9984" y="3608"/>
                  </a:cubicBezTo>
                  <a:cubicBezTo>
                    <a:pt x="9736" y="2854"/>
                    <a:pt x="9381" y="2126"/>
                    <a:pt x="8836" y="1545"/>
                  </a:cubicBezTo>
                  <a:cubicBezTo>
                    <a:pt x="8291" y="964"/>
                    <a:pt x="7641" y="508"/>
                    <a:pt x="6984" y="67"/>
                  </a:cubicBezTo>
                  <a:cubicBezTo>
                    <a:pt x="6915" y="21"/>
                    <a:pt x="6844"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3"/>
            <p:cNvSpPr/>
            <p:nvPr/>
          </p:nvSpPr>
          <p:spPr>
            <a:xfrm>
              <a:off x="2718672" y="864598"/>
              <a:ext cx="276862" cy="100216"/>
            </a:xfrm>
            <a:custGeom>
              <a:rect b="b" l="l" r="r" t="t"/>
              <a:pathLst>
                <a:path extrusionOk="0" h="1879" w="5191">
                  <a:moveTo>
                    <a:pt x="5037" y="1"/>
                  </a:moveTo>
                  <a:cubicBezTo>
                    <a:pt x="4991" y="1"/>
                    <a:pt x="4949" y="27"/>
                    <a:pt x="4919" y="66"/>
                  </a:cubicBezTo>
                  <a:cubicBezTo>
                    <a:pt x="4111" y="1154"/>
                    <a:pt x="2718" y="1576"/>
                    <a:pt x="1418" y="1613"/>
                  </a:cubicBezTo>
                  <a:cubicBezTo>
                    <a:pt x="1348" y="1615"/>
                    <a:pt x="1278" y="1616"/>
                    <a:pt x="1208" y="1616"/>
                  </a:cubicBezTo>
                  <a:cubicBezTo>
                    <a:pt x="849" y="1616"/>
                    <a:pt x="491" y="1594"/>
                    <a:pt x="133" y="1556"/>
                  </a:cubicBezTo>
                  <a:cubicBezTo>
                    <a:pt x="130" y="1556"/>
                    <a:pt x="127" y="1556"/>
                    <a:pt x="123" y="1556"/>
                  </a:cubicBezTo>
                  <a:cubicBezTo>
                    <a:pt x="57" y="1556"/>
                    <a:pt x="0" y="1625"/>
                    <a:pt x="0" y="1689"/>
                  </a:cubicBezTo>
                  <a:cubicBezTo>
                    <a:pt x="0" y="1767"/>
                    <a:pt x="62" y="1815"/>
                    <a:pt x="133" y="1822"/>
                  </a:cubicBezTo>
                  <a:cubicBezTo>
                    <a:pt x="475" y="1858"/>
                    <a:pt x="824" y="1879"/>
                    <a:pt x="1173" y="1879"/>
                  </a:cubicBezTo>
                  <a:cubicBezTo>
                    <a:pt x="2298" y="1879"/>
                    <a:pt x="3427" y="1659"/>
                    <a:pt x="4352" y="986"/>
                  </a:cubicBezTo>
                  <a:cubicBezTo>
                    <a:pt x="4657" y="763"/>
                    <a:pt x="4923" y="502"/>
                    <a:pt x="5148" y="201"/>
                  </a:cubicBezTo>
                  <a:cubicBezTo>
                    <a:pt x="5191" y="142"/>
                    <a:pt x="5157" y="52"/>
                    <a:pt x="5100" y="18"/>
                  </a:cubicBezTo>
                  <a:cubicBezTo>
                    <a:pt x="5079" y="6"/>
                    <a:pt x="5058" y="1"/>
                    <a:pt x="5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3"/>
            <p:cNvSpPr/>
            <p:nvPr/>
          </p:nvSpPr>
          <p:spPr>
            <a:xfrm>
              <a:off x="3005825" y="743048"/>
              <a:ext cx="46615" cy="97070"/>
            </a:xfrm>
            <a:custGeom>
              <a:rect b="b" l="l" r="r" t="t"/>
              <a:pathLst>
                <a:path extrusionOk="0" h="1820" w="874">
                  <a:moveTo>
                    <a:pt x="732" y="1"/>
                  </a:moveTo>
                  <a:cubicBezTo>
                    <a:pt x="652" y="1"/>
                    <a:pt x="608" y="63"/>
                    <a:pt x="599" y="134"/>
                  </a:cubicBezTo>
                  <a:cubicBezTo>
                    <a:pt x="535" y="662"/>
                    <a:pt x="289" y="1149"/>
                    <a:pt x="53" y="1619"/>
                  </a:cubicBezTo>
                  <a:cubicBezTo>
                    <a:pt x="1" y="1723"/>
                    <a:pt x="92" y="1820"/>
                    <a:pt x="179" y="1820"/>
                  </a:cubicBezTo>
                  <a:cubicBezTo>
                    <a:pt x="219" y="1820"/>
                    <a:pt x="258" y="1800"/>
                    <a:pt x="281" y="1752"/>
                  </a:cubicBezTo>
                  <a:cubicBezTo>
                    <a:pt x="540" y="1236"/>
                    <a:pt x="794" y="713"/>
                    <a:pt x="864" y="134"/>
                  </a:cubicBezTo>
                  <a:cubicBezTo>
                    <a:pt x="873" y="63"/>
                    <a:pt x="797" y="1"/>
                    <a:pt x="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3"/>
            <p:cNvSpPr/>
            <p:nvPr/>
          </p:nvSpPr>
          <p:spPr>
            <a:xfrm>
              <a:off x="2535841" y="491256"/>
              <a:ext cx="122937" cy="175792"/>
            </a:xfrm>
            <a:custGeom>
              <a:rect b="b" l="l" r="r" t="t"/>
              <a:pathLst>
                <a:path extrusionOk="0" h="3296" w="2305">
                  <a:moveTo>
                    <a:pt x="2113" y="0"/>
                  </a:moveTo>
                  <a:cubicBezTo>
                    <a:pt x="2092" y="0"/>
                    <a:pt x="2069" y="6"/>
                    <a:pt x="2046" y="20"/>
                  </a:cubicBezTo>
                  <a:cubicBezTo>
                    <a:pt x="1181" y="538"/>
                    <a:pt x="524" y="1369"/>
                    <a:pt x="199" y="2321"/>
                  </a:cubicBezTo>
                  <a:cubicBezTo>
                    <a:pt x="107" y="2595"/>
                    <a:pt x="45" y="2875"/>
                    <a:pt x="10" y="3162"/>
                  </a:cubicBezTo>
                  <a:cubicBezTo>
                    <a:pt x="1" y="3233"/>
                    <a:pt x="77" y="3295"/>
                    <a:pt x="143" y="3295"/>
                  </a:cubicBezTo>
                  <a:cubicBezTo>
                    <a:pt x="222" y="3295"/>
                    <a:pt x="267" y="3233"/>
                    <a:pt x="276" y="3162"/>
                  </a:cubicBezTo>
                  <a:cubicBezTo>
                    <a:pt x="391" y="2232"/>
                    <a:pt x="859" y="1356"/>
                    <a:pt x="1546" y="724"/>
                  </a:cubicBezTo>
                  <a:cubicBezTo>
                    <a:pt x="1741" y="543"/>
                    <a:pt x="1954" y="385"/>
                    <a:pt x="2181" y="249"/>
                  </a:cubicBezTo>
                  <a:cubicBezTo>
                    <a:pt x="2305" y="176"/>
                    <a:pt x="2228"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2976864" y="444748"/>
              <a:ext cx="109390" cy="135471"/>
            </a:xfrm>
            <a:custGeom>
              <a:rect b="b" l="l" r="r" t="t"/>
              <a:pathLst>
                <a:path extrusionOk="0" h="2540" w="2051">
                  <a:moveTo>
                    <a:pt x="189" y="0"/>
                  </a:moveTo>
                  <a:cubicBezTo>
                    <a:pt x="91" y="0"/>
                    <a:pt x="1" y="133"/>
                    <a:pt x="89" y="230"/>
                  </a:cubicBezTo>
                  <a:cubicBezTo>
                    <a:pt x="720" y="921"/>
                    <a:pt x="1356" y="1624"/>
                    <a:pt x="1771" y="2471"/>
                  </a:cubicBezTo>
                  <a:cubicBezTo>
                    <a:pt x="1794" y="2519"/>
                    <a:pt x="1832" y="2539"/>
                    <a:pt x="1872" y="2539"/>
                  </a:cubicBezTo>
                  <a:cubicBezTo>
                    <a:pt x="1959" y="2539"/>
                    <a:pt x="2051" y="2443"/>
                    <a:pt x="1999" y="2338"/>
                  </a:cubicBezTo>
                  <a:cubicBezTo>
                    <a:pt x="1576" y="1470"/>
                    <a:pt x="922" y="749"/>
                    <a:pt x="277" y="42"/>
                  </a:cubicBezTo>
                  <a:cubicBezTo>
                    <a:pt x="250" y="12"/>
                    <a:pt x="219"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3081026" y="599472"/>
              <a:ext cx="21761" cy="37655"/>
            </a:xfrm>
            <a:custGeom>
              <a:rect b="b" l="l" r="r" t="t"/>
              <a:pathLst>
                <a:path extrusionOk="0" h="706" w="408">
                  <a:moveTo>
                    <a:pt x="151" y="1"/>
                  </a:moveTo>
                  <a:cubicBezTo>
                    <a:pt x="139" y="1"/>
                    <a:pt x="128" y="2"/>
                    <a:pt x="115" y="6"/>
                  </a:cubicBezTo>
                  <a:cubicBezTo>
                    <a:pt x="52" y="27"/>
                    <a:pt x="0" y="100"/>
                    <a:pt x="23" y="171"/>
                  </a:cubicBezTo>
                  <a:cubicBezTo>
                    <a:pt x="73" y="313"/>
                    <a:pt x="110" y="460"/>
                    <a:pt x="139" y="607"/>
                  </a:cubicBezTo>
                  <a:cubicBezTo>
                    <a:pt x="144" y="639"/>
                    <a:pt x="172" y="671"/>
                    <a:pt x="199" y="687"/>
                  </a:cubicBezTo>
                  <a:cubicBezTo>
                    <a:pt x="218" y="699"/>
                    <a:pt x="244" y="706"/>
                    <a:pt x="268" y="706"/>
                  </a:cubicBezTo>
                  <a:cubicBezTo>
                    <a:pt x="280" y="706"/>
                    <a:pt x="291" y="704"/>
                    <a:pt x="302" y="701"/>
                  </a:cubicBezTo>
                  <a:cubicBezTo>
                    <a:pt x="374" y="676"/>
                    <a:pt x="408" y="610"/>
                    <a:pt x="394" y="538"/>
                  </a:cubicBezTo>
                  <a:cubicBezTo>
                    <a:pt x="367" y="389"/>
                    <a:pt x="328" y="242"/>
                    <a:pt x="280" y="100"/>
                  </a:cubicBezTo>
                  <a:cubicBezTo>
                    <a:pt x="261" y="45"/>
                    <a:pt x="210"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3"/>
            <p:cNvSpPr/>
            <p:nvPr/>
          </p:nvSpPr>
          <p:spPr>
            <a:xfrm>
              <a:off x="2613229" y="960173"/>
              <a:ext cx="113817" cy="54562"/>
            </a:xfrm>
            <a:custGeom>
              <a:rect b="b" l="l" r="r" t="t"/>
              <a:pathLst>
                <a:path extrusionOk="0" h="1023" w="2134">
                  <a:moveTo>
                    <a:pt x="193" y="0"/>
                  </a:moveTo>
                  <a:cubicBezTo>
                    <a:pt x="78" y="0"/>
                    <a:pt x="1" y="175"/>
                    <a:pt x="125" y="248"/>
                  </a:cubicBezTo>
                  <a:cubicBezTo>
                    <a:pt x="685" y="581"/>
                    <a:pt x="1288" y="838"/>
                    <a:pt x="1913" y="1017"/>
                  </a:cubicBezTo>
                  <a:cubicBezTo>
                    <a:pt x="1927" y="1021"/>
                    <a:pt x="1940" y="1023"/>
                    <a:pt x="1952" y="1023"/>
                  </a:cubicBezTo>
                  <a:cubicBezTo>
                    <a:pt x="2088" y="1023"/>
                    <a:pt x="2134" y="804"/>
                    <a:pt x="1984" y="760"/>
                  </a:cubicBezTo>
                  <a:cubicBezTo>
                    <a:pt x="1378" y="589"/>
                    <a:pt x="800" y="340"/>
                    <a:pt x="260" y="20"/>
                  </a:cubicBezTo>
                  <a:cubicBezTo>
                    <a:pt x="237" y="6"/>
                    <a:pt x="215"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3"/>
            <p:cNvSpPr/>
            <p:nvPr/>
          </p:nvSpPr>
          <p:spPr>
            <a:xfrm>
              <a:off x="2625709" y="1135324"/>
              <a:ext cx="174832" cy="52855"/>
            </a:xfrm>
            <a:custGeom>
              <a:rect b="b" l="l" r="r" t="t"/>
              <a:pathLst>
                <a:path extrusionOk="0" h="991" w="3278">
                  <a:moveTo>
                    <a:pt x="3109" y="1"/>
                  </a:moveTo>
                  <a:cubicBezTo>
                    <a:pt x="3030" y="1"/>
                    <a:pt x="2946" y="66"/>
                    <a:pt x="2968" y="166"/>
                  </a:cubicBezTo>
                  <a:cubicBezTo>
                    <a:pt x="3014" y="379"/>
                    <a:pt x="2842" y="581"/>
                    <a:pt x="2657" y="661"/>
                  </a:cubicBezTo>
                  <a:cubicBezTo>
                    <a:pt x="2544" y="710"/>
                    <a:pt x="2422" y="728"/>
                    <a:pt x="2298" y="728"/>
                  </a:cubicBezTo>
                  <a:cubicBezTo>
                    <a:pt x="2150" y="728"/>
                    <a:pt x="1999" y="702"/>
                    <a:pt x="1860" y="675"/>
                  </a:cubicBezTo>
                  <a:cubicBezTo>
                    <a:pt x="1298" y="565"/>
                    <a:pt x="760" y="368"/>
                    <a:pt x="262" y="90"/>
                  </a:cubicBezTo>
                  <a:cubicBezTo>
                    <a:pt x="239" y="78"/>
                    <a:pt x="217" y="72"/>
                    <a:pt x="196" y="72"/>
                  </a:cubicBezTo>
                  <a:cubicBezTo>
                    <a:pt x="78" y="72"/>
                    <a:pt x="0" y="250"/>
                    <a:pt x="127" y="321"/>
                  </a:cubicBezTo>
                  <a:cubicBezTo>
                    <a:pt x="579" y="572"/>
                    <a:pt x="1064" y="764"/>
                    <a:pt x="1568" y="882"/>
                  </a:cubicBezTo>
                  <a:cubicBezTo>
                    <a:pt x="1794" y="936"/>
                    <a:pt x="2048" y="991"/>
                    <a:pt x="2293" y="991"/>
                  </a:cubicBezTo>
                  <a:cubicBezTo>
                    <a:pt x="2546" y="991"/>
                    <a:pt x="2791" y="933"/>
                    <a:pt x="2989" y="758"/>
                  </a:cubicBezTo>
                  <a:cubicBezTo>
                    <a:pt x="3177" y="592"/>
                    <a:pt x="3278" y="344"/>
                    <a:pt x="3225" y="96"/>
                  </a:cubicBezTo>
                  <a:cubicBezTo>
                    <a:pt x="3210" y="29"/>
                    <a:pt x="3160" y="1"/>
                    <a:pt x="3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2541548" y="1054202"/>
              <a:ext cx="32748" cy="49175"/>
            </a:xfrm>
            <a:custGeom>
              <a:rect b="b" l="l" r="r" t="t"/>
              <a:pathLst>
                <a:path extrusionOk="0" h="922" w="614">
                  <a:moveTo>
                    <a:pt x="317" y="188"/>
                  </a:moveTo>
                  <a:cubicBezTo>
                    <a:pt x="318" y="188"/>
                    <a:pt x="318" y="189"/>
                    <a:pt x="318" y="190"/>
                  </a:cubicBezTo>
                  <a:lnTo>
                    <a:pt x="318" y="190"/>
                  </a:lnTo>
                  <a:cubicBezTo>
                    <a:pt x="318" y="189"/>
                    <a:pt x="318" y="189"/>
                    <a:pt x="317" y="188"/>
                  </a:cubicBezTo>
                  <a:close/>
                  <a:moveTo>
                    <a:pt x="198" y="0"/>
                  </a:moveTo>
                  <a:cubicBezTo>
                    <a:pt x="139" y="0"/>
                    <a:pt x="79" y="35"/>
                    <a:pt x="68" y="96"/>
                  </a:cubicBezTo>
                  <a:cubicBezTo>
                    <a:pt x="0" y="404"/>
                    <a:pt x="133" y="729"/>
                    <a:pt x="395" y="902"/>
                  </a:cubicBezTo>
                  <a:cubicBezTo>
                    <a:pt x="415" y="915"/>
                    <a:pt x="437" y="921"/>
                    <a:pt x="460" y="921"/>
                  </a:cubicBezTo>
                  <a:cubicBezTo>
                    <a:pt x="508" y="921"/>
                    <a:pt x="556" y="896"/>
                    <a:pt x="578" y="855"/>
                  </a:cubicBezTo>
                  <a:cubicBezTo>
                    <a:pt x="613" y="789"/>
                    <a:pt x="592" y="715"/>
                    <a:pt x="530" y="674"/>
                  </a:cubicBezTo>
                  <a:cubicBezTo>
                    <a:pt x="523" y="668"/>
                    <a:pt x="518" y="665"/>
                    <a:pt x="511" y="660"/>
                  </a:cubicBezTo>
                  <a:cubicBezTo>
                    <a:pt x="505" y="653"/>
                    <a:pt x="486" y="638"/>
                    <a:pt x="479" y="633"/>
                  </a:cubicBezTo>
                  <a:cubicBezTo>
                    <a:pt x="459" y="614"/>
                    <a:pt x="440" y="592"/>
                    <a:pt x="422" y="573"/>
                  </a:cubicBezTo>
                  <a:cubicBezTo>
                    <a:pt x="417" y="566"/>
                    <a:pt x="413" y="560"/>
                    <a:pt x="408" y="553"/>
                  </a:cubicBezTo>
                  <a:cubicBezTo>
                    <a:pt x="401" y="543"/>
                    <a:pt x="394" y="530"/>
                    <a:pt x="387" y="518"/>
                  </a:cubicBezTo>
                  <a:cubicBezTo>
                    <a:pt x="379" y="505"/>
                    <a:pt x="372" y="493"/>
                    <a:pt x="365" y="481"/>
                  </a:cubicBezTo>
                  <a:cubicBezTo>
                    <a:pt x="362" y="474"/>
                    <a:pt x="358" y="466"/>
                    <a:pt x="355" y="459"/>
                  </a:cubicBezTo>
                  <a:cubicBezTo>
                    <a:pt x="346" y="433"/>
                    <a:pt x="337" y="408"/>
                    <a:pt x="330" y="381"/>
                  </a:cubicBezTo>
                  <a:cubicBezTo>
                    <a:pt x="326" y="367"/>
                    <a:pt x="323" y="353"/>
                    <a:pt x="321" y="339"/>
                  </a:cubicBezTo>
                  <a:cubicBezTo>
                    <a:pt x="319" y="334"/>
                    <a:pt x="317" y="326"/>
                    <a:pt x="317" y="321"/>
                  </a:cubicBezTo>
                  <a:cubicBezTo>
                    <a:pt x="317" y="319"/>
                    <a:pt x="317" y="319"/>
                    <a:pt x="317" y="319"/>
                  </a:cubicBezTo>
                  <a:cubicBezTo>
                    <a:pt x="316" y="291"/>
                    <a:pt x="314" y="263"/>
                    <a:pt x="314" y="234"/>
                  </a:cubicBezTo>
                  <a:cubicBezTo>
                    <a:pt x="316" y="222"/>
                    <a:pt x="317" y="208"/>
                    <a:pt x="317" y="195"/>
                  </a:cubicBezTo>
                  <a:lnTo>
                    <a:pt x="317" y="195"/>
                  </a:lnTo>
                  <a:cubicBezTo>
                    <a:pt x="317" y="199"/>
                    <a:pt x="317" y="203"/>
                    <a:pt x="317" y="203"/>
                  </a:cubicBezTo>
                  <a:cubicBezTo>
                    <a:pt x="317" y="203"/>
                    <a:pt x="317" y="201"/>
                    <a:pt x="317" y="195"/>
                  </a:cubicBezTo>
                  <a:lnTo>
                    <a:pt x="317" y="195"/>
                  </a:lnTo>
                  <a:cubicBezTo>
                    <a:pt x="317" y="195"/>
                    <a:pt x="317" y="195"/>
                    <a:pt x="317" y="195"/>
                  </a:cubicBezTo>
                  <a:cubicBezTo>
                    <a:pt x="317" y="194"/>
                    <a:pt x="317" y="194"/>
                    <a:pt x="317" y="194"/>
                  </a:cubicBezTo>
                  <a:cubicBezTo>
                    <a:pt x="317" y="193"/>
                    <a:pt x="318" y="193"/>
                    <a:pt x="318" y="192"/>
                  </a:cubicBezTo>
                  <a:lnTo>
                    <a:pt x="318" y="192"/>
                  </a:lnTo>
                  <a:cubicBezTo>
                    <a:pt x="318" y="191"/>
                    <a:pt x="318" y="191"/>
                    <a:pt x="318" y="190"/>
                  </a:cubicBezTo>
                  <a:lnTo>
                    <a:pt x="318" y="190"/>
                  </a:lnTo>
                  <a:cubicBezTo>
                    <a:pt x="320" y="182"/>
                    <a:pt x="321" y="175"/>
                    <a:pt x="323" y="167"/>
                  </a:cubicBezTo>
                  <a:cubicBezTo>
                    <a:pt x="337" y="100"/>
                    <a:pt x="303" y="20"/>
                    <a:pt x="231" y="4"/>
                  </a:cubicBezTo>
                  <a:cubicBezTo>
                    <a:pt x="220" y="1"/>
                    <a:pt x="209"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3"/>
            <p:cNvSpPr/>
            <p:nvPr/>
          </p:nvSpPr>
          <p:spPr>
            <a:xfrm>
              <a:off x="2558455" y="1064496"/>
              <a:ext cx="53" cy="160"/>
            </a:xfrm>
            <a:custGeom>
              <a:rect b="b" l="l" r="r" t="t"/>
              <a:pathLst>
                <a:path extrusionOk="0" h="3" w="1">
                  <a:moveTo>
                    <a:pt x="0" y="2"/>
                  </a:moveTo>
                  <a:cubicBezTo>
                    <a:pt x="0" y="1"/>
                    <a:pt x="0" y="1"/>
                    <a:pt x="0" y="1"/>
                  </a:cubicBezTo>
                  <a:cubicBezTo>
                    <a:pt x="0" y="1"/>
                    <a:pt x="0" y="1"/>
                    <a:pt x="0" y="1"/>
                  </a:cubicBezTo>
                  <a:cubicBezTo>
                    <a:pt x="0" y="1"/>
                    <a:pt x="0" y="1"/>
                    <a:pt x="0" y="2"/>
                  </a:cubicBezTo>
                  <a:close/>
                </a:path>
              </a:pathLst>
            </a:custGeom>
            <a:solidFill>
              <a:srgbClr val="4804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3"/>
            <p:cNvSpPr/>
            <p:nvPr/>
          </p:nvSpPr>
          <p:spPr>
            <a:xfrm>
              <a:off x="2890089" y="430828"/>
              <a:ext cx="37228" cy="30508"/>
            </a:xfrm>
            <a:custGeom>
              <a:rect b="b" l="l" r="r" t="t"/>
              <a:pathLst>
                <a:path extrusionOk="0" h="572" w="698">
                  <a:moveTo>
                    <a:pt x="139" y="0"/>
                  </a:moveTo>
                  <a:cubicBezTo>
                    <a:pt x="127" y="0"/>
                    <a:pt x="115" y="2"/>
                    <a:pt x="105" y="5"/>
                  </a:cubicBezTo>
                  <a:cubicBezTo>
                    <a:pt x="73" y="14"/>
                    <a:pt x="40" y="37"/>
                    <a:pt x="25" y="67"/>
                  </a:cubicBezTo>
                  <a:cubicBezTo>
                    <a:pt x="10" y="97"/>
                    <a:pt x="1" y="134"/>
                    <a:pt x="11" y="168"/>
                  </a:cubicBezTo>
                  <a:cubicBezTo>
                    <a:pt x="24" y="203"/>
                    <a:pt x="43" y="227"/>
                    <a:pt x="73" y="248"/>
                  </a:cubicBezTo>
                  <a:cubicBezTo>
                    <a:pt x="212" y="351"/>
                    <a:pt x="352" y="452"/>
                    <a:pt x="492" y="554"/>
                  </a:cubicBezTo>
                  <a:cubicBezTo>
                    <a:pt x="507" y="567"/>
                    <a:pt x="531" y="572"/>
                    <a:pt x="554" y="572"/>
                  </a:cubicBezTo>
                  <a:cubicBezTo>
                    <a:pt x="568" y="572"/>
                    <a:pt x="581" y="570"/>
                    <a:pt x="593" y="567"/>
                  </a:cubicBezTo>
                  <a:cubicBezTo>
                    <a:pt x="624" y="560"/>
                    <a:pt x="658" y="535"/>
                    <a:pt x="672" y="507"/>
                  </a:cubicBezTo>
                  <a:cubicBezTo>
                    <a:pt x="688" y="476"/>
                    <a:pt x="697" y="439"/>
                    <a:pt x="686" y="404"/>
                  </a:cubicBezTo>
                  <a:cubicBezTo>
                    <a:pt x="674" y="370"/>
                    <a:pt x="655" y="347"/>
                    <a:pt x="624" y="324"/>
                  </a:cubicBezTo>
                  <a:cubicBezTo>
                    <a:pt x="486" y="223"/>
                    <a:pt x="346" y="120"/>
                    <a:pt x="206" y="19"/>
                  </a:cubicBezTo>
                  <a:cubicBezTo>
                    <a:pt x="190" y="6"/>
                    <a:pt x="163"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3"/>
            <p:cNvSpPr/>
            <p:nvPr/>
          </p:nvSpPr>
          <p:spPr>
            <a:xfrm>
              <a:off x="2567415" y="1141351"/>
              <a:ext cx="45335" cy="30988"/>
            </a:xfrm>
            <a:custGeom>
              <a:rect b="b" l="l" r="r" t="t"/>
              <a:pathLst>
                <a:path extrusionOk="0" h="581" w="850">
                  <a:moveTo>
                    <a:pt x="151" y="0"/>
                  </a:moveTo>
                  <a:cubicBezTo>
                    <a:pt x="119" y="0"/>
                    <a:pt x="80" y="14"/>
                    <a:pt x="57" y="39"/>
                  </a:cubicBezTo>
                  <a:cubicBezTo>
                    <a:pt x="13" y="87"/>
                    <a:pt x="1" y="179"/>
                    <a:pt x="57" y="227"/>
                  </a:cubicBezTo>
                  <a:cubicBezTo>
                    <a:pt x="242" y="376"/>
                    <a:pt x="446" y="493"/>
                    <a:pt x="669" y="574"/>
                  </a:cubicBezTo>
                  <a:cubicBezTo>
                    <a:pt x="680" y="579"/>
                    <a:pt x="692" y="581"/>
                    <a:pt x="704" y="581"/>
                  </a:cubicBezTo>
                  <a:cubicBezTo>
                    <a:pt x="761" y="581"/>
                    <a:pt x="819" y="536"/>
                    <a:pt x="832" y="482"/>
                  </a:cubicBezTo>
                  <a:cubicBezTo>
                    <a:pt x="850" y="408"/>
                    <a:pt x="809" y="346"/>
                    <a:pt x="740" y="319"/>
                  </a:cubicBezTo>
                  <a:cubicBezTo>
                    <a:pt x="715" y="310"/>
                    <a:pt x="690" y="303"/>
                    <a:pt x="667" y="291"/>
                  </a:cubicBezTo>
                  <a:lnTo>
                    <a:pt x="667" y="291"/>
                  </a:lnTo>
                  <a:cubicBezTo>
                    <a:pt x="677" y="296"/>
                    <a:pt x="680" y="298"/>
                    <a:pt x="680" y="298"/>
                  </a:cubicBezTo>
                  <a:cubicBezTo>
                    <a:pt x="679" y="298"/>
                    <a:pt x="660" y="288"/>
                    <a:pt x="655" y="286"/>
                  </a:cubicBezTo>
                  <a:cubicBezTo>
                    <a:pt x="642" y="280"/>
                    <a:pt x="630" y="275"/>
                    <a:pt x="619" y="270"/>
                  </a:cubicBezTo>
                  <a:cubicBezTo>
                    <a:pt x="573" y="247"/>
                    <a:pt x="527" y="224"/>
                    <a:pt x="481" y="199"/>
                  </a:cubicBezTo>
                  <a:cubicBezTo>
                    <a:pt x="437" y="172"/>
                    <a:pt x="392" y="146"/>
                    <a:pt x="350" y="115"/>
                  </a:cubicBezTo>
                  <a:cubicBezTo>
                    <a:pt x="329" y="101"/>
                    <a:pt x="307" y="87"/>
                    <a:pt x="288" y="71"/>
                  </a:cubicBezTo>
                  <a:cubicBezTo>
                    <a:pt x="284" y="69"/>
                    <a:pt x="263" y="55"/>
                    <a:pt x="264" y="55"/>
                  </a:cubicBezTo>
                  <a:lnTo>
                    <a:pt x="264" y="55"/>
                  </a:lnTo>
                  <a:cubicBezTo>
                    <a:pt x="264" y="55"/>
                    <a:pt x="267" y="57"/>
                    <a:pt x="275" y="62"/>
                  </a:cubicBezTo>
                  <a:cubicBezTo>
                    <a:pt x="265" y="55"/>
                    <a:pt x="256" y="46"/>
                    <a:pt x="245" y="39"/>
                  </a:cubicBezTo>
                  <a:cubicBezTo>
                    <a:pt x="217" y="16"/>
                    <a:pt x="189"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8" name="Google Shape;2798;p53"/>
          <p:cNvSpPr/>
          <p:nvPr/>
        </p:nvSpPr>
        <p:spPr>
          <a:xfrm>
            <a:off x="2967003" y="35672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3776753" y="14116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3"/>
          <p:cNvSpPr/>
          <p:nvPr/>
        </p:nvSpPr>
        <p:spPr>
          <a:xfrm>
            <a:off x="5148191" y="42674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4" name="Shape 2804"/>
        <p:cNvGrpSpPr/>
        <p:nvPr/>
      </p:nvGrpSpPr>
      <p:grpSpPr>
        <a:xfrm>
          <a:off x="0" y="0"/>
          <a:ext cx="0" cy="0"/>
          <a:chOff x="0" y="0"/>
          <a:chExt cx="0" cy="0"/>
        </a:xfrm>
      </p:grpSpPr>
      <p:sp>
        <p:nvSpPr>
          <p:cNvPr id="2805" name="Google Shape;2805;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2806" name="Google Shape;2806;p54"/>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7" name="Google Shape;2807;p54"/>
          <p:cNvGrpSpPr/>
          <p:nvPr/>
        </p:nvGrpSpPr>
        <p:grpSpPr>
          <a:xfrm rot="-447293">
            <a:off x="8142889" y="394025"/>
            <a:ext cx="878501" cy="1830261"/>
            <a:chOff x="503795" y="323625"/>
            <a:chExt cx="502785" cy="1047439"/>
          </a:xfrm>
        </p:grpSpPr>
        <p:sp>
          <p:nvSpPr>
            <p:cNvPr id="2808" name="Google Shape;2808;p54"/>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1" name="Google Shape;2821;p54"/>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823" name="Google Shape;2823;p54"/>
          <p:cNvGraphicFramePr/>
          <p:nvPr/>
        </p:nvGraphicFramePr>
        <p:xfrm>
          <a:off x="713175" y="1602400"/>
          <a:ext cx="3000000" cy="3000000"/>
        </p:xfrm>
        <a:graphic>
          <a:graphicData uri="http://schemas.openxmlformats.org/drawingml/2006/table">
            <a:tbl>
              <a:tblPr>
                <a:noFill/>
                <a:tableStyleId>{787D3915-8147-47B5-915A-8A6B44E20CAA}</a:tableStyleId>
              </a:tblPr>
              <a:tblGrid>
                <a:gridCol w="1540800"/>
                <a:gridCol w="1540800"/>
                <a:gridCol w="1540800"/>
                <a:gridCol w="1540800"/>
                <a:gridCol w="1540800"/>
              </a:tblGrid>
              <a:tr h="691400">
                <a:tc>
                  <a:txBody>
                    <a:bodyPr/>
                    <a:lstStyle/>
                    <a:p>
                      <a:pPr indent="0" lvl="0" marL="0" rtl="0" algn="ctr">
                        <a:spcBef>
                          <a:spcPts val="0"/>
                        </a:spcBef>
                        <a:spcAft>
                          <a:spcPts val="1600"/>
                        </a:spcAft>
                        <a:buNone/>
                      </a:pPr>
                      <a:r>
                        <a:rPr b="1" lang="en">
                          <a:solidFill>
                            <a:schemeClr val="accent1"/>
                          </a:solidFill>
                          <a:latin typeface="Varela Round"/>
                          <a:ea typeface="Varela Round"/>
                          <a:cs typeface="Varela Round"/>
                          <a:sym typeface="Varela Round"/>
                        </a:rPr>
                        <a:t>Monday</a:t>
                      </a:r>
                      <a:endParaRPr b="1">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1600"/>
                        </a:spcAft>
                        <a:buNone/>
                      </a:pPr>
                      <a:r>
                        <a:rPr b="1" lang="en">
                          <a:solidFill>
                            <a:schemeClr val="accent1"/>
                          </a:solidFill>
                          <a:latin typeface="Varela Round"/>
                          <a:ea typeface="Varela Round"/>
                          <a:cs typeface="Varela Round"/>
                          <a:sym typeface="Varela Round"/>
                        </a:rPr>
                        <a:t>Tuesday</a:t>
                      </a:r>
                      <a:endParaRPr b="1">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1600"/>
                        </a:spcAft>
                        <a:buNone/>
                      </a:pPr>
                      <a:r>
                        <a:rPr b="1" lang="en">
                          <a:solidFill>
                            <a:schemeClr val="accent1"/>
                          </a:solidFill>
                          <a:latin typeface="Varela Round"/>
                          <a:ea typeface="Varela Round"/>
                          <a:cs typeface="Varela Round"/>
                          <a:sym typeface="Varela Round"/>
                        </a:rPr>
                        <a:t>Wednesday</a:t>
                      </a:r>
                      <a:endParaRPr b="1">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1600"/>
                        </a:spcAft>
                        <a:buNone/>
                      </a:pPr>
                      <a:r>
                        <a:rPr b="1" lang="en">
                          <a:solidFill>
                            <a:schemeClr val="accent1"/>
                          </a:solidFill>
                          <a:latin typeface="Varela Round"/>
                          <a:ea typeface="Varela Round"/>
                          <a:cs typeface="Varela Round"/>
                          <a:sym typeface="Varela Round"/>
                        </a:rPr>
                        <a:t>Thursday</a:t>
                      </a:r>
                      <a:endParaRPr b="1">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1600"/>
                        </a:spcAft>
                        <a:buNone/>
                      </a:pPr>
                      <a:r>
                        <a:rPr b="1" lang="en">
                          <a:solidFill>
                            <a:schemeClr val="accent1"/>
                          </a:solidFill>
                          <a:latin typeface="Varela Round"/>
                          <a:ea typeface="Varela Round"/>
                          <a:cs typeface="Varela Round"/>
                          <a:sym typeface="Varela Round"/>
                        </a:rPr>
                        <a:t>Friday</a:t>
                      </a:r>
                      <a:endParaRPr b="1">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691400">
                <a:tc>
                  <a:txBody>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9:00 to 12:00 Art class</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691400">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691400">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18:00</a:t>
                      </a:r>
                      <a:br>
                        <a:rPr lang="en">
                          <a:solidFill>
                            <a:schemeClr val="dk1"/>
                          </a:solidFill>
                          <a:latin typeface="Varela Round"/>
                          <a:ea typeface="Varela Round"/>
                          <a:cs typeface="Varela Round"/>
                          <a:sym typeface="Varela Round"/>
                        </a:rPr>
                      </a:br>
                      <a:r>
                        <a:rPr lang="en">
                          <a:solidFill>
                            <a:schemeClr val="dk1"/>
                          </a:solidFill>
                          <a:latin typeface="Varela Round"/>
                          <a:ea typeface="Varela Round"/>
                          <a:cs typeface="Varela Round"/>
                          <a:sym typeface="Varela Round"/>
                        </a:rPr>
                        <a:t>Pilates</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18:00</a:t>
                      </a:r>
                      <a:br>
                        <a:rPr lang="en">
                          <a:solidFill>
                            <a:schemeClr val="dk1"/>
                          </a:solidFill>
                          <a:latin typeface="Varela Round"/>
                          <a:ea typeface="Varela Round"/>
                          <a:cs typeface="Varela Round"/>
                          <a:sym typeface="Varela Round"/>
                        </a:rPr>
                      </a:br>
                      <a:r>
                        <a:rPr lang="en">
                          <a:solidFill>
                            <a:schemeClr val="dk1"/>
                          </a:solidFill>
                          <a:latin typeface="Varela Round"/>
                          <a:ea typeface="Varela Round"/>
                          <a:cs typeface="Varela Round"/>
                          <a:sym typeface="Varela Round"/>
                        </a:rPr>
                        <a:t>Pilates</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accent3"/>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sp>
        <p:nvSpPr>
          <p:cNvPr id="2828" name="Google Shape;2828;p55"/>
          <p:cNvSpPr txBox="1"/>
          <p:nvPr>
            <p:ph idx="1" type="subTitle"/>
          </p:nvPr>
        </p:nvSpPr>
        <p:spPr>
          <a:xfrm>
            <a:off x="938500" y="3629175"/>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2829" name="Google Shape;2829;p55"/>
          <p:cNvSpPr txBox="1"/>
          <p:nvPr>
            <p:ph idx="2" type="subTitle"/>
          </p:nvPr>
        </p:nvSpPr>
        <p:spPr>
          <a:xfrm>
            <a:off x="938500" y="32083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830" name="Google Shape;2830;p55"/>
          <p:cNvSpPr txBox="1"/>
          <p:nvPr>
            <p:ph idx="4" type="subTitle"/>
          </p:nvPr>
        </p:nvSpPr>
        <p:spPr>
          <a:xfrm>
            <a:off x="3485400" y="3629175"/>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also very high temperatures</a:t>
            </a:r>
            <a:endParaRPr/>
          </a:p>
        </p:txBody>
      </p:sp>
      <p:sp>
        <p:nvSpPr>
          <p:cNvPr id="2831" name="Google Shape;2831;p55"/>
          <p:cNvSpPr txBox="1"/>
          <p:nvPr>
            <p:ph idx="5" type="subTitle"/>
          </p:nvPr>
        </p:nvSpPr>
        <p:spPr>
          <a:xfrm>
            <a:off x="3485400" y="32083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832" name="Google Shape;2832;p55"/>
          <p:cNvSpPr txBox="1"/>
          <p:nvPr>
            <p:ph idx="7" type="subTitle"/>
          </p:nvPr>
        </p:nvSpPr>
        <p:spPr>
          <a:xfrm>
            <a:off x="6032300" y="3629175"/>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a:t>
            </a:r>
            <a:endParaRPr/>
          </a:p>
        </p:txBody>
      </p:sp>
      <p:sp>
        <p:nvSpPr>
          <p:cNvPr id="2833" name="Google Shape;2833;p55"/>
          <p:cNvSpPr txBox="1"/>
          <p:nvPr>
            <p:ph idx="8" type="subTitle"/>
          </p:nvPr>
        </p:nvSpPr>
        <p:spPr>
          <a:xfrm>
            <a:off x="6032300" y="32083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834" name="Google Shape;2834;p55"/>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If you’re a </a:t>
            </a:r>
            <a:r>
              <a:rPr lang="en">
                <a:highlight>
                  <a:schemeClr val="dk2"/>
                </a:highlight>
              </a:rPr>
              <a:t>visual learner…</a:t>
            </a:r>
            <a:endParaRPr>
              <a:highlight>
                <a:schemeClr val="dk2"/>
              </a:highlight>
            </a:endParaRPr>
          </a:p>
        </p:txBody>
      </p:sp>
      <p:sp>
        <p:nvSpPr>
          <p:cNvPr id="2835" name="Google Shape;2835;p55"/>
          <p:cNvSpPr txBox="1"/>
          <p:nvPr>
            <p:ph idx="3" type="title"/>
          </p:nvPr>
        </p:nvSpPr>
        <p:spPr>
          <a:xfrm>
            <a:off x="3873150" y="1962150"/>
            <a:ext cx="1397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2836" name="Google Shape;2836;p55"/>
          <p:cNvSpPr txBox="1"/>
          <p:nvPr>
            <p:ph idx="6" type="title"/>
          </p:nvPr>
        </p:nvSpPr>
        <p:spPr>
          <a:xfrm>
            <a:off x="6420050" y="1962150"/>
            <a:ext cx="1397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2837" name="Google Shape;2837;p55"/>
          <p:cNvSpPr txBox="1"/>
          <p:nvPr>
            <p:ph type="title"/>
          </p:nvPr>
        </p:nvSpPr>
        <p:spPr>
          <a:xfrm>
            <a:off x="1325650" y="1962150"/>
            <a:ext cx="13989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r>
              <a:rPr lang="en"/>
              <a:t>5%</a:t>
            </a:r>
            <a:endParaRPr/>
          </a:p>
        </p:txBody>
      </p:sp>
      <p:grpSp>
        <p:nvGrpSpPr>
          <p:cNvPr id="2838" name="Google Shape;2838;p55"/>
          <p:cNvGrpSpPr/>
          <p:nvPr/>
        </p:nvGrpSpPr>
        <p:grpSpPr>
          <a:xfrm>
            <a:off x="1171883" y="1322546"/>
            <a:ext cx="1706434" cy="1683945"/>
            <a:chOff x="2955600" y="959550"/>
            <a:chExt cx="2024000" cy="1997325"/>
          </a:xfrm>
        </p:grpSpPr>
        <p:sp>
          <p:nvSpPr>
            <p:cNvPr id="2839" name="Google Shape;2839;p55"/>
            <p:cNvSpPr/>
            <p:nvPr/>
          </p:nvSpPr>
          <p:spPr>
            <a:xfrm>
              <a:off x="3697225" y="2745750"/>
              <a:ext cx="227775" cy="211125"/>
            </a:xfrm>
            <a:custGeom>
              <a:rect b="b" l="l" r="r" t="t"/>
              <a:pathLst>
                <a:path extrusionOk="0" h="8445" w="9111">
                  <a:moveTo>
                    <a:pt x="4553" y="0"/>
                  </a:moveTo>
                  <a:cubicBezTo>
                    <a:pt x="2544" y="0"/>
                    <a:pt x="762" y="1443"/>
                    <a:pt x="403" y="3502"/>
                  </a:cubicBezTo>
                  <a:cubicBezTo>
                    <a:pt x="1" y="5795"/>
                    <a:pt x="1549" y="7983"/>
                    <a:pt x="3841" y="8370"/>
                  </a:cubicBezTo>
                  <a:cubicBezTo>
                    <a:pt x="4079" y="8429"/>
                    <a:pt x="4318" y="8444"/>
                    <a:pt x="4571" y="8444"/>
                  </a:cubicBezTo>
                  <a:cubicBezTo>
                    <a:pt x="6580" y="8444"/>
                    <a:pt x="8366" y="7000"/>
                    <a:pt x="8723" y="4946"/>
                  </a:cubicBezTo>
                  <a:cubicBezTo>
                    <a:pt x="9110" y="2639"/>
                    <a:pt x="7577" y="466"/>
                    <a:pt x="5285" y="64"/>
                  </a:cubicBezTo>
                  <a:cubicBezTo>
                    <a:pt x="5039" y="21"/>
                    <a:pt x="4794" y="0"/>
                    <a:pt x="4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4011675" y="2745375"/>
              <a:ext cx="228125" cy="211125"/>
            </a:xfrm>
            <a:custGeom>
              <a:rect b="b" l="l" r="r" t="t"/>
              <a:pathLst>
                <a:path extrusionOk="0" h="8445" w="9125">
                  <a:moveTo>
                    <a:pt x="4573" y="0"/>
                  </a:moveTo>
                  <a:cubicBezTo>
                    <a:pt x="4332" y="0"/>
                    <a:pt x="4087" y="21"/>
                    <a:pt x="3841" y="64"/>
                  </a:cubicBezTo>
                  <a:cubicBezTo>
                    <a:pt x="1549" y="466"/>
                    <a:pt x="1" y="2654"/>
                    <a:pt x="417" y="4961"/>
                  </a:cubicBezTo>
                  <a:cubicBezTo>
                    <a:pt x="775" y="7001"/>
                    <a:pt x="2561" y="8444"/>
                    <a:pt x="4570" y="8444"/>
                  </a:cubicBezTo>
                  <a:cubicBezTo>
                    <a:pt x="4808" y="8444"/>
                    <a:pt x="5047" y="8430"/>
                    <a:pt x="5300" y="8385"/>
                  </a:cubicBezTo>
                  <a:cubicBezTo>
                    <a:pt x="7592" y="7983"/>
                    <a:pt x="9125" y="5795"/>
                    <a:pt x="8723" y="3488"/>
                  </a:cubicBezTo>
                  <a:cubicBezTo>
                    <a:pt x="8364" y="1442"/>
                    <a:pt x="6582" y="0"/>
                    <a:pt x="4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3394700" y="2638425"/>
              <a:ext cx="241150" cy="210900"/>
            </a:xfrm>
            <a:custGeom>
              <a:rect b="b" l="l" r="r" t="t"/>
              <a:pathLst>
                <a:path extrusionOk="0" h="8436" w="9646">
                  <a:moveTo>
                    <a:pt x="4840" y="1"/>
                  </a:moveTo>
                  <a:cubicBezTo>
                    <a:pt x="3378" y="1"/>
                    <a:pt x="1957" y="763"/>
                    <a:pt x="1176" y="2124"/>
                  </a:cubicBezTo>
                  <a:cubicBezTo>
                    <a:pt x="1" y="4134"/>
                    <a:pt x="700" y="6709"/>
                    <a:pt x="2710" y="7885"/>
                  </a:cubicBezTo>
                  <a:cubicBezTo>
                    <a:pt x="3379" y="8257"/>
                    <a:pt x="4109" y="8436"/>
                    <a:pt x="4823" y="8436"/>
                  </a:cubicBezTo>
                  <a:cubicBezTo>
                    <a:pt x="6282" y="8436"/>
                    <a:pt x="7711" y="7691"/>
                    <a:pt x="8485" y="6337"/>
                  </a:cubicBezTo>
                  <a:cubicBezTo>
                    <a:pt x="9646" y="4312"/>
                    <a:pt x="8946" y="1737"/>
                    <a:pt x="6937" y="561"/>
                  </a:cubicBezTo>
                  <a:cubicBezTo>
                    <a:pt x="6274" y="181"/>
                    <a:pt x="5552" y="1"/>
                    <a:pt x="48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4300825" y="2637700"/>
              <a:ext cx="241150" cy="210875"/>
            </a:xfrm>
            <a:custGeom>
              <a:rect b="b" l="l" r="r" t="t"/>
              <a:pathLst>
                <a:path extrusionOk="0" h="8435" w="9646">
                  <a:moveTo>
                    <a:pt x="4832" y="1"/>
                  </a:moveTo>
                  <a:cubicBezTo>
                    <a:pt x="4111" y="1"/>
                    <a:pt x="3380" y="186"/>
                    <a:pt x="2709" y="576"/>
                  </a:cubicBezTo>
                  <a:cubicBezTo>
                    <a:pt x="700" y="1737"/>
                    <a:pt x="0" y="4312"/>
                    <a:pt x="1176" y="6336"/>
                  </a:cubicBezTo>
                  <a:cubicBezTo>
                    <a:pt x="1965" y="7691"/>
                    <a:pt x="3379" y="8435"/>
                    <a:pt x="4823" y="8435"/>
                  </a:cubicBezTo>
                  <a:cubicBezTo>
                    <a:pt x="5552" y="8435"/>
                    <a:pt x="6267" y="8256"/>
                    <a:pt x="6936" y="7869"/>
                  </a:cubicBezTo>
                  <a:cubicBezTo>
                    <a:pt x="8961" y="6708"/>
                    <a:pt x="9645" y="4118"/>
                    <a:pt x="8470" y="2109"/>
                  </a:cubicBezTo>
                  <a:cubicBezTo>
                    <a:pt x="7693" y="755"/>
                    <a:pt x="6285" y="1"/>
                    <a:pt x="4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3156175" y="2436325"/>
              <a:ext cx="236325" cy="211300"/>
            </a:xfrm>
            <a:custGeom>
              <a:rect b="b" l="l" r="r" t="t"/>
              <a:pathLst>
                <a:path extrusionOk="0" h="8452" w="9453">
                  <a:moveTo>
                    <a:pt x="4716" y="0"/>
                  </a:moveTo>
                  <a:cubicBezTo>
                    <a:pt x="3758" y="0"/>
                    <a:pt x="2796" y="327"/>
                    <a:pt x="2010" y="995"/>
                  </a:cubicBezTo>
                  <a:cubicBezTo>
                    <a:pt x="224" y="2498"/>
                    <a:pt x="0" y="5162"/>
                    <a:pt x="1489" y="6949"/>
                  </a:cubicBezTo>
                  <a:cubicBezTo>
                    <a:pt x="2322" y="7931"/>
                    <a:pt x="3528" y="8452"/>
                    <a:pt x="4719" y="8452"/>
                  </a:cubicBezTo>
                  <a:cubicBezTo>
                    <a:pt x="5686" y="8452"/>
                    <a:pt x="6639" y="8124"/>
                    <a:pt x="7443" y="7455"/>
                  </a:cubicBezTo>
                  <a:cubicBezTo>
                    <a:pt x="9214" y="5951"/>
                    <a:pt x="9452" y="3287"/>
                    <a:pt x="7949" y="1516"/>
                  </a:cubicBezTo>
                  <a:cubicBezTo>
                    <a:pt x="7113" y="514"/>
                    <a:pt x="5917" y="0"/>
                    <a:pt x="4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4544175" y="2435300"/>
              <a:ext cx="236700" cy="210850"/>
            </a:xfrm>
            <a:custGeom>
              <a:rect b="b" l="l" r="r" t="t"/>
              <a:pathLst>
                <a:path extrusionOk="0" h="8434" w="9468">
                  <a:moveTo>
                    <a:pt x="4727" y="0"/>
                  </a:moveTo>
                  <a:cubicBezTo>
                    <a:pt x="3523" y="0"/>
                    <a:pt x="2326" y="511"/>
                    <a:pt x="1489" y="1497"/>
                  </a:cubicBezTo>
                  <a:cubicBezTo>
                    <a:pt x="1" y="3283"/>
                    <a:pt x="224" y="5948"/>
                    <a:pt x="2010" y="7451"/>
                  </a:cubicBezTo>
                  <a:cubicBezTo>
                    <a:pt x="2799" y="8106"/>
                    <a:pt x="3767" y="8433"/>
                    <a:pt x="4719" y="8433"/>
                  </a:cubicBezTo>
                  <a:cubicBezTo>
                    <a:pt x="5925" y="8433"/>
                    <a:pt x="7116" y="7927"/>
                    <a:pt x="7964" y="6930"/>
                  </a:cubicBezTo>
                  <a:cubicBezTo>
                    <a:pt x="9468" y="5144"/>
                    <a:pt x="9229" y="2479"/>
                    <a:pt x="7443" y="991"/>
                  </a:cubicBezTo>
                  <a:cubicBezTo>
                    <a:pt x="6651" y="324"/>
                    <a:pt x="5687" y="0"/>
                    <a:pt x="4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997275" y="2164400"/>
              <a:ext cx="238175" cy="210850"/>
            </a:xfrm>
            <a:custGeom>
              <a:rect b="b" l="l" r="r" t="t"/>
              <a:pathLst>
                <a:path extrusionOk="0" h="8434" w="9527">
                  <a:moveTo>
                    <a:pt x="4764" y="1"/>
                  </a:moveTo>
                  <a:cubicBezTo>
                    <a:pt x="4279" y="1"/>
                    <a:pt x="3786" y="84"/>
                    <a:pt x="3305" y="261"/>
                  </a:cubicBezTo>
                  <a:cubicBezTo>
                    <a:pt x="1117" y="1065"/>
                    <a:pt x="1" y="3476"/>
                    <a:pt x="789" y="5665"/>
                  </a:cubicBezTo>
                  <a:cubicBezTo>
                    <a:pt x="1415" y="7376"/>
                    <a:pt x="3037" y="8433"/>
                    <a:pt x="4749" y="8433"/>
                  </a:cubicBezTo>
                  <a:cubicBezTo>
                    <a:pt x="5240" y="8433"/>
                    <a:pt x="5731" y="8359"/>
                    <a:pt x="6208" y="8180"/>
                  </a:cubicBezTo>
                  <a:cubicBezTo>
                    <a:pt x="8396" y="7376"/>
                    <a:pt x="9527" y="4965"/>
                    <a:pt x="8723" y="2762"/>
                  </a:cubicBezTo>
                  <a:cubicBezTo>
                    <a:pt x="8096" y="1055"/>
                    <a:pt x="6482" y="1"/>
                    <a:pt x="4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4700850" y="2162600"/>
              <a:ext cx="238175" cy="211150"/>
            </a:xfrm>
            <a:custGeom>
              <a:rect b="b" l="l" r="r" t="t"/>
              <a:pathLst>
                <a:path extrusionOk="0" h="8446" w="9527">
                  <a:moveTo>
                    <a:pt x="4752" y="0"/>
                  </a:moveTo>
                  <a:cubicBezTo>
                    <a:pt x="3037" y="0"/>
                    <a:pt x="1417" y="1067"/>
                    <a:pt x="789" y="2789"/>
                  </a:cubicBezTo>
                  <a:cubicBezTo>
                    <a:pt x="0" y="4977"/>
                    <a:pt x="1132" y="7389"/>
                    <a:pt x="3305" y="8193"/>
                  </a:cubicBezTo>
                  <a:cubicBezTo>
                    <a:pt x="3796" y="8371"/>
                    <a:pt x="4287" y="8446"/>
                    <a:pt x="4749" y="8446"/>
                  </a:cubicBezTo>
                  <a:cubicBezTo>
                    <a:pt x="6490" y="8446"/>
                    <a:pt x="8098" y="7374"/>
                    <a:pt x="8723" y="5662"/>
                  </a:cubicBezTo>
                  <a:cubicBezTo>
                    <a:pt x="9527" y="3474"/>
                    <a:pt x="8395" y="1063"/>
                    <a:pt x="6192" y="259"/>
                  </a:cubicBezTo>
                  <a:cubicBezTo>
                    <a:pt x="5718" y="83"/>
                    <a:pt x="5231" y="0"/>
                    <a:pt x="4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955600" y="1854625"/>
              <a:ext cx="211025" cy="211000"/>
            </a:xfrm>
            <a:custGeom>
              <a:rect b="b" l="l" r="r" t="t"/>
              <a:pathLst>
                <a:path extrusionOk="0" h="8440" w="8441">
                  <a:moveTo>
                    <a:pt x="4240" y="0"/>
                  </a:moveTo>
                  <a:cubicBezTo>
                    <a:pt x="4231" y="0"/>
                    <a:pt x="4222" y="0"/>
                    <a:pt x="4213" y="0"/>
                  </a:cubicBezTo>
                  <a:cubicBezTo>
                    <a:pt x="1876" y="0"/>
                    <a:pt x="0" y="1891"/>
                    <a:pt x="0" y="4227"/>
                  </a:cubicBezTo>
                  <a:cubicBezTo>
                    <a:pt x="0" y="6549"/>
                    <a:pt x="1906" y="8440"/>
                    <a:pt x="4228" y="8440"/>
                  </a:cubicBezTo>
                  <a:lnTo>
                    <a:pt x="4243" y="8440"/>
                  </a:lnTo>
                  <a:cubicBezTo>
                    <a:pt x="6565" y="8440"/>
                    <a:pt x="8440" y="6535"/>
                    <a:pt x="8440" y="4213"/>
                  </a:cubicBezTo>
                  <a:cubicBezTo>
                    <a:pt x="8440" y="1885"/>
                    <a:pt x="6565" y="0"/>
                    <a:pt x="4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4768575" y="1849025"/>
              <a:ext cx="211025" cy="214750"/>
            </a:xfrm>
            <a:custGeom>
              <a:rect b="b" l="l" r="r" t="t"/>
              <a:pathLst>
                <a:path extrusionOk="0" h="8590" w="8441">
                  <a:moveTo>
                    <a:pt x="4213" y="1"/>
                  </a:moveTo>
                  <a:cubicBezTo>
                    <a:pt x="1876" y="16"/>
                    <a:pt x="0" y="1906"/>
                    <a:pt x="0" y="4243"/>
                  </a:cubicBezTo>
                  <a:lnTo>
                    <a:pt x="0" y="4303"/>
                  </a:lnTo>
                  <a:lnTo>
                    <a:pt x="0" y="4362"/>
                  </a:lnTo>
                  <a:cubicBezTo>
                    <a:pt x="0" y="6699"/>
                    <a:pt x="1891" y="8589"/>
                    <a:pt x="4228" y="8589"/>
                  </a:cubicBezTo>
                  <a:cubicBezTo>
                    <a:pt x="6550" y="8589"/>
                    <a:pt x="8440" y="6699"/>
                    <a:pt x="8440" y="4362"/>
                  </a:cubicBezTo>
                  <a:lnTo>
                    <a:pt x="8440" y="4303"/>
                  </a:lnTo>
                  <a:lnTo>
                    <a:pt x="8440" y="4198"/>
                  </a:lnTo>
                  <a:cubicBezTo>
                    <a:pt x="8440" y="1876"/>
                    <a:pt x="6535" y="1"/>
                    <a:pt x="4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995775" y="1544350"/>
              <a:ext cx="238200" cy="210925"/>
            </a:xfrm>
            <a:custGeom>
              <a:rect b="b" l="l" r="r" t="t"/>
              <a:pathLst>
                <a:path extrusionOk="0" h="8437" w="9528">
                  <a:moveTo>
                    <a:pt x="4785" y="1"/>
                  </a:moveTo>
                  <a:cubicBezTo>
                    <a:pt x="3054" y="1"/>
                    <a:pt x="1424" y="1074"/>
                    <a:pt x="805" y="2781"/>
                  </a:cubicBezTo>
                  <a:cubicBezTo>
                    <a:pt x="1" y="4984"/>
                    <a:pt x="1147" y="7410"/>
                    <a:pt x="3335" y="8184"/>
                  </a:cubicBezTo>
                  <a:cubicBezTo>
                    <a:pt x="3812" y="8362"/>
                    <a:pt x="4288" y="8437"/>
                    <a:pt x="4764" y="8437"/>
                  </a:cubicBezTo>
                  <a:cubicBezTo>
                    <a:pt x="6491" y="8437"/>
                    <a:pt x="8113" y="7380"/>
                    <a:pt x="8738" y="5653"/>
                  </a:cubicBezTo>
                  <a:cubicBezTo>
                    <a:pt x="9527" y="3465"/>
                    <a:pt x="8396" y="1054"/>
                    <a:pt x="6208" y="250"/>
                  </a:cubicBezTo>
                  <a:cubicBezTo>
                    <a:pt x="5738" y="81"/>
                    <a:pt x="5258" y="1"/>
                    <a:pt x="47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4699350" y="1539225"/>
              <a:ext cx="238200" cy="211225"/>
            </a:xfrm>
            <a:custGeom>
              <a:rect b="b" l="l" r="r" t="t"/>
              <a:pathLst>
                <a:path extrusionOk="0" h="8449" w="9528">
                  <a:moveTo>
                    <a:pt x="4764" y="1"/>
                  </a:moveTo>
                  <a:cubicBezTo>
                    <a:pt x="4279" y="1"/>
                    <a:pt x="3787" y="85"/>
                    <a:pt x="3305" y="262"/>
                  </a:cubicBezTo>
                  <a:cubicBezTo>
                    <a:pt x="1132" y="1065"/>
                    <a:pt x="1" y="3492"/>
                    <a:pt x="805" y="5680"/>
                  </a:cubicBezTo>
                  <a:cubicBezTo>
                    <a:pt x="1445" y="7392"/>
                    <a:pt x="3052" y="8448"/>
                    <a:pt x="4779" y="8448"/>
                  </a:cubicBezTo>
                  <a:cubicBezTo>
                    <a:pt x="5255" y="8448"/>
                    <a:pt x="5746" y="8359"/>
                    <a:pt x="6223" y="8180"/>
                  </a:cubicBezTo>
                  <a:cubicBezTo>
                    <a:pt x="8426" y="7377"/>
                    <a:pt x="9527" y="4950"/>
                    <a:pt x="8738" y="2762"/>
                  </a:cubicBezTo>
                  <a:cubicBezTo>
                    <a:pt x="8100" y="1056"/>
                    <a:pt x="6483" y="1"/>
                    <a:pt x="4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3153575" y="1271700"/>
              <a:ext cx="236675" cy="210825"/>
            </a:xfrm>
            <a:custGeom>
              <a:rect b="b" l="l" r="r" t="t"/>
              <a:pathLst>
                <a:path extrusionOk="0" h="8433" w="9467">
                  <a:moveTo>
                    <a:pt x="4732" y="0"/>
                  </a:moveTo>
                  <a:cubicBezTo>
                    <a:pt x="3526" y="0"/>
                    <a:pt x="2327" y="515"/>
                    <a:pt x="1489" y="1511"/>
                  </a:cubicBezTo>
                  <a:cubicBezTo>
                    <a:pt x="0" y="3297"/>
                    <a:pt x="238" y="5961"/>
                    <a:pt x="2024" y="7450"/>
                  </a:cubicBezTo>
                  <a:cubicBezTo>
                    <a:pt x="2813" y="8120"/>
                    <a:pt x="3781" y="8432"/>
                    <a:pt x="4734" y="8432"/>
                  </a:cubicBezTo>
                  <a:cubicBezTo>
                    <a:pt x="5939" y="8432"/>
                    <a:pt x="7130" y="7926"/>
                    <a:pt x="7978" y="6929"/>
                  </a:cubicBezTo>
                  <a:cubicBezTo>
                    <a:pt x="9467" y="5128"/>
                    <a:pt x="9229" y="2478"/>
                    <a:pt x="7443" y="990"/>
                  </a:cubicBezTo>
                  <a:cubicBezTo>
                    <a:pt x="6652" y="324"/>
                    <a:pt x="5690" y="0"/>
                    <a:pt x="4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4541950" y="1267500"/>
              <a:ext cx="236325" cy="210925"/>
            </a:xfrm>
            <a:custGeom>
              <a:rect b="b" l="l" r="r" t="t"/>
              <a:pathLst>
                <a:path extrusionOk="0" h="8437" w="9453">
                  <a:moveTo>
                    <a:pt x="4731" y="1"/>
                  </a:moveTo>
                  <a:cubicBezTo>
                    <a:pt x="3768" y="1"/>
                    <a:pt x="2800" y="332"/>
                    <a:pt x="2010" y="1009"/>
                  </a:cubicBezTo>
                  <a:cubicBezTo>
                    <a:pt x="224" y="2512"/>
                    <a:pt x="0" y="5162"/>
                    <a:pt x="1504" y="6948"/>
                  </a:cubicBezTo>
                  <a:cubicBezTo>
                    <a:pt x="2337" y="7930"/>
                    <a:pt x="3528" y="8436"/>
                    <a:pt x="4734" y="8436"/>
                  </a:cubicBezTo>
                  <a:cubicBezTo>
                    <a:pt x="5686" y="8436"/>
                    <a:pt x="6669" y="8109"/>
                    <a:pt x="7443" y="7454"/>
                  </a:cubicBezTo>
                  <a:cubicBezTo>
                    <a:pt x="9229" y="5951"/>
                    <a:pt x="9452" y="3271"/>
                    <a:pt x="7949" y="1500"/>
                  </a:cubicBezTo>
                  <a:cubicBezTo>
                    <a:pt x="7116" y="511"/>
                    <a:pt x="5927" y="1"/>
                    <a:pt x="4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3391725" y="1068725"/>
              <a:ext cx="241150" cy="210975"/>
            </a:xfrm>
            <a:custGeom>
              <a:rect b="b" l="l" r="r" t="t"/>
              <a:pathLst>
                <a:path extrusionOk="0" h="8439" w="9646">
                  <a:moveTo>
                    <a:pt x="4830" y="1"/>
                  </a:moveTo>
                  <a:cubicBezTo>
                    <a:pt x="4105" y="1"/>
                    <a:pt x="3369" y="188"/>
                    <a:pt x="2695" y="580"/>
                  </a:cubicBezTo>
                  <a:cubicBezTo>
                    <a:pt x="685" y="1741"/>
                    <a:pt x="0" y="4331"/>
                    <a:pt x="1176" y="6340"/>
                  </a:cubicBezTo>
                  <a:cubicBezTo>
                    <a:pt x="1950" y="7695"/>
                    <a:pt x="3379" y="8439"/>
                    <a:pt x="4823" y="8439"/>
                  </a:cubicBezTo>
                  <a:cubicBezTo>
                    <a:pt x="5552" y="8439"/>
                    <a:pt x="6282" y="8260"/>
                    <a:pt x="6952" y="7873"/>
                  </a:cubicBezTo>
                  <a:cubicBezTo>
                    <a:pt x="8961" y="6697"/>
                    <a:pt x="9646" y="4107"/>
                    <a:pt x="8470" y="2098"/>
                  </a:cubicBezTo>
                  <a:cubicBezTo>
                    <a:pt x="7686" y="748"/>
                    <a:pt x="6280" y="1"/>
                    <a:pt x="4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4297850" y="1066000"/>
              <a:ext cx="241150" cy="211100"/>
            </a:xfrm>
            <a:custGeom>
              <a:rect b="b" l="l" r="r" t="t"/>
              <a:pathLst>
                <a:path extrusionOk="0" h="8444" w="9646">
                  <a:moveTo>
                    <a:pt x="4832" y="0"/>
                  </a:moveTo>
                  <a:cubicBezTo>
                    <a:pt x="3369" y="0"/>
                    <a:pt x="1942" y="756"/>
                    <a:pt x="1161" y="2118"/>
                  </a:cubicBezTo>
                  <a:cubicBezTo>
                    <a:pt x="0" y="4142"/>
                    <a:pt x="700" y="6717"/>
                    <a:pt x="2724" y="7893"/>
                  </a:cubicBezTo>
                  <a:cubicBezTo>
                    <a:pt x="3394" y="8265"/>
                    <a:pt x="4108" y="8444"/>
                    <a:pt x="4823" y="8444"/>
                  </a:cubicBezTo>
                  <a:cubicBezTo>
                    <a:pt x="6281" y="8444"/>
                    <a:pt x="7695" y="7685"/>
                    <a:pt x="8484" y="6330"/>
                  </a:cubicBezTo>
                  <a:cubicBezTo>
                    <a:pt x="9645" y="4306"/>
                    <a:pt x="8946" y="1731"/>
                    <a:pt x="6921" y="555"/>
                  </a:cubicBezTo>
                  <a:cubicBezTo>
                    <a:pt x="6264" y="179"/>
                    <a:pt x="5544" y="0"/>
                    <a:pt x="4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3693525" y="960275"/>
              <a:ext cx="228125" cy="211150"/>
            </a:xfrm>
            <a:custGeom>
              <a:rect b="b" l="l" r="r" t="t"/>
              <a:pathLst>
                <a:path extrusionOk="0" h="8446" w="9125">
                  <a:moveTo>
                    <a:pt x="4563" y="1"/>
                  </a:moveTo>
                  <a:cubicBezTo>
                    <a:pt x="4320" y="1"/>
                    <a:pt x="4073" y="22"/>
                    <a:pt x="3825" y="65"/>
                  </a:cubicBezTo>
                  <a:cubicBezTo>
                    <a:pt x="1533" y="482"/>
                    <a:pt x="0" y="2655"/>
                    <a:pt x="417" y="4962"/>
                  </a:cubicBezTo>
                  <a:cubicBezTo>
                    <a:pt x="774" y="7002"/>
                    <a:pt x="2560" y="8445"/>
                    <a:pt x="4555" y="8445"/>
                  </a:cubicBezTo>
                  <a:cubicBezTo>
                    <a:pt x="4808" y="8445"/>
                    <a:pt x="5061" y="8416"/>
                    <a:pt x="5299" y="8371"/>
                  </a:cubicBezTo>
                  <a:cubicBezTo>
                    <a:pt x="7606" y="7969"/>
                    <a:pt x="9124" y="5781"/>
                    <a:pt x="8723" y="3474"/>
                  </a:cubicBezTo>
                  <a:cubicBezTo>
                    <a:pt x="8351" y="1429"/>
                    <a:pt x="6570" y="1"/>
                    <a:pt x="4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4008325" y="959550"/>
              <a:ext cx="227775" cy="210750"/>
            </a:xfrm>
            <a:custGeom>
              <a:rect b="b" l="l" r="r" t="t"/>
              <a:pathLst>
                <a:path extrusionOk="0" h="8430" w="9111">
                  <a:moveTo>
                    <a:pt x="4548" y="0"/>
                  </a:moveTo>
                  <a:cubicBezTo>
                    <a:pt x="2531" y="0"/>
                    <a:pt x="761" y="1442"/>
                    <a:pt x="403" y="3488"/>
                  </a:cubicBezTo>
                  <a:cubicBezTo>
                    <a:pt x="1" y="5795"/>
                    <a:pt x="1549" y="7968"/>
                    <a:pt x="3841" y="8370"/>
                  </a:cubicBezTo>
                  <a:cubicBezTo>
                    <a:pt x="4094" y="8415"/>
                    <a:pt x="4332" y="8430"/>
                    <a:pt x="4555" y="8430"/>
                  </a:cubicBezTo>
                  <a:cubicBezTo>
                    <a:pt x="6580" y="8430"/>
                    <a:pt x="8366" y="6986"/>
                    <a:pt x="8723" y="4932"/>
                  </a:cubicBezTo>
                  <a:cubicBezTo>
                    <a:pt x="9110" y="2640"/>
                    <a:pt x="7577" y="451"/>
                    <a:pt x="5285" y="64"/>
                  </a:cubicBezTo>
                  <a:cubicBezTo>
                    <a:pt x="5037" y="21"/>
                    <a:pt x="4791" y="0"/>
                    <a:pt x="4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5"/>
          <p:cNvGrpSpPr/>
          <p:nvPr/>
        </p:nvGrpSpPr>
        <p:grpSpPr>
          <a:xfrm>
            <a:off x="3718783" y="1322546"/>
            <a:ext cx="1706434" cy="1683945"/>
            <a:chOff x="2955600" y="959550"/>
            <a:chExt cx="2024000" cy="1997325"/>
          </a:xfrm>
        </p:grpSpPr>
        <p:sp>
          <p:nvSpPr>
            <p:cNvPr id="2858" name="Google Shape;2858;p55"/>
            <p:cNvSpPr/>
            <p:nvPr/>
          </p:nvSpPr>
          <p:spPr>
            <a:xfrm>
              <a:off x="3697225" y="2745750"/>
              <a:ext cx="227775" cy="211125"/>
            </a:xfrm>
            <a:custGeom>
              <a:rect b="b" l="l" r="r" t="t"/>
              <a:pathLst>
                <a:path extrusionOk="0" h="8445" w="9111">
                  <a:moveTo>
                    <a:pt x="4553" y="0"/>
                  </a:moveTo>
                  <a:cubicBezTo>
                    <a:pt x="2544" y="0"/>
                    <a:pt x="762" y="1443"/>
                    <a:pt x="403" y="3502"/>
                  </a:cubicBezTo>
                  <a:cubicBezTo>
                    <a:pt x="1" y="5795"/>
                    <a:pt x="1549" y="7983"/>
                    <a:pt x="3841" y="8370"/>
                  </a:cubicBezTo>
                  <a:cubicBezTo>
                    <a:pt x="4079" y="8429"/>
                    <a:pt x="4318" y="8444"/>
                    <a:pt x="4571" y="8444"/>
                  </a:cubicBezTo>
                  <a:cubicBezTo>
                    <a:pt x="6580" y="8444"/>
                    <a:pt x="8366" y="7000"/>
                    <a:pt x="8723" y="4946"/>
                  </a:cubicBezTo>
                  <a:cubicBezTo>
                    <a:pt x="9110" y="2639"/>
                    <a:pt x="7577" y="466"/>
                    <a:pt x="5285" y="64"/>
                  </a:cubicBezTo>
                  <a:cubicBezTo>
                    <a:pt x="5039" y="21"/>
                    <a:pt x="4794" y="0"/>
                    <a:pt x="4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4011675" y="2745375"/>
              <a:ext cx="228125" cy="211125"/>
            </a:xfrm>
            <a:custGeom>
              <a:rect b="b" l="l" r="r" t="t"/>
              <a:pathLst>
                <a:path extrusionOk="0" h="8445" w="9125">
                  <a:moveTo>
                    <a:pt x="4573" y="0"/>
                  </a:moveTo>
                  <a:cubicBezTo>
                    <a:pt x="4332" y="0"/>
                    <a:pt x="4087" y="21"/>
                    <a:pt x="3841" y="64"/>
                  </a:cubicBezTo>
                  <a:cubicBezTo>
                    <a:pt x="1549" y="466"/>
                    <a:pt x="1" y="2654"/>
                    <a:pt x="417" y="4961"/>
                  </a:cubicBezTo>
                  <a:cubicBezTo>
                    <a:pt x="775" y="7001"/>
                    <a:pt x="2561" y="8444"/>
                    <a:pt x="4570" y="8444"/>
                  </a:cubicBezTo>
                  <a:cubicBezTo>
                    <a:pt x="4808" y="8444"/>
                    <a:pt x="5047" y="8430"/>
                    <a:pt x="5300" y="8385"/>
                  </a:cubicBezTo>
                  <a:cubicBezTo>
                    <a:pt x="7592" y="7983"/>
                    <a:pt x="9125" y="5795"/>
                    <a:pt x="8723" y="3488"/>
                  </a:cubicBezTo>
                  <a:cubicBezTo>
                    <a:pt x="8364" y="1442"/>
                    <a:pt x="6582"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3394700" y="2638425"/>
              <a:ext cx="241150" cy="210900"/>
            </a:xfrm>
            <a:custGeom>
              <a:rect b="b" l="l" r="r" t="t"/>
              <a:pathLst>
                <a:path extrusionOk="0" h="8436" w="9646">
                  <a:moveTo>
                    <a:pt x="4840" y="1"/>
                  </a:moveTo>
                  <a:cubicBezTo>
                    <a:pt x="3378" y="1"/>
                    <a:pt x="1957" y="763"/>
                    <a:pt x="1176" y="2124"/>
                  </a:cubicBezTo>
                  <a:cubicBezTo>
                    <a:pt x="1" y="4134"/>
                    <a:pt x="700" y="6709"/>
                    <a:pt x="2710" y="7885"/>
                  </a:cubicBezTo>
                  <a:cubicBezTo>
                    <a:pt x="3379" y="8257"/>
                    <a:pt x="4109" y="8436"/>
                    <a:pt x="4823" y="8436"/>
                  </a:cubicBezTo>
                  <a:cubicBezTo>
                    <a:pt x="6282" y="8436"/>
                    <a:pt x="7711" y="7691"/>
                    <a:pt x="8485" y="6337"/>
                  </a:cubicBezTo>
                  <a:cubicBezTo>
                    <a:pt x="9646" y="4312"/>
                    <a:pt x="8946" y="1737"/>
                    <a:pt x="6937" y="561"/>
                  </a:cubicBezTo>
                  <a:cubicBezTo>
                    <a:pt x="6274" y="181"/>
                    <a:pt x="5552" y="1"/>
                    <a:pt x="48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4300825" y="2637700"/>
              <a:ext cx="241150" cy="210875"/>
            </a:xfrm>
            <a:custGeom>
              <a:rect b="b" l="l" r="r" t="t"/>
              <a:pathLst>
                <a:path extrusionOk="0" h="8435" w="9646">
                  <a:moveTo>
                    <a:pt x="4832" y="1"/>
                  </a:moveTo>
                  <a:cubicBezTo>
                    <a:pt x="4111" y="1"/>
                    <a:pt x="3380" y="186"/>
                    <a:pt x="2709" y="576"/>
                  </a:cubicBezTo>
                  <a:cubicBezTo>
                    <a:pt x="700" y="1737"/>
                    <a:pt x="0" y="4312"/>
                    <a:pt x="1176" y="6336"/>
                  </a:cubicBezTo>
                  <a:cubicBezTo>
                    <a:pt x="1965" y="7691"/>
                    <a:pt x="3379" y="8435"/>
                    <a:pt x="4823" y="8435"/>
                  </a:cubicBezTo>
                  <a:cubicBezTo>
                    <a:pt x="5552" y="8435"/>
                    <a:pt x="6267" y="8256"/>
                    <a:pt x="6936" y="7869"/>
                  </a:cubicBezTo>
                  <a:cubicBezTo>
                    <a:pt x="8961" y="6708"/>
                    <a:pt x="9645" y="4118"/>
                    <a:pt x="8470" y="2109"/>
                  </a:cubicBezTo>
                  <a:cubicBezTo>
                    <a:pt x="7693" y="755"/>
                    <a:pt x="6285" y="1"/>
                    <a:pt x="48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3156175" y="2436325"/>
              <a:ext cx="236325" cy="211300"/>
            </a:xfrm>
            <a:custGeom>
              <a:rect b="b" l="l" r="r" t="t"/>
              <a:pathLst>
                <a:path extrusionOk="0" h="8452" w="9453">
                  <a:moveTo>
                    <a:pt x="4716" y="0"/>
                  </a:moveTo>
                  <a:cubicBezTo>
                    <a:pt x="3758" y="0"/>
                    <a:pt x="2796" y="327"/>
                    <a:pt x="2010" y="995"/>
                  </a:cubicBezTo>
                  <a:cubicBezTo>
                    <a:pt x="224" y="2498"/>
                    <a:pt x="0" y="5162"/>
                    <a:pt x="1489" y="6949"/>
                  </a:cubicBezTo>
                  <a:cubicBezTo>
                    <a:pt x="2322" y="7931"/>
                    <a:pt x="3528" y="8452"/>
                    <a:pt x="4719" y="8452"/>
                  </a:cubicBezTo>
                  <a:cubicBezTo>
                    <a:pt x="5686" y="8452"/>
                    <a:pt x="6639" y="8124"/>
                    <a:pt x="7443" y="7455"/>
                  </a:cubicBezTo>
                  <a:cubicBezTo>
                    <a:pt x="9214" y="5951"/>
                    <a:pt x="9452" y="3287"/>
                    <a:pt x="7949" y="1516"/>
                  </a:cubicBezTo>
                  <a:cubicBezTo>
                    <a:pt x="7113" y="514"/>
                    <a:pt x="5917" y="0"/>
                    <a:pt x="4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4544175" y="2435300"/>
              <a:ext cx="236700" cy="210850"/>
            </a:xfrm>
            <a:custGeom>
              <a:rect b="b" l="l" r="r" t="t"/>
              <a:pathLst>
                <a:path extrusionOk="0" h="8434" w="9468">
                  <a:moveTo>
                    <a:pt x="4727" y="0"/>
                  </a:moveTo>
                  <a:cubicBezTo>
                    <a:pt x="3523" y="0"/>
                    <a:pt x="2326" y="511"/>
                    <a:pt x="1489" y="1497"/>
                  </a:cubicBezTo>
                  <a:cubicBezTo>
                    <a:pt x="1" y="3283"/>
                    <a:pt x="224" y="5948"/>
                    <a:pt x="2010" y="7451"/>
                  </a:cubicBezTo>
                  <a:cubicBezTo>
                    <a:pt x="2799" y="8106"/>
                    <a:pt x="3767" y="8433"/>
                    <a:pt x="4719" y="8433"/>
                  </a:cubicBezTo>
                  <a:cubicBezTo>
                    <a:pt x="5925" y="8433"/>
                    <a:pt x="7116" y="7927"/>
                    <a:pt x="7964" y="6930"/>
                  </a:cubicBezTo>
                  <a:cubicBezTo>
                    <a:pt x="9468" y="5144"/>
                    <a:pt x="9229" y="2479"/>
                    <a:pt x="7443" y="991"/>
                  </a:cubicBezTo>
                  <a:cubicBezTo>
                    <a:pt x="6651" y="324"/>
                    <a:pt x="5687" y="0"/>
                    <a:pt x="4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997275" y="2164400"/>
              <a:ext cx="238175" cy="210850"/>
            </a:xfrm>
            <a:custGeom>
              <a:rect b="b" l="l" r="r" t="t"/>
              <a:pathLst>
                <a:path extrusionOk="0" h="8434" w="9527">
                  <a:moveTo>
                    <a:pt x="4764" y="1"/>
                  </a:moveTo>
                  <a:cubicBezTo>
                    <a:pt x="4279" y="1"/>
                    <a:pt x="3786" y="84"/>
                    <a:pt x="3305" y="261"/>
                  </a:cubicBezTo>
                  <a:cubicBezTo>
                    <a:pt x="1117" y="1065"/>
                    <a:pt x="1" y="3476"/>
                    <a:pt x="789" y="5665"/>
                  </a:cubicBezTo>
                  <a:cubicBezTo>
                    <a:pt x="1415" y="7376"/>
                    <a:pt x="3037" y="8433"/>
                    <a:pt x="4749" y="8433"/>
                  </a:cubicBezTo>
                  <a:cubicBezTo>
                    <a:pt x="5240" y="8433"/>
                    <a:pt x="5731" y="8359"/>
                    <a:pt x="6208" y="8180"/>
                  </a:cubicBezTo>
                  <a:cubicBezTo>
                    <a:pt x="8396" y="7376"/>
                    <a:pt x="9527" y="4965"/>
                    <a:pt x="8723" y="2762"/>
                  </a:cubicBezTo>
                  <a:cubicBezTo>
                    <a:pt x="8096" y="1055"/>
                    <a:pt x="6482" y="1"/>
                    <a:pt x="4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4700850" y="2162600"/>
              <a:ext cx="238175" cy="211150"/>
            </a:xfrm>
            <a:custGeom>
              <a:rect b="b" l="l" r="r" t="t"/>
              <a:pathLst>
                <a:path extrusionOk="0" h="8446" w="9527">
                  <a:moveTo>
                    <a:pt x="4752" y="0"/>
                  </a:moveTo>
                  <a:cubicBezTo>
                    <a:pt x="3037" y="0"/>
                    <a:pt x="1417" y="1067"/>
                    <a:pt x="789" y="2789"/>
                  </a:cubicBezTo>
                  <a:cubicBezTo>
                    <a:pt x="0" y="4977"/>
                    <a:pt x="1132" y="7389"/>
                    <a:pt x="3305" y="8193"/>
                  </a:cubicBezTo>
                  <a:cubicBezTo>
                    <a:pt x="3796" y="8371"/>
                    <a:pt x="4287" y="8446"/>
                    <a:pt x="4749" y="8446"/>
                  </a:cubicBezTo>
                  <a:cubicBezTo>
                    <a:pt x="6490" y="8446"/>
                    <a:pt x="8098" y="7374"/>
                    <a:pt x="8723" y="5662"/>
                  </a:cubicBezTo>
                  <a:cubicBezTo>
                    <a:pt x="9527" y="3474"/>
                    <a:pt x="8395" y="1063"/>
                    <a:pt x="6192" y="259"/>
                  </a:cubicBezTo>
                  <a:cubicBezTo>
                    <a:pt x="5718" y="83"/>
                    <a:pt x="5231" y="0"/>
                    <a:pt x="4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955600" y="1854625"/>
              <a:ext cx="211025" cy="211000"/>
            </a:xfrm>
            <a:custGeom>
              <a:rect b="b" l="l" r="r" t="t"/>
              <a:pathLst>
                <a:path extrusionOk="0" h="8440" w="8441">
                  <a:moveTo>
                    <a:pt x="4240" y="0"/>
                  </a:moveTo>
                  <a:cubicBezTo>
                    <a:pt x="4231" y="0"/>
                    <a:pt x="4222" y="0"/>
                    <a:pt x="4213" y="0"/>
                  </a:cubicBezTo>
                  <a:cubicBezTo>
                    <a:pt x="1876" y="0"/>
                    <a:pt x="0" y="1891"/>
                    <a:pt x="0" y="4227"/>
                  </a:cubicBezTo>
                  <a:cubicBezTo>
                    <a:pt x="0" y="6549"/>
                    <a:pt x="1906" y="8440"/>
                    <a:pt x="4228" y="8440"/>
                  </a:cubicBezTo>
                  <a:lnTo>
                    <a:pt x="4243" y="8440"/>
                  </a:lnTo>
                  <a:cubicBezTo>
                    <a:pt x="6565" y="8440"/>
                    <a:pt x="8440" y="6535"/>
                    <a:pt x="8440" y="4213"/>
                  </a:cubicBezTo>
                  <a:cubicBezTo>
                    <a:pt x="8440" y="1885"/>
                    <a:pt x="6565" y="0"/>
                    <a:pt x="4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4768575" y="1849025"/>
              <a:ext cx="211025" cy="214750"/>
            </a:xfrm>
            <a:custGeom>
              <a:rect b="b" l="l" r="r" t="t"/>
              <a:pathLst>
                <a:path extrusionOk="0" h="8590" w="8441">
                  <a:moveTo>
                    <a:pt x="4213" y="1"/>
                  </a:moveTo>
                  <a:cubicBezTo>
                    <a:pt x="1876" y="16"/>
                    <a:pt x="0" y="1906"/>
                    <a:pt x="0" y="4243"/>
                  </a:cubicBezTo>
                  <a:lnTo>
                    <a:pt x="0" y="4303"/>
                  </a:lnTo>
                  <a:lnTo>
                    <a:pt x="0" y="4362"/>
                  </a:lnTo>
                  <a:cubicBezTo>
                    <a:pt x="0" y="6699"/>
                    <a:pt x="1891" y="8589"/>
                    <a:pt x="4228" y="8589"/>
                  </a:cubicBezTo>
                  <a:cubicBezTo>
                    <a:pt x="6550" y="8589"/>
                    <a:pt x="8440" y="6699"/>
                    <a:pt x="8440" y="4362"/>
                  </a:cubicBezTo>
                  <a:lnTo>
                    <a:pt x="8440" y="4303"/>
                  </a:lnTo>
                  <a:lnTo>
                    <a:pt x="8440" y="4198"/>
                  </a:lnTo>
                  <a:cubicBezTo>
                    <a:pt x="8440" y="1876"/>
                    <a:pt x="6535" y="1"/>
                    <a:pt x="4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995775" y="1544350"/>
              <a:ext cx="238200" cy="210925"/>
            </a:xfrm>
            <a:custGeom>
              <a:rect b="b" l="l" r="r" t="t"/>
              <a:pathLst>
                <a:path extrusionOk="0" h="8437" w="9528">
                  <a:moveTo>
                    <a:pt x="4785" y="1"/>
                  </a:moveTo>
                  <a:cubicBezTo>
                    <a:pt x="3054" y="1"/>
                    <a:pt x="1424" y="1074"/>
                    <a:pt x="805" y="2781"/>
                  </a:cubicBezTo>
                  <a:cubicBezTo>
                    <a:pt x="1" y="4984"/>
                    <a:pt x="1147" y="7410"/>
                    <a:pt x="3335" y="8184"/>
                  </a:cubicBezTo>
                  <a:cubicBezTo>
                    <a:pt x="3812" y="8362"/>
                    <a:pt x="4288" y="8437"/>
                    <a:pt x="4764" y="8437"/>
                  </a:cubicBezTo>
                  <a:cubicBezTo>
                    <a:pt x="6491" y="8437"/>
                    <a:pt x="8113" y="7380"/>
                    <a:pt x="8738" y="5653"/>
                  </a:cubicBezTo>
                  <a:cubicBezTo>
                    <a:pt x="9527" y="3465"/>
                    <a:pt x="8396" y="1054"/>
                    <a:pt x="6208" y="250"/>
                  </a:cubicBezTo>
                  <a:cubicBezTo>
                    <a:pt x="5738" y="81"/>
                    <a:pt x="5258" y="1"/>
                    <a:pt x="47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4699350" y="1539225"/>
              <a:ext cx="238200" cy="211225"/>
            </a:xfrm>
            <a:custGeom>
              <a:rect b="b" l="l" r="r" t="t"/>
              <a:pathLst>
                <a:path extrusionOk="0" h="8449" w="9528">
                  <a:moveTo>
                    <a:pt x="4764" y="1"/>
                  </a:moveTo>
                  <a:cubicBezTo>
                    <a:pt x="4279" y="1"/>
                    <a:pt x="3787" y="85"/>
                    <a:pt x="3305" y="262"/>
                  </a:cubicBezTo>
                  <a:cubicBezTo>
                    <a:pt x="1132" y="1065"/>
                    <a:pt x="1" y="3492"/>
                    <a:pt x="805" y="5680"/>
                  </a:cubicBezTo>
                  <a:cubicBezTo>
                    <a:pt x="1445" y="7392"/>
                    <a:pt x="3052" y="8448"/>
                    <a:pt x="4779" y="8448"/>
                  </a:cubicBezTo>
                  <a:cubicBezTo>
                    <a:pt x="5255" y="8448"/>
                    <a:pt x="5746" y="8359"/>
                    <a:pt x="6223" y="8180"/>
                  </a:cubicBezTo>
                  <a:cubicBezTo>
                    <a:pt x="8426" y="7377"/>
                    <a:pt x="9527" y="4950"/>
                    <a:pt x="8738" y="2762"/>
                  </a:cubicBezTo>
                  <a:cubicBezTo>
                    <a:pt x="8100" y="1056"/>
                    <a:pt x="6483" y="1"/>
                    <a:pt x="4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3153575" y="1271700"/>
              <a:ext cx="236675" cy="210825"/>
            </a:xfrm>
            <a:custGeom>
              <a:rect b="b" l="l" r="r" t="t"/>
              <a:pathLst>
                <a:path extrusionOk="0" h="8433" w="9467">
                  <a:moveTo>
                    <a:pt x="4732" y="0"/>
                  </a:moveTo>
                  <a:cubicBezTo>
                    <a:pt x="3526" y="0"/>
                    <a:pt x="2327" y="515"/>
                    <a:pt x="1489" y="1511"/>
                  </a:cubicBezTo>
                  <a:cubicBezTo>
                    <a:pt x="0" y="3297"/>
                    <a:pt x="238" y="5961"/>
                    <a:pt x="2024" y="7450"/>
                  </a:cubicBezTo>
                  <a:cubicBezTo>
                    <a:pt x="2813" y="8120"/>
                    <a:pt x="3781" y="8432"/>
                    <a:pt x="4734" y="8432"/>
                  </a:cubicBezTo>
                  <a:cubicBezTo>
                    <a:pt x="5939" y="8432"/>
                    <a:pt x="7130" y="7926"/>
                    <a:pt x="7978" y="6929"/>
                  </a:cubicBezTo>
                  <a:cubicBezTo>
                    <a:pt x="9467" y="5128"/>
                    <a:pt x="9229" y="2478"/>
                    <a:pt x="7443" y="990"/>
                  </a:cubicBezTo>
                  <a:cubicBezTo>
                    <a:pt x="6652" y="324"/>
                    <a:pt x="5690" y="0"/>
                    <a:pt x="4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4541950" y="1267500"/>
              <a:ext cx="236325" cy="210925"/>
            </a:xfrm>
            <a:custGeom>
              <a:rect b="b" l="l" r="r" t="t"/>
              <a:pathLst>
                <a:path extrusionOk="0" h="8437" w="9453">
                  <a:moveTo>
                    <a:pt x="4731" y="1"/>
                  </a:moveTo>
                  <a:cubicBezTo>
                    <a:pt x="3768" y="1"/>
                    <a:pt x="2800" y="332"/>
                    <a:pt x="2010" y="1009"/>
                  </a:cubicBezTo>
                  <a:cubicBezTo>
                    <a:pt x="224" y="2512"/>
                    <a:pt x="0" y="5162"/>
                    <a:pt x="1504" y="6948"/>
                  </a:cubicBezTo>
                  <a:cubicBezTo>
                    <a:pt x="2337" y="7930"/>
                    <a:pt x="3528" y="8436"/>
                    <a:pt x="4734" y="8436"/>
                  </a:cubicBezTo>
                  <a:cubicBezTo>
                    <a:pt x="5686" y="8436"/>
                    <a:pt x="6669" y="8109"/>
                    <a:pt x="7443" y="7454"/>
                  </a:cubicBezTo>
                  <a:cubicBezTo>
                    <a:pt x="9229" y="5951"/>
                    <a:pt x="9452" y="3271"/>
                    <a:pt x="7949" y="1500"/>
                  </a:cubicBezTo>
                  <a:cubicBezTo>
                    <a:pt x="7116" y="511"/>
                    <a:pt x="5927" y="1"/>
                    <a:pt x="4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3391725" y="1068725"/>
              <a:ext cx="241150" cy="210975"/>
            </a:xfrm>
            <a:custGeom>
              <a:rect b="b" l="l" r="r" t="t"/>
              <a:pathLst>
                <a:path extrusionOk="0" h="8439" w="9646">
                  <a:moveTo>
                    <a:pt x="4830" y="1"/>
                  </a:moveTo>
                  <a:cubicBezTo>
                    <a:pt x="4105" y="1"/>
                    <a:pt x="3369" y="188"/>
                    <a:pt x="2695" y="580"/>
                  </a:cubicBezTo>
                  <a:cubicBezTo>
                    <a:pt x="685" y="1741"/>
                    <a:pt x="0" y="4331"/>
                    <a:pt x="1176" y="6340"/>
                  </a:cubicBezTo>
                  <a:cubicBezTo>
                    <a:pt x="1950" y="7695"/>
                    <a:pt x="3379" y="8439"/>
                    <a:pt x="4823" y="8439"/>
                  </a:cubicBezTo>
                  <a:cubicBezTo>
                    <a:pt x="5552" y="8439"/>
                    <a:pt x="6282" y="8260"/>
                    <a:pt x="6952" y="7873"/>
                  </a:cubicBezTo>
                  <a:cubicBezTo>
                    <a:pt x="8961" y="6697"/>
                    <a:pt x="9646" y="4107"/>
                    <a:pt x="8470" y="2098"/>
                  </a:cubicBezTo>
                  <a:cubicBezTo>
                    <a:pt x="7686" y="748"/>
                    <a:pt x="6280" y="1"/>
                    <a:pt x="4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4297850" y="1066000"/>
              <a:ext cx="241150" cy="211100"/>
            </a:xfrm>
            <a:custGeom>
              <a:rect b="b" l="l" r="r" t="t"/>
              <a:pathLst>
                <a:path extrusionOk="0" h="8444" w="9646">
                  <a:moveTo>
                    <a:pt x="4832" y="0"/>
                  </a:moveTo>
                  <a:cubicBezTo>
                    <a:pt x="3369" y="0"/>
                    <a:pt x="1942" y="756"/>
                    <a:pt x="1161" y="2118"/>
                  </a:cubicBezTo>
                  <a:cubicBezTo>
                    <a:pt x="0" y="4142"/>
                    <a:pt x="700" y="6717"/>
                    <a:pt x="2724" y="7893"/>
                  </a:cubicBezTo>
                  <a:cubicBezTo>
                    <a:pt x="3394" y="8265"/>
                    <a:pt x="4108" y="8444"/>
                    <a:pt x="4823" y="8444"/>
                  </a:cubicBezTo>
                  <a:cubicBezTo>
                    <a:pt x="6281" y="8444"/>
                    <a:pt x="7695" y="7685"/>
                    <a:pt x="8484" y="6330"/>
                  </a:cubicBezTo>
                  <a:cubicBezTo>
                    <a:pt x="9645" y="4306"/>
                    <a:pt x="8946" y="1731"/>
                    <a:pt x="6921" y="555"/>
                  </a:cubicBezTo>
                  <a:cubicBezTo>
                    <a:pt x="6264" y="179"/>
                    <a:pt x="5544" y="0"/>
                    <a:pt x="4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3693525" y="960275"/>
              <a:ext cx="228125" cy="211150"/>
            </a:xfrm>
            <a:custGeom>
              <a:rect b="b" l="l" r="r" t="t"/>
              <a:pathLst>
                <a:path extrusionOk="0" h="8446" w="9125">
                  <a:moveTo>
                    <a:pt x="4563" y="1"/>
                  </a:moveTo>
                  <a:cubicBezTo>
                    <a:pt x="4320" y="1"/>
                    <a:pt x="4073" y="22"/>
                    <a:pt x="3825" y="65"/>
                  </a:cubicBezTo>
                  <a:cubicBezTo>
                    <a:pt x="1533" y="482"/>
                    <a:pt x="0" y="2655"/>
                    <a:pt x="417" y="4962"/>
                  </a:cubicBezTo>
                  <a:cubicBezTo>
                    <a:pt x="774" y="7002"/>
                    <a:pt x="2560" y="8445"/>
                    <a:pt x="4555" y="8445"/>
                  </a:cubicBezTo>
                  <a:cubicBezTo>
                    <a:pt x="4808" y="8445"/>
                    <a:pt x="5061" y="8416"/>
                    <a:pt x="5299" y="8371"/>
                  </a:cubicBezTo>
                  <a:cubicBezTo>
                    <a:pt x="7606" y="7969"/>
                    <a:pt x="9124" y="5781"/>
                    <a:pt x="8723" y="3474"/>
                  </a:cubicBezTo>
                  <a:cubicBezTo>
                    <a:pt x="8351" y="1429"/>
                    <a:pt x="6570" y="1"/>
                    <a:pt x="4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4008325" y="959550"/>
              <a:ext cx="227775" cy="210750"/>
            </a:xfrm>
            <a:custGeom>
              <a:rect b="b" l="l" r="r" t="t"/>
              <a:pathLst>
                <a:path extrusionOk="0" h="8430" w="9111">
                  <a:moveTo>
                    <a:pt x="4548" y="0"/>
                  </a:moveTo>
                  <a:cubicBezTo>
                    <a:pt x="2531" y="0"/>
                    <a:pt x="761" y="1442"/>
                    <a:pt x="403" y="3488"/>
                  </a:cubicBezTo>
                  <a:cubicBezTo>
                    <a:pt x="1" y="5795"/>
                    <a:pt x="1549" y="7968"/>
                    <a:pt x="3841" y="8370"/>
                  </a:cubicBezTo>
                  <a:cubicBezTo>
                    <a:pt x="4094" y="8415"/>
                    <a:pt x="4332" y="8430"/>
                    <a:pt x="4555" y="8430"/>
                  </a:cubicBezTo>
                  <a:cubicBezTo>
                    <a:pt x="6580" y="8430"/>
                    <a:pt x="8366" y="6986"/>
                    <a:pt x="8723" y="4932"/>
                  </a:cubicBezTo>
                  <a:cubicBezTo>
                    <a:pt x="9110" y="2640"/>
                    <a:pt x="7577" y="451"/>
                    <a:pt x="5285" y="64"/>
                  </a:cubicBezTo>
                  <a:cubicBezTo>
                    <a:pt x="5037" y="21"/>
                    <a:pt x="4791" y="0"/>
                    <a:pt x="4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55"/>
          <p:cNvGrpSpPr/>
          <p:nvPr/>
        </p:nvGrpSpPr>
        <p:grpSpPr>
          <a:xfrm>
            <a:off x="6265683" y="1322546"/>
            <a:ext cx="1706434" cy="1683945"/>
            <a:chOff x="2955600" y="959550"/>
            <a:chExt cx="2024000" cy="1997325"/>
          </a:xfrm>
        </p:grpSpPr>
        <p:sp>
          <p:nvSpPr>
            <p:cNvPr id="2877" name="Google Shape;2877;p55"/>
            <p:cNvSpPr/>
            <p:nvPr/>
          </p:nvSpPr>
          <p:spPr>
            <a:xfrm>
              <a:off x="3697225" y="2745750"/>
              <a:ext cx="227775" cy="211125"/>
            </a:xfrm>
            <a:custGeom>
              <a:rect b="b" l="l" r="r" t="t"/>
              <a:pathLst>
                <a:path extrusionOk="0" h="8445" w="9111">
                  <a:moveTo>
                    <a:pt x="4553" y="0"/>
                  </a:moveTo>
                  <a:cubicBezTo>
                    <a:pt x="2544" y="0"/>
                    <a:pt x="762" y="1443"/>
                    <a:pt x="403" y="3502"/>
                  </a:cubicBezTo>
                  <a:cubicBezTo>
                    <a:pt x="1" y="5795"/>
                    <a:pt x="1549" y="7983"/>
                    <a:pt x="3841" y="8370"/>
                  </a:cubicBezTo>
                  <a:cubicBezTo>
                    <a:pt x="4079" y="8429"/>
                    <a:pt x="4318" y="8444"/>
                    <a:pt x="4571" y="8444"/>
                  </a:cubicBezTo>
                  <a:cubicBezTo>
                    <a:pt x="6580" y="8444"/>
                    <a:pt x="8366" y="7000"/>
                    <a:pt x="8723" y="4946"/>
                  </a:cubicBezTo>
                  <a:cubicBezTo>
                    <a:pt x="9110" y="2639"/>
                    <a:pt x="7577" y="466"/>
                    <a:pt x="5285" y="64"/>
                  </a:cubicBezTo>
                  <a:cubicBezTo>
                    <a:pt x="5039" y="21"/>
                    <a:pt x="4794" y="0"/>
                    <a:pt x="4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4011675" y="2745375"/>
              <a:ext cx="228125" cy="211125"/>
            </a:xfrm>
            <a:custGeom>
              <a:rect b="b" l="l" r="r" t="t"/>
              <a:pathLst>
                <a:path extrusionOk="0" h="8445" w="9125">
                  <a:moveTo>
                    <a:pt x="4573" y="0"/>
                  </a:moveTo>
                  <a:cubicBezTo>
                    <a:pt x="4332" y="0"/>
                    <a:pt x="4087" y="21"/>
                    <a:pt x="3841" y="64"/>
                  </a:cubicBezTo>
                  <a:cubicBezTo>
                    <a:pt x="1549" y="466"/>
                    <a:pt x="1" y="2654"/>
                    <a:pt x="417" y="4961"/>
                  </a:cubicBezTo>
                  <a:cubicBezTo>
                    <a:pt x="775" y="7001"/>
                    <a:pt x="2561" y="8444"/>
                    <a:pt x="4570" y="8444"/>
                  </a:cubicBezTo>
                  <a:cubicBezTo>
                    <a:pt x="4808" y="8444"/>
                    <a:pt x="5047" y="8430"/>
                    <a:pt x="5300" y="8385"/>
                  </a:cubicBezTo>
                  <a:cubicBezTo>
                    <a:pt x="7592" y="7983"/>
                    <a:pt x="9125" y="5795"/>
                    <a:pt x="8723" y="3488"/>
                  </a:cubicBezTo>
                  <a:cubicBezTo>
                    <a:pt x="8364" y="1442"/>
                    <a:pt x="6582" y="0"/>
                    <a:pt x="4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3394700" y="2638425"/>
              <a:ext cx="241150" cy="210900"/>
            </a:xfrm>
            <a:custGeom>
              <a:rect b="b" l="l" r="r" t="t"/>
              <a:pathLst>
                <a:path extrusionOk="0" h="8436" w="9646">
                  <a:moveTo>
                    <a:pt x="4840" y="1"/>
                  </a:moveTo>
                  <a:cubicBezTo>
                    <a:pt x="3378" y="1"/>
                    <a:pt x="1957" y="763"/>
                    <a:pt x="1176" y="2124"/>
                  </a:cubicBezTo>
                  <a:cubicBezTo>
                    <a:pt x="1" y="4134"/>
                    <a:pt x="700" y="6709"/>
                    <a:pt x="2710" y="7885"/>
                  </a:cubicBezTo>
                  <a:cubicBezTo>
                    <a:pt x="3379" y="8257"/>
                    <a:pt x="4109" y="8436"/>
                    <a:pt x="4823" y="8436"/>
                  </a:cubicBezTo>
                  <a:cubicBezTo>
                    <a:pt x="6282" y="8436"/>
                    <a:pt x="7711" y="7691"/>
                    <a:pt x="8485" y="6337"/>
                  </a:cubicBezTo>
                  <a:cubicBezTo>
                    <a:pt x="9646" y="4312"/>
                    <a:pt x="8946" y="1737"/>
                    <a:pt x="6937" y="561"/>
                  </a:cubicBezTo>
                  <a:cubicBezTo>
                    <a:pt x="6274" y="181"/>
                    <a:pt x="5552" y="1"/>
                    <a:pt x="4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4300825" y="2637700"/>
              <a:ext cx="241150" cy="210875"/>
            </a:xfrm>
            <a:custGeom>
              <a:rect b="b" l="l" r="r" t="t"/>
              <a:pathLst>
                <a:path extrusionOk="0" h="8435" w="9646">
                  <a:moveTo>
                    <a:pt x="4832" y="1"/>
                  </a:moveTo>
                  <a:cubicBezTo>
                    <a:pt x="4111" y="1"/>
                    <a:pt x="3380" y="186"/>
                    <a:pt x="2709" y="576"/>
                  </a:cubicBezTo>
                  <a:cubicBezTo>
                    <a:pt x="700" y="1737"/>
                    <a:pt x="0" y="4312"/>
                    <a:pt x="1176" y="6336"/>
                  </a:cubicBezTo>
                  <a:cubicBezTo>
                    <a:pt x="1965" y="7691"/>
                    <a:pt x="3379" y="8435"/>
                    <a:pt x="4823" y="8435"/>
                  </a:cubicBezTo>
                  <a:cubicBezTo>
                    <a:pt x="5552" y="8435"/>
                    <a:pt x="6267" y="8256"/>
                    <a:pt x="6936" y="7869"/>
                  </a:cubicBezTo>
                  <a:cubicBezTo>
                    <a:pt x="8961" y="6708"/>
                    <a:pt x="9645" y="4118"/>
                    <a:pt x="8470" y="2109"/>
                  </a:cubicBezTo>
                  <a:cubicBezTo>
                    <a:pt x="7693" y="755"/>
                    <a:pt x="6285" y="1"/>
                    <a:pt x="48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3156175" y="2436325"/>
              <a:ext cx="236325" cy="211300"/>
            </a:xfrm>
            <a:custGeom>
              <a:rect b="b" l="l" r="r" t="t"/>
              <a:pathLst>
                <a:path extrusionOk="0" h="8452" w="9453">
                  <a:moveTo>
                    <a:pt x="4716" y="0"/>
                  </a:moveTo>
                  <a:cubicBezTo>
                    <a:pt x="3758" y="0"/>
                    <a:pt x="2796" y="327"/>
                    <a:pt x="2010" y="995"/>
                  </a:cubicBezTo>
                  <a:cubicBezTo>
                    <a:pt x="224" y="2498"/>
                    <a:pt x="0" y="5162"/>
                    <a:pt x="1489" y="6949"/>
                  </a:cubicBezTo>
                  <a:cubicBezTo>
                    <a:pt x="2322" y="7931"/>
                    <a:pt x="3528" y="8452"/>
                    <a:pt x="4719" y="8452"/>
                  </a:cubicBezTo>
                  <a:cubicBezTo>
                    <a:pt x="5686" y="8452"/>
                    <a:pt x="6639" y="8124"/>
                    <a:pt x="7443" y="7455"/>
                  </a:cubicBezTo>
                  <a:cubicBezTo>
                    <a:pt x="9214" y="5951"/>
                    <a:pt x="9452" y="3287"/>
                    <a:pt x="7949" y="1516"/>
                  </a:cubicBezTo>
                  <a:cubicBezTo>
                    <a:pt x="7113" y="514"/>
                    <a:pt x="5917" y="0"/>
                    <a:pt x="4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4544175" y="2435300"/>
              <a:ext cx="236700" cy="210850"/>
            </a:xfrm>
            <a:custGeom>
              <a:rect b="b" l="l" r="r" t="t"/>
              <a:pathLst>
                <a:path extrusionOk="0" h="8434" w="9468">
                  <a:moveTo>
                    <a:pt x="4727" y="0"/>
                  </a:moveTo>
                  <a:cubicBezTo>
                    <a:pt x="3523" y="0"/>
                    <a:pt x="2326" y="511"/>
                    <a:pt x="1489" y="1497"/>
                  </a:cubicBezTo>
                  <a:cubicBezTo>
                    <a:pt x="1" y="3283"/>
                    <a:pt x="224" y="5948"/>
                    <a:pt x="2010" y="7451"/>
                  </a:cubicBezTo>
                  <a:cubicBezTo>
                    <a:pt x="2799" y="8106"/>
                    <a:pt x="3767" y="8433"/>
                    <a:pt x="4719" y="8433"/>
                  </a:cubicBezTo>
                  <a:cubicBezTo>
                    <a:pt x="5925" y="8433"/>
                    <a:pt x="7116" y="7927"/>
                    <a:pt x="7964" y="6930"/>
                  </a:cubicBezTo>
                  <a:cubicBezTo>
                    <a:pt x="9468" y="5144"/>
                    <a:pt x="9229" y="2479"/>
                    <a:pt x="7443" y="991"/>
                  </a:cubicBezTo>
                  <a:cubicBezTo>
                    <a:pt x="6651" y="324"/>
                    <a:pt x="5687" y="0"/>
                    <a:pt x="4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997275" y="2164400"/>
              <a:ext cx="238175" cy="210850"/>
            </a:xfrm>
            <a:custGeom>
              <a:rect b="b" l="l" r="r" t="t"/>
              <a:pathLst>
                <a:path extrusionOk="0" h="8434" w="9527">
                  <a:moveTo>
                    <a:pt x="4764" y="1"/>
                  </a:moveTo>
                  <a:cubicBezTo>
                    <a:pt x="4279" y="1"/>
                    <a:pt x="3786" y="84"/>
                    <a:pt x="3305" y="261"/>
                  </a:cubicBezTo>
                  <a:cubicBezTo>
                    <a:pt x="1117" y="1065"/>
                    <a:pt x="1" y="3476"/>
                    <a:pt x="789" y="5665"/>
                  </a:cubicBezTo>
                  <a:cubicBezTo>
                    <a:pt x="1415" y="7376"/>
                    <a:pt x="3037" y="8433"/>
                    <a:pt x="4749" y="8433"/>
                  </a:cubicBezTo>
                  <a:cubicBezTo>
                    <a:pt x="5240" y="8433"/>
                    <a:pt x="5731" y="8359"/>
                    <a:pt x="6208" y="8180"/>
                  </a:cubicBezTo>
                  <a:cubicBezTo>
                    <a:pt x="8396" y="7376"/>
                    <a:pt x="9527" y="4965"/>
                    <a:pt x="8723" y="2762"/>
                  </a:cubicBezTo>
                  <a:cubicBezTo>
                    <a:pt x="8096" y="1055"/>
                    <a:pt x="6482" y="1"/>
                    <a:pt x="4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4700850" y="2162600"/>
              <a:ext cx="238175" cy="211150"/>
            </a:xfrm>
            <a:custGeom>
              <a:rect b="b" l="l" r="r" t="t"/>
              <a:pathLst>
                <a:path extrusionOk="0" h="8446" w="9527">
                  <a:moveTo>
                    <a:pt x="4752" y="0"/>
                  </a:moveTo>
                  <a:cubicBezTo>
                    <a:pt x="3037" y="0"/>
                    <a:pt x="1417" y="1067"/>
                    <a:pt x="789" y="2789"/>
                  </a:cubicBezTo>
                  <a:cubicBezTo>
                    <a:pt x="0" y="4977"/>
                    <a:pt x="1132" y="7389"/>
                    <a:pt x="3305" y="8193"/>
                  </a:cubicBezTo>
                  <a:cubicBezTo>
                    <a:pt x="3796" y="8371"/>
                    <a:pt x="4287" y="8446"/>
                    <a:pt x="4749" y="8446"/>
                  </a:cubicBezTo>
                  <a:cubicBezTo>
                    <a:pt x="6490" y="8446"/>
                    <a:pt x="8098" y="7374"/>
                    <a:pt x="8723" y="5662"/>
                  </a:cubicBezTo>
                  <a:cubicBezTo>
                    <a:pt x="9527" y="3474"/>
                    <a:pt x="8395" y="1063"/>
                    <a:pt x="6192" y="259"/>
                  </a:cubicBezTo>
                  <a:cubicBezTo>
                    <a:pt x="5718" y="83"/>
                    <a:pt x="5231" y="0"/>
                    <a:pt x="4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955600" y="1854625"/>
              <a:ext cx="211025" cy="211000"/>
            </a:xfrm>
            <a:custGeom>
              <a:rect b="b" l="l" r="r" t="t"/>
              <a:pathLst>
                <a:path extrusionOk="0" h="8440" w="8441">
                  <a:moveTo>
                    <a:pt x="4240" y="0"/>
                  </a:moveTo>
                  <a:cubicBezTo>
                    <a:pt x="4231" y="0"/>
                    <a:pt x="4222" y="0"/>
                    <a:pt x="4213" y="0"/>
                  </a:cubicBezTo>
                  <a:cubicBezTo>
                    <a:pt x="1876" y="0"/>
                    <a:pt x="0" y="1891"/>
                    <a:pt x="0" y="4227"/>
                  </a:cubicBezTo>
                  <a:cubicBezTo>
                    <a:pt x="0" y="6549"/>
                    <a:pt x="1906" y="8440"/>
                    <a:pt x="4228" y="8440"/>
                  </a:cubicBezTo>
                  <a:lnTo>
                    <a:pt x="4243" y="8440"/>
                  </a:lnTo>
                  <a:cubicBezTo>
                    <a:pt x="6565" y="8440"/>
                    <a:pt x="8440" y="6535"/>
                    <a:pt x="8440" y="4213"/>
                  </a:cubicBezTo>
                  <a:cubicBezTo>
                    <a:pt x="8440" y="1885"/>
                    <a:pt x="6565" y="0"/>
                    <a:pt x="4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4768575" y="1849025"/>
              <a:ext cx="211025" cy="214750"/>
            </a:xfrm>
            <a:custGeom>
              <a:rect b="b" l="l" r="r" t="t"/>
              <a:pathLst>
                <a:path extrusionOk="0" h="8590" w="8441">
                  <a:moveTo>
                    <a:pt x="4213" y="1"/>
                  </a:moveTo>
                  <a:cubicBezTo>
                    <a:pt x="1876" y="16"/>
                    <a:pt x="0" y="1906"/>
                    <a:pt x="0" y="4243"/>
                  </a:cubicBezTo>
                  <a:lnTo>
                    <a:pt x="0" y="4303"/>
                  </a:lnTo>
                  <a:lnTo>
                    <a:pt x="0" y="4362"/>
                  </a:lnTo>
                  <a:cubicBezTo>
                    <a:pt x="0" y="6699"/>
                    <a:pt x="1891" y="8589"/>
                    <a:pt x="4228" y="8589"/>
                  </a:cubicBezTo>
                  <a:cubicBezTo>
                    <a:pt x="6550" y="8589"/>
                    <a:pt x="8440" y="6699"/>
                    <a:pt x="8440" y="4362"/>
                  </a:cubicBezTo>
                  <a:lnTo>
                    <a:pt x="8440" y="4303"/>
                  </a:lnTo>
                  <a:lnTo>
                    <a:pt x="8440" y="4198"/>
                  </a:lnTo>
                  <a:cubicBezTo>
                    <a:pt x="8440" y="1876"/>
                    <a:pt x="6535" y="1"/>
                    <a:pt x="4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995775" y="1544350"/>
              <a:ext cx="238200" cy="210925"/>
            </a:xfrm>
            <a:custGeom>
              <a:rect b="b" l="l" r="r" t="t"/>
              <a:pathLst>
                <a:path extrusionOk="0" h="8437" w="9528">
                  <a:moveTo>
                    <a:pt x="4785" y="1"/>
                  </a:moveTo>
                  <a:cubicBezTo>
                    <a:pt x="3054" y="1"/>
                    <a:pt x="1424" y="1074"/>
                    <a:pt x="805" y="2781"/>
                  </a:cubicBezTo>
                  <a:cubicBezTo>
                    <a:pt x="1" y="4984"/>
                    <a:pt x="1147" y="7410"/>
                    <a:pt x="3335" y="8184"/>
                  </a:cubicBezTo>
                  <a:cubicBezTo>
                    <a:pt x="3812" y="8362"/>
                    <a:pt x="4288" y="8437"/>
                    <a:pt x="4764" y="8437"/>
                  </a:cubicBezTo>
                  <a:cubicBezTo>
                    <a:pt x="6491" y="8437"/>
                    <a:pt x="8113" y="7380"/>
                    <a:pt x="8738" y="5653"/>
                  </a:cubicBezTo>
                  <a:cubicBezTo>
                    <a:pt x="9527" y="3465"/>
                    <a:pt x="8396" y="1054"/>
                    <a:pt x="6208" y="250"/>
                  </a:cubicBezTo>
                  <a:cubicBezTo>
                    <a:pt x="5738" y="81"/>
                    <a:pt x="5258" y="1"/>
                    <a:pt x="47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4699350" y="1539225"/>
              <a:ext cx="238200" cy="211225"/>
            </a:xfrm>
            <a:custGeom>
              <a:rect b="b" l="l" r="r" t="t"/>
              <a:pathLst>
                <a:path extrusionOk="0" h="8449" w="9528">
                  <a:moveTo>
                    <a:pt x="4764" y="1"/>
                  </a:moveTo>
                  <a:cubicBezTo>
                    <a:pt x="4279" y="1"/>
                    <a:pt x="3787" y="85"/>
                    <a:pt x="3305" y="262"/>
                  </a:cubicBezTo>
                  <a:cubicBezTo>
                    <a:pt x="1132" y="1065"/>
                    <a:pt x="1" y="3492"/>
                    <a:pt x="805" y="5680"/>
                  </a:cubicBezTo>
                  <a:cubicBezTo>
                    <a:pt x="1445" y="7392"/>
                    <a:pt x="3052" y="8448"/>
                    <a:pt x="4779" y="8448"/>
                  </a:cubicBezTo>
                  <a:cubicBezTo>
                    <a:pt x="5255" y="8448"/>
                    <a:pt x="5746" y="8359"/>
                    <a:pt x="6223" y="8180"/>
                  </a:cubicBezTo>
                  <a:cubicBezTo>
                    <a:pt x="8426" y="7377"/>
                    <a:pt x="9527" y="4950"/>
                    <a:pt x="8738" y="2762"/>
                  </a:cubicBezTo>
                  <a:cubicBezTo>
                    <a:pt x="8100" y="1056"/>
                    <a:pt x="6483" y="1"/>
                    <a:pt x="4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3153575" y="1271700"/>
              <a:ext cx="236675" cy="210825"/>
            </a:xfrm>
            <a:custGeom>
              <a:rect b="b" l="l" r="r" t="t"/>
              <a:pathLst>
                <a:path extrusionOk="0" h="8433" w="9467">
                  <a:moveTo>
                    <a:pt x="4732" y="0"/>
                  </a:moveTo>
                  <a:cubicBezTo>
                    <a:pt x="3526" y="0"/>
                    <a:pt x="2327" y="515"/>
                    <a:pt x="1489" y="1511"/>
                  </a:cubicBezTo>
                  <a:cubicBezTo>
                    <a:pt x="0" y="3297"/>
                    <a:pt x="238" y="5961"/>
                    <a:pt x="2024" y="7450"/>
                  </a:cubicBezTo>
                  <a:cubicBezTo>
                    <a:pt x="2813" y="8120"/>
                    <a:pt x="3781" y="8432"/>
                    <a:pt x="4734" y="8432"/>
                  </a:cubicBezTo>
                  <a:cubicBezTo>
                    <a:pt x="5939" y="8432"/>
                    <a:pt x="7130" y="7926"/>
                    <a:pt x="7978" y="6929"/>
                  </a:cubicBezTo>
                  <a:cubicBezTo>
                    <a:pt x="9467" y="5128"/>
                    <a:pt x="9229" y="2478"/>
                    <a:pt x="7443" y="990"/>
                  </a:cubicBezTo>
                  <a:cubicBezTo>
                    <a:pt x="6652" y="324"/>
                    <a:pt x="5690" y="0"/>
                    <a:pt x="4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4541950" y="1267500"/>
              <a:ext cx="236325" cy="210925"/>
            </a:xfrm>
            <a:custGeom>
              <a:rect b="b" l="l" r="r" t="t"/>
              <a:pathLst>
                <a:path extrusionOk="0" h="8437" w="9453">
                  <a:moveTo>
                    <a:pt x="4731" y="1"/>
                  </a:moveTo>
                  <a:cubicBezTo>
                    <a:pt x="3768" y="1"/>
                    <a:pt x="2800" y="332"/>
                    <a:pt x="2010" y="1009"/>
                  </a:cubicBezTo>
                  <a:cubicBezTo>
                    <a:pt x="224" y="2512"/>
                    <a:pt x="0" y="5162"/>
                    <a:pt x="1504" y="6948"/>
                  </a:cubicBezTo>
                  <a:cubicBezTo>
                    <a:pt x="2337" y="7930"/>
                    <a:pt x="3528" y="8436"/>
                    <a:pt x="4734" y="8436"/>
                  </a:cubicBezTo>
                  <a:cubicBezTo>
                    <a:pt x="5686" y="8436"/>
                    <a:pt x="6669" y="8109"/>
                    <a:pt x="7443" y="7454"/>
                  </a:cubicBezTo>
                  <a:cubicBezTo>
                    <a:pt x="9229" y="5951"/>
                    <a:pt x="9452" y="3271"/>
                    <a:pt x="7949" y="1500"/>
                  </a:cubicBezTo>
                  <a:cubicBezTo>
                    <a:pt x="7116" y="511"/>
                    <a:pt x="5927" y="1"/>
                    <a:pt x="4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3391725" y="1068725"/>
              <a:ext cx="241150" cy="210975"/>
            </a:xfrm>
            <a:custGeom>
              <a:rect b="b" l="l" r="r" t="t"/>
              <a:pathLst>
                <a:path extrusionOk="0" h="8439" w="9646">
                  <a:moveTo>
                    <a:pt x="4830" y="1"/>
                  </a:moveTo>
                  <a:cubicBezTo>
                    <a:pt x="4105" y="1"/>
                    <a:pt x="3369" y="188"/>
                    <a:pt x="2695" y="580"/>
                  </a:cubicBezTo>
                  <a:cubicBezTo>
                    <a:pt x="685" y="1741"/>
                    <a:pt x="0" y="4331"/>
                    <a:pt x="1176" y="6340"/>
                  </a:cubicBezTo>
                  <a:cubicBezTo>
                    <a:pt x="1950" y="7695"/>
                    <a:pt x="3379" y="8439"/>
                    <a:pt x="4823" y="8439"/>
                  </a:cubicBezTo>
                  <a:cubicBezTo>
                    <a:pt x="5552" y="8439"/>
                    <a:pt x="6282" y="8260"/>
                    <a:pt x="6952" y="7873"/>
                  </a:cubicBezTo>
                  <a:cubicBezTo>
                    <a:pt x="8961" y="6697"/>
                    <a:pt x="9646" y="4107"/>
                    <a:pt x="8470" y="2098"/>
                  </a:cubicBezTo>
                  <a:cubicBezTo>
                    <a:pt x="7686" y="748"/>
                    <a:pt x="6280" y="1"/>
                    <a:pt x="4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4297850" y="1066000"/>
              <a:ext cx="241150" cy="211100"/>
            </a:xfrm>
            <a:custGeom>
              <a:rect b="b" l="l" r="r" t="t"/>
              <a:pathLst>
                <a:path extrusionOk="0" h="8444" w="9646">
                  <a:moveTo>
                    <a:pt x="4832" y="0"/>
                  </a:moveTo>
                  <a:cubicBezTo>
                    <a:pt x="3369" y="0"/>
                    <a:pt x="1942" y="756"/>
                    <a:pt x="1161" y="2118"/>
                  </a:cubicBezTo>
                  <a:cubicBezTo>
                    <a:pt x="0" y="4142"/>
                    <a:pt x="700" y="6717"/>
                    <a:pt x="2724" y="7893"/>
                  </a:cubicBezTo>
                  <a:cubicBezTo>
                    <a:pt x="3394" y="8265"/>
                    <a:pt x="4108" y="8444"/>
                    <a:pt x="4823" y="8444"/>
                  </a:cubicBezTo>
                  <a:cubicBezTo>
                    <a:pt x="6281" y="8444"/>
                    <a:pt x="7695" y="7685"/>
                    <a:pt x="8484" y="6330"/>
                  </a:cubicBezTo>
                  <a:cubicBezTo>
                    <a:pt x="9645" y="4306"/>
                    <a:pt x="8946" y="1731"/>
                    <a:pt x="6921" y="555"/>
                  </a:cubicBezTo>
                  <a:cubicBezTo>
                    <a:pt x="6264" y="179"/>
                    <a:pt x="5544" y="0"/>
                    <a:pt x="4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3693525" y="960275"/>
              <a:ext cx="228125" cy="211150"/>
            </a:xfrm>
            <a:custGeom>
              <a:rect b="b" l="l" r="r" t="t"/>
              <a:pathLst>
                <a:path extrusionOk="0" h="8446" w="9125">
                  <a:moveTo>
                    <a:pt x="4563" y="1"/>
                  </a:moveTo>
                  <a:cubicBezTo>
                    <a:pt x="4320" y="1"/>
                    <a:pt x="4073" y="22"/>
                    <a:pt x="3825" y="65"/>
                  </a:cubicBezTo>
                  <a:cubicBezTo>
                    <a:pt x="1533" y="482"/>
                    <a:pt x="0" y="2655"/>
                    <a:pt x="417" y="4962"/>
                  </a:cubicBezTo>
                  <a:cubicBezTo>
                    <a:pt x="774" y="7002"/>
                    <a:pt x="2560" y="8445"/>
                    <a:pt x="4555" y="8445"/>
                  </a:cubicBezTo>
                  <a:cubicBezTo>
                    <a:pt x="4808" y="8445"/>
                    <a:pt x="5061" y="8416"/>
                    <a:pt x="5299" y="8371"/>
                  </a:cubicBezTo>
                  <a:cubicBezTo>
                    <a:pt x="7606" y="7969"/>
                    <a:pt x="9124" y="5781"/>
                    <a:pt x="8723" y="3474"/>
                  </a:cubicBezTo>
                  <a:cubicBezTo>
                    <a:pt x="8351" y="1429"/>
                    <a:pt x="6570" y="1"/>
                    <a:pt x="4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4008325" y="959550"/>
              <a:ext cx="227775" cy="210750"/>
            </a:xfrm>
            <a:custGeom>
              <a:rect b="b" l="l" r="r" t="t"/>
              <a:pathLst>
                <a:path extrusionOk="0" h="8430" w="9111">
                  <a:moveTo>
                    <a:pt x="4548" y="0"/>
                  </a:moveTo>
                  <a:cubicBezTo>
                    <a:pt x="2531" y="0"/>
                    <a:pt x="761" y="1442"/>
                    <a:pt x="403" y="3488"/>
                  </a:cubicBezTo>
                  <a:cubicBezTo>
                    <a:pt x="1" y="5795"/>
                    <a:pt x="1549" y="7968"/>
                    <a:pt x="3841" y="8370"/>
                  </a:cubicBezTo>
                  <a:cubicBezTo>
                    <a:pt x="4094" y="8415"/>
                    <a:pt x="4332" y="8430"/>
                    <a:pt x="4555" y="8430"/>
                  </a:cubicBezTo>
                  <a:cubicBezTo>
                    <a:pt x="6580" y="8430"/>
                    <a:pt x="8366" y="6986"/>
                    <a:pt x="8723" y="4932"/>
                  </a:cubicBezTo>
                  <a:cubicBezTo>
                    <a:pt x="9110" y="2640"/>
                    <a:pt x="7577" y="451"/>
                    <a:pt x="5285" y="64"/>
                  </a:cubicBezTo>
                  <a:cubicBezTo>
                    <a:pt x="5037" y="21"/>
                    <a:pt x="4791" y="0"/>
                    <a:pt x="4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5" name="Google Shape;2895;p55"/>
          <p:cNvSpPr/>
          <p:nvPr/>
        </p:nvSpPr>
        <p:spPr>
          <a:xfrm>
            <a:off x="7294722" y="49447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454691"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123666" y="9008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512591" y="352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8452491" y="352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grpSp>
        <p:nvGrpSpPr>
          <p:cNvPr id="2904" name="Google Shape;2904;p56"/>
          <p:cNvGrpSpPr/>
          <p:nvPr/>
        </p:nvGrpSpPr>
        <p:grpSpPr>
          <a:xfrm>
            <a:off x="4946580" y="1260432"/>
            <a:ext cx="3432984" cy="2496295"/>
            <a:chOff x="331763" y="414153"/>
            <a:chExt cx="6903246" cy="5019697"/>
          </a:xfrm>
        </p:grpSpPr>
        <p:sp>
          <p:nvSpPr>
            <p:cNvPr id="2905" name="Google Shape;2905;p56"/>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09" name="Google Shape;2909;p56"/>
          <p:cNvPicPr preferRelativeResize="0"/>
          <p:nvPr/>
        </p:nvPicPr>
        <p:blipFill rotWithShape="1">
          <a:blip r:embed="rId3">
            <a:alphaModFix/>
          </a:blip>
          <a:srcRect b="0" l="3891" r="3882" t="0"/>
          <a:stretch/>
        </p:blipFill>
        <p:spPr>
          <a:xfrm>
            <a:off x="5038478" y="1352658"/>
            <a:ext cx="3249110" cy="1981718"/>
          </a:xfrm>
          <a:prstGeom prst="rect">
            <a:avLst/>
          </a:prstGeom>
          <a:noFill/>
          <a:ln>
            <a:noFill/>
          </a:ln>
        </p:spPr>
      </p:pic>
      <p:sp>
        <p:nvSpPr>
          <p:cNvPr id="2910" name="Google Shape;2910;p56"/>
          <p:cNvSpPr txBox="1"/>
          <p:nvPr>
            <p:ph type="title"/>
          </p:nvPr>
        </p:nvSpPr>
        <p:spPr>
          <a:xfrm>
            <a:off x="1024800" y="1789950"/>
            <a:ext cx="3597900" cy="11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a:t>
            </a:r>
            <a:r>
              <a:rPr lang="en">
                <a:highlight>
                  <a:schemeClr val="dk2"/>
                </a:highlight>
              </a:rPr>
              <a:t>mockup</a:t>
            </a:r>
            <a:endParaRPr>
              <a:highlight>
                <a:schemeClr val="dk2"/>
              </a:highlight>
            </a:endParaRPr>
          </a:p>
        </p:txBody>
      </p:sp>
      <p:sp>
        <p:nvSpPr>
          <p:cNvPr id="2911" name="Google Shape;2911;p56"/>
          <p:cNvSpPr txBox="1"/>
          <p:nvPr>
            <p:ph idx="1" type="subTitle"/>
          </p:nvPr>
        </p:nvSpPr>
        <p:spPr>
          <a:xfrm>
            <a:off x="1024800" y="3073560"/>
            <a:ext cx="35979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2912" name="Google Shape;2912;p56"/>
          <p:cNvSpPr/>
          <p:nvPr/>
        </p:nvSpPr>
        <p:spPr>
          <a:xfrm rot="4682407">
            <a:off x="1033931" y="1215202"/>
            <a:ext cx="207421" cy="186780"/>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rot="4682407">
            <a:off x="1395685" y="851119"/>
            <a:ext cx="207421" cy="186780"/>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8043791" y="39626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8" name="Shape 2918"/>
        <p:cNvGrpSpPr/>
        <p:nvPr/>
      </p:nvGrpSpPr>
      <p:grpSpPr>
        <a:xfrm>
          <a:off x="0" y="0"/>
          <a:ext cx="0" cy="0"/>
          <a:chOff x="0" y="0"/>
          <a:chExt cx="0" cy="0"/>
        </a:xfrm>
      </p:grpSpPr>
      <p:grpSp>
        <p:nvGrpSpPr>
          <p:cNvPr id="2919" name="Google Shape;2919;p57"/>
          <p:cNvGrpSpPr/>
          <p:nvPr/>
        </p:nvGrpSpPr>
        <p:grpSpPr>
          <a:xfrm>
            <a:off x="1561951" y="735560"/>
            <a:ext cx="2697276" cy="3672287"/>
            <a:chOff x="1655550" y="790900"/>
            <a:chExt cx="2510262" cy="3417671"/>
          </a:xfrm>
        </p:grpSpPr>
        <p:sp>
          <p:nvSpPr>
            <p:cNvPr id="2920" name="Google Shape;2920;p57"/>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22" name="Google Shape;2922;p57"/>
          <p:cNvPicPr preferRelativeResize="0"/>
          <p:nvPr/>
        </p:nvPicPr>
        <p:blipFill rotWithShape="1">
          <a:blip r:embed="rId3">
            <a:alphaModFix/>
          </a:blip>
          <a:srcRect b="0" l="28895" r="28891" t="0"/>
          <a:stretch/>
        </p:blipFill>
        <p:spPr>
          <a:xfrm>
            <a:off x="1655968" y="838567"/>
            <a:ext cx="2512490" cy="3347958"/>
          </a:xfrm>
          <a:prstGeom prst="rect">
            <a:avLst/>
          </a:prstGeom>
          <a:noFill/>
          <a:ln>
            <a:noFill/>
          </a:ln>
        </p:spPr>
      </p:pic>
      <p:sp>
        <p:nvSpPr>
          <p:cNvPr id="2923" name="Google Shape;2923;p57"/>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t>
            </a:r>
            <a:r>
              <a:rPr lang="en"/>
              <a:t>ablet </a:t>
            </a:r>
            <a:r>
              <a:rPr lang="en">
                <a:highlight>
                  <a:schemeClr val="dk2"/>
                </a:highlight>
              </a:rPr>
              <a:t>mockup</a:t>
            </a:r>
            <a:endParaRPr>
              <a:highlight>
                <a:schemeClr val="dk2"/>
              </a:highlight>
            </a:endParaRPr>
          </a:p>
        </p:txBody>
      </p:sp>
      <p:sp>
        <p:nvSpPr>
          <p:cNvPr id="2924" name="Google Shape;2924;p57"/>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2925" name="Google Shape;2925;p57"/>
          <p:cNvSpPr/>
          <p:nvPr/>
        </p:nvSpPr>
        <p:spPr>
          <a:xfrm>
            <a:off x="6906222" y="877323"/>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8063991" y="7355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927" name="Google Shape;2927;p57"/>
          <p:cNvSpPr/>
          <p:nvPr/>
        </p:nvSpPr>
        <p:spPr>
          <a:xfrm>
            <a:off x="991941" y="6517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2928" name="Google Shape;2928;p57"/>
          <p:cNvSpPr/>
          <p:nvPr/>
        </p:nvSpPr>
        <p:spPr>
          <a:xfrm>
            <a:off x="1199353" y="11801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2" name="Shape 2932"/>
        <p:cNvGrpSpPr/>
        <p:nvPr/>
      </p:nvGrpSpPr>
      <p:grpSpPr>
        <a:xfrm>
          <a:off x="0" y="0"/>
          <a:ext cx="0" cy="0"/>
          <a:chOff x="0" y="0"/>
          <a:chExt cx="0" cy="0"/>
        </a:xfrm>
      </p:grpSpPr>
      <p:sp>
        <p:nvSpPr>
          <p:cNvPr id="2933" name="Google Shape;2933;p58"/>
          <p:cNvSpPr txBox="1"/>
          <p:nvPr>
            <p:ph type="title"/>
          </p:nvPr>
        </p:nvSpPr>
        <p:spPr>
          <a:xfrm>
            <a:off x="1024800" y="1789950"/>
            <a:ext cx="3597900" cy="11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useful </a:t>
            </a:r>
            <a:r>
              <a:rPr lang="en"/>
              <a:t>p</a:t>
            </a:r>
            <a:r>
              <a:rPr lang="en"/>
              <a:t>hone </a:t>
            </a:r>
            <a:r>
              <a:rPr lang="en">
                <a:highlight>
                  <a:schemeClr val="dk2"/>
                </a:highlight>
              </a:rPr>
              <a:t>mockup</a:t>
            </a:r>
            <a:endParaRPr>
              <a:highlight>
                <a:schemeClr val="dk2"/>
              </a:highlight>
            </a:endParaRPr>
          </a:p>
        </p:txBody>
      </p:sp>
      <p:sp>
        <p:nvSpPr>
          <p:cNvPr id="2934" name="Google Shape;2934;p58"/>
          <p:cNvSpPr txBox="1"/>
          <p:nvPr>
            <p:ph idx="1" type="subTitle"/>
          </p:nvPr>
        </p:nvSpPr>
        <p:spPr>
          <a:xfrm>
            <a:off x="1024800" y="3073560"/>
            <a:ext cx="35979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2935" name="Google Shape;2935;p58"/>
          <p:cNvSpPr/>
          <p:nvPr/>
        </p:nvSpPr>
        <p:spPr>
          <a:xfrm>
            <a:off x="5491204" y="907456"/>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6" name="Google Shape;2936;p58"/>
          <p:cNvGrpSpPr/>
          <p:nvPr/>
        </p:nvGrpSpPr>
        <p:grpSpPr>
          <a:xfrm>
            <a:off x="5415001" y="709411"/>
            <a:ext cx="1834973" cy="3724678"/>
            <a:chOff x="5186401" y="494525"/>
            <a:chExt cx="1834973" cy="3724678"/>
          </a:xfrm>
        </p:grpSpPr>
        <p:sp>
          <p:nvSpPr>
            <p:cNvPr id="2937" name="Google Shape;2937;p58"/>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8"/>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39" name="Google Shape;2939;p58"/>
          <p:cNvPicPr preferRelativeResize="0"/>
          <p:nvPr/>
        </p:nvPicPr>
        <p:blipFill rotWithShape="1">
          <a:blip r:embed="rId3">
            <a:alphaModFix/>
          </a:blip>
          <a:srcRect b="0" l="35260" r="35260" t="0"/>
          <a:stretch/>
        </p:blipFill>
        <p:spPr>
          <a:xfrm>
            <a:off x="5500188" y="891935"/>
            <a:ext cx="1664599" cy="3176198"/>
          </a:xfrm>
          <a:prstGeom prst="rect">
            <a:avLst/>
          </a:prstGeom>
          <a:noFill/>
          <a:ln>
            <a:noFill/>
          </a:ln>
        </p:spPr>
      </p:pic>
      <p:grpSp>
        <p:nvGrpSpPr>
          <p:cNvPr id="2940" name="Google Shape;2940;p58"/>
          <p:cNvGrpSpPr/>
          <p:nvPr/>
        </p:nvGrpSpPr>
        <p:grpSpPr>
          <a:xfrm rot="1837553">
            <a:off x="1165407" y="65729"/>
            <a:ext cx="1513811" cy="2029860"/>
            <a:chOff x="1400935" y="1333409"/>
            <a:chExt cx="760984" cy="1020399"/>
          </a:xfrm>
        </p:grpSpPr>
        <p:sp>
          <p:nvSpPr>
            <p:cNvPr id="2941" name="Google Shape;2941;p58"/>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8"/>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8"/>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8"/>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8"/>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8"/>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8"/>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8"/>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8"/>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8"/>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8"/>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8"/>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8"/>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8"/>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5" name="Google Shape;2955;p58"/>
          <p:cNvSpPr/>
          <p:nvPr/>
        </p:nvSpPr>
        <p:spPr>
          <a:xfrm flipH="1" rot="-144386">
            <a:off x="3283092" y="295108"/>
            <a:ext cx="1770886" cy="1490097"/>
          </a:xfrm>
          <a:custGeom>
            <a:rect b="b" l="l" r="r" t="t"/>
            <a:pathLst>
              <a:path extrusionOk="0" h="20150" w="23947">
                <a:moveTo>
                  <a:pt x="6831" y="1"/>
                </a:moveTo>
                <a:cubicBezTo>
                  <a:pt x="6782" y="1"/>
                  <a:pt x="6732" y="1"/>
                  <a:pt x="6683" y="3"/>
                </a:cubicBezTo>
                <a:cubicBezTo>
                  <a:pt x="6612" y="3"/>
                  <a:pt x="6538" y="6"/>
                  <a:pt x="6467" y="10"/>
                </a:cubicBezTo>
                <a:cubicBezTo>
                  <a:pt x="6352" y="17"/>
                  <a:pt x="6265" y="112"/>
                  <a:pt x="6270" y="228"/>
                </a:cubicBezTo>
                <a:cubicBezTo>
                  <a:pt x="6277" y="337"/>
                  <a:pt x="6368" y="423"/>
                  <a:pt x="6475" y="423"/>
                </a:cubicBezTo>
                <a:cubicBezTo>
                  <a:pt x="6480" y="423"/>
                  <a:pt x="6484" y="423"/>
                  <a:pt x="6488" y="422"/>
                </a:cubicBezTo>
                <a:cubicBezTo>
                  <a:pt x="6555" y="419"/>
                  <a:pt x="6625" y="417"/>
                  <a:pt x="6692" y="415"/>
                </a:cubicBezTo>
                <a:cubicBezTo>
                  <a:pt x="6734" y="414"/>
                  <a:pt x="6777" y="414"/>
                  <a:pt x="6819" y="414"/>
                </a:cubicBezTo>
                <a:cubicBezTo>
                  <a:pt x="6995" y="414"/>
                  <a:pt x="7172" y="422"/>
                  <a:pt x="7346" y="437"/>
                </a:cubicBezTo>
                <a:cubicBezTo>
                  <a:pt x="7353" y="437"/>
                  <a:pt x="7358" y="438"/>
                  <a:pt x="7364" y="438"/>
                </a:cubicBezTo>
                <a:cubicBezTo>
                  <a:pt x="7470" y="438"/>
                  <a:pt x="7560" y="357"/>
                  <a:pt x="7569" y="249"/>
                </a:cubicBezTo>
                <a:cubicBezTo>
                  <a:pt x="7580" y="135"/>
                  <a:pt x="7496" y="34"/>
                  <a:pt x="7381" y="26"/>
                </a:cubicBezTo>
                <a:cubicBezTo>
                  <a:pt x="7200" y="9"/>
                  <a:pt x="7016" y="1"/>
                  <a:pt x="6831" y="1"/>
                </a:cubicBezTo>
                <a:close/>
                <a:moveTo>
                  <a:pt x="5596" y="114"/>
                </a:moveTo>
                <a:cubicBezTo>
                  <a:pt x="5583" y="114"/>
                  <a:pt x="5571" y="115"/>
                  <a:pt x="5558" y="118"/>
                </a:cubicBezTo>
                <a:cubicBezTo>
                  <a:pt x="5260" y="174"/>
                  <a:pt x="4962" y="249"/>
                  <a:pt x="4672" y="343"/>
                </a:cubicBezTo>
                <a:cubicBezTo>
                  <a:pt x="4564" y="378"/>
                  <a:pt x="4503" y="495"/>
                  <a:pt x="4539" y="603"/>
                </a:cubicBezTo>
                <a:cubicBezTo>
                  <a:pt x="4567" y="692"/>
                  <a:pt x="4649" y="747"/>
                  <a:pt x="4736" y="747"/>
                </a:cubicBezTo>
                <a:cubicBezTo>
                  <a:pt x="4757" y="747"/>
                  <a:pt x="4778" y="743"/>
                  <a:pt x="4799" y="736"/>
                </a:cubicBezTo>
                <a:cubicBezTo>
                  <a:pt x="5072" y="648"/>
                  <a:pt x="5352" y="577"/>
                  <a:pt x="5634" y="525"/>
                </a:cubicBezTo>
                <a:cubicBezTo>
                  <a:pt x="5746" y="504"/>
                  <a:pt x="5820" y="396"/>
                  <a:pt x="5799" y="284"/>
                </a:cubicBezTo>
                <a:cubicBezTo>
                  <a:pt x="5780" y="184"/>
                  <a:pt x="5693" y="114"/>
                  <a:pt x="5596" y="114"/>
                </a:cubicBezTo>
                <a:close/>
                <a:moveTo>
                  <a:pt x="8241" y="162"/>
                </a:moveTo>
                <a:cubicBezTo>
                  <a:pt x="8147" y="162"/>
                  <a:pt x="8062" y="227"/>
                  <a:pt x="8039" y="323"/>
                </a:cubicBezTo>
                <a:cubicBezTo>
                  <a:pt x="8014" y="435"/>
                  <a:pt x="8083" y="545"/>
                  <a:pt x="8195" y="571"/>
                </a:cubicBezTo>
                <a:cubicBezTo>
                  <a:pt x="8469" y="635"/>
                  <a:pt x="8746" y="718"/>
                  <a:pt x="9017" y="819"/>
                </a:cubicBezTo>
                <a:cubicBezTo>
                  <a:pt x="9040" y="828"/>
                  <a:pt x="9065" y="834"/>
                  <a:pt x="9090" y="834"/>
                </a:cubicBezTo>
                <a:cubicBezTo>
                  <a:pt x="9173" y="834"/>
                  <a:pt x="9251" y="782"/>
                  <a:pt x="9283" y="699"/>
                </a:cubicBezTo>
                <a:cubicBezTo>
                  <a:pt x="9323" y="593"/>
                  <a:pt x="9269" y="474"/>
                  <a:pt x="9162" y="433"/>
                </a:cubicBezTo>
                <a:cubicBezTo>
                  <a:pt x="8875" y="325"/>
                  <a:pt x="8581" y="236"/>
                  <a:pt x="8287" y="167"/>
                </a:cubicBezTo>
                <a:cubicBezTo>
                  <a:pt x="8271" y="164"/>
                  <a:pt x="8256" y="162"/>
                  <a:pt x="8241" y="162"/>
                </a:cubicBezTo>
                <a:close/>
                <a:moveTo>
                  <a:pt x="3910" y="660"/>
                </a:moveTo>
                <a:cubicBezTo>
                  <a:pt x="3881" y="660"/>
                  <a:pt x="3851" y="666"/>
                  <a:pt x="3823" y="679"/>
                </a:cubicBezTo>
                <a:cubicBezTo>
                  <a:pt x="3546" y="811"/>
                  <a:pt x="3277" y="959"/>
                  <a:pt x="3022" y="1122"/>
                </a:cubicBezTo>
                <a:cubicBezTo>
                  <a:pt x="2926" y="1184"/>
                  <a:pt x="2898" y="1312"/>
                  <a:pt x="2960" y="1408"/>
                </a:cubicBezTo>
                <a:cubicBezTo>
                  <a:pt x="3001" y="1470"/>
                  <a:pt x="3066" y="1503"/>
                  <a:pt x="3135" y="1503"/>
                </a:cubicBezTo>
                <a:cubicBezTo>
                  <a:pt x="3173" y="1503"/>
                  <a:pt x="3212" y="1493"/>
                  <a:pt x="3245" y="1470"/>
                </a:cubicBezTo>
                <a:cubicBezTo>
                  <a:pt x="3486" y="1316"/>
                  <a:pt x="3740" y="1176"/>
                  <a:pt x="3998" y="1053"/>
                </a:cubicBezTo>
                <a:cubicBezTo>
                  <a:pt x="4103" y="1006"/>
                  <a:pt x="4147" y="881"/>
                  <a:pt x="4098" y="779"/>
                </a:cubicBezTo>
                <a:cubicBezTo>
                  <a:pt x="4063" y="704"/>
                  <a:pt x="3988" y="660"/>
                  <a:pt x="3910" y="660"/>
                </a:cubicBezTo>
                <a:close/>
                <a:moveTo>
                  <a:pt x="9899" y="785"/>
                </a:moveTo>
                <a:cubicBezTo>
                  <a:pt x="9824" y="785"/>
                  <a:pt x="9752" y="825"/>
                  <a:pt x="9715" y="896"/>
                </a:cubicBezTo>
                <a:cubicBezTo>
                  <a:pt x="9662" y="997"/>
                  <a:pt x="9701" y="1121"/>
                  <a:pt x="9802" y="1174"/>
                </a:cubicBezTo>
                <a:cubicBezTo>
                  <a:pt x="10052" y="1307"/>
                  <a:pt x="10300" y="1457"/>
                  <a:pt x="10539" y="1622"/>
                </a:cubicBezTo>
                <a:cubicBezTo>
                  <a:pt x="10575" y="1647"/>
                  <a:pt x="10615" y="1658"/>
                  <a:pt x="10656" y="1658"/>
                </a:cubicBezTo>
                <a:cubicBezTo>
                  <a:pt x="10722" y="1658"/>
                  <a:pt x="10787" y="1628"/>
                  <a:pt x="10826" y="1569"/>
                </a:cubicBezTo>
                <a:cubicBezTo>
                  <a:pt x="10892" y="1475"/>
                  <a:pt x="10867" y="1346"/>
                  <a:pt x="10773" y="1282"/>
                </a:cubicBezTo>
                <a:cubicBezTo>
                  <a:pt x="10521" y="1107"/>
                  <a:pt x="10259" y="949"/>
                  <a:pt x="9995" y="809"/>
                </a:cubicBezTo>
                <a:cubicBezTo>
                  <a:pt x="9964" y="793"/>
                  <a:pt x="9932" y="785"/>
                  <a:pt x="9899" y="785"/>
                </a:cubicBezTo>
                <a:close/>
                <a:moveTo>
                  <a:pt x="2421" y="1617"/>
                </a:moveTo>
                <a:cubicBezTo>
                  <a:pt x="2374" y="1617"/>
                  <a:pt x="2326" y="1633"/>
                  <a:pt x="2287" y="1667"/>
                </a:cubicBezTo>
                <a:cubicBezTo>
                  <a:pt x="2054" y="1863"/>
                  <a:pt x="1833" y="2076"/>
                  <a:pt x="1629" y="2299"/>
                </a:cubicBezTo>
                <a:cubicBezTo>
                  <a:pt x="1551" y="2384"/>
                  <a:pt x="1556" y="2515"/>
                  <a:pt x="1641" y="2592"/>
                </a:cubicBezTo>
                <a:cubicBezTo>
                  <a:pt x="1680" y="2629"/>
                  <a:pt x="1732" y="2646"/>
                  <a:pt x="1781" y="2646"/>
                </a:cubicBezTo>
                <a:cubicBezTo>
                  <a:pt x="1836" y="2646"/>
                  <a:pt x="1893" y="2623"/>
                  <a:pt x="1934" y="2579"/>
                </a:cubicBezTo>
                <a:cubicBezTo>
                  <a:pt x="2127" y="2368"/>
                  <a:pt x="2336" y="2168"/>
                  <a:pt x="2554" y="1982"/>
                </a:cubicBezTo>
                <a:cubicBezTo>
                  <a:pt x="2641" y="1908"/>
                  <a:pt x="2653" y="1778"/>
                  <a:pt x="2579" y="1691"/>
                </a:cubicBezTo>
                <a:cubicBezTo>
                  <a:pt x="2538" y="1642"/>
                  <a:pt x="2480" y="1617"/>
                  <a:pt x="2421" y="1617"/>
                </a:cubicBezTo>
                <a:close/>
                <a:moveTo>
                  <a:pt x="11359" y="1786"/>
                </a:moveTo>
                <a:cubicBezTo>
                  <a:pt x="11301" y="1786"/>
                  <a:pt x="11243" y="1810"/>
                  <a:pt x="11202" y="1858"/>
                </a:cubicBezTo>
                <a:cubicBezTo>
                  <a:pt x="11129" y="1945"/>
                  <a:pt x="11138" y="2076"/>
                  <a:pt x="11225" y="2150"/>
                </a:cubicBezTo>
                <a:cubicBezTo>
                  <a:pt x="11441" y="2335"/>
                  <a:pt x="11654" y="2535"/>
                  <a:pt x="11854" y="2746"/>
                </a:cubicBezTo>
                <a:cubicBezTo>
                  <a:pt x="11895" y="2788"/>
                  <a:pt x="11950" y="2810"/>
                  <a:pt x="12005" y="2810"/>
                </a:cubicBezTo>
                <a:cubicBezTo>
                  <a:pt x="12056" y="2810"/>
                  <a:pt x="12107" y="2790"/>
                  <a:pt x="12146" y="2753"/>
                </a:cubicBezTo>
                <a:cubicBezTo>
                  <a:pt x="12230" y="2673"/>
                  <a:pt x="12231" y="2542"/>
                  <a:pt x="12154" y="2460"/>
                </a:cubicBezTo>
                <a:cubicBezTo>
                  <a:pt x="11943" y="2239"/>
                  <a:pt x="11721" y="2030"/>
                  <a:pt x="11494" y="1835"/>
                </a:cubicBezTo>
                <a:cubicBezTo>
                  <a:pt x="11455" y="1802"/>
                  <a:pt x="11407" y="1786"/>
                  <a:pt x="11359" y="1786"/>
                </a:cubicBezTo>
                <a:close/>
                <a:moveTo>
                  <a:pt x="23069" y="3254"/>
                </a:moveTo>
                <a:cubicBezTo>
                  <a:pt x="22994" y="3254"/>
                  <a:pt x="22918" y="3255"/>
                  <a:pt x="22843" y="3256"/>
                </a:cubicBezTo>
                <a:cubicBezTo>
                  <a:pt x="22729" y="3258"/>
                  <a:pt x="22637" y="3352"/>
                  <a:pt x="22641" y="3467"/>
                </a:cubicBezTo>
                <a:cubicBezTo>
                  <a:pt x="22643" y="3579"/>
                  <a:pt x="22735" y="3669"/>
                  <a:pt x="22847" y="3669"/>
                </a:cubicBezTo>
                <a:cubicBezTo>
                  <a:pt x="22848" y="3669"/>
                  <a:pt x="22849" y="3669"/>
                  <a:pt x="22850" y="3669"/>
                </a:cubicBezTo>
                <a:cubicBezTo>
                  <a:pt x="22923" y="3668"/>
                  <a:pt x="22996" y="3667"/>
                  <a:pt x="23069" y="3667"/>
                </a:cubicBezTo>
                <a:cubicBezTo>
                  <a:pt x="23288" y="3667"/>
                  <a:pt x="23507" y="3673"/>
                  <a:pt x="23724" y="3685"/>
                </a:cubicBezTo>
                <a:lnTo>
                  <a:pt x="23734" y="3685"/>
                </a:lnTo>
                <a:cubicBezTo>
                  <a:pt x="23844" y="3685"/>
                  <a:pt x="23934" y="3600"/>
                  <a:pt x="23941" y="3488"/>
                </a:cubicBezTo>
                <a:cubicBezTo>
                  <a:pt x="23947" y="3375"/>
                  <a:pt x="23860" y="3277"/>
                  <a:pt x="23745" y="3272"/>
                </a:cubicBezTo>
                <a:cubicBezTo>
                  <a:pt x="23521" y="3260"/>
                  <a:pt x="23295" y="3254"/>
                  <a:pt x="23069" y="3254"/>
                </a:cubicBezTo>
                <a:close/>
                <a:moveTo>
                  <a:pt x="21962" y="3303"/>
                </a:moveTo>
                <a:cubicBezTo>
                  <a:pt x="21955" y="3303"/>
                  <a:pt x="21949" y="3303"/>
                  <a:pt x="21943" y="3304"/>
                </a:cubicBezTo>
                <a:cubicBezTo>
                  <a:pt x="21643" y="3331"/>
                  <a:pt x="21342" y="3369"/>
                  <a:pt x="21046" y="3416"/>
                </a:cubicBezTo>
                <a:cubicBezTo>
                  <a:pt x="20934" y="3435"/>
                  <a:pt x="20856" y="3541"/>
                  <a:pt x="20876" y="3653"/>
                </a:cubicBezTo>
                <a:cubicBezTo>
                  <a:pt x="20892" y="3756"/>
                  <a:pt x="20979" y="3827"/>
                  <a:pt x="21080" y="3827"/>
                </a:cubicBezTo>
                <a:cubicBezTo>
                  <a:pt x="21090" y="3827"/>
                  <a:pt x="21101" y="3827"/>
                  <a:pt x="21111" y="3825"/>
                </a:cubicBezTo>
                <a:cubicBezTo>
                  <a:pt x="21399" y="3779"/>
                  <a:pt x="21689" y="3742"/>
                  <a:pt x="21978" y="3717"/>
                </a:cubicBezTo>
                <a:cubicBezTo>
                  <a:pt x="22093" y="3706"/>
                  <a:pt x="22176" y="3605"/>
                  <a:pt x="22166" y="3492"/>
                </a:cubicBezTo>
                <a:cubicBezTo>
                  <a:pt x="22156" y="3385"/>
                  <a:pt x="22067" y="3303"/>
                  <a:pt x="21962" y="3303"/>
                </a:cubicBezTo>
                <a:close/>
                <a:moveTo>
                  <a:pt x="1225" y="2925"/>
                </a:moveTo>
                <a:cubicBezTo>
                  <a:pt x="1160" y="2925"/>
                  <a:pt x="1095" y="2956"/>
                  <a:pt x="1055" y="3013"/>
                </a:cubicBezTo>
                <a:cubicBezTo>
                  <a:pt x="878" y="3267"/>
                  <a:pt x="720" y="3531"/>
                  <a:pt x="585" y="3798"/>
                </a:cubicBezTo>
                <a:cubicBezTo>
                  <a:pt x="534" y="3901"/>
                  <a:pt x="575" y="4025"/>
                  <a:pt x="676" y="4077"/>
                </a:cubicBezTo>
                <a:cubicBezTo>
                  <a:pt x="706" y="4093"/>
                  <a:pt x="738" y="4100"/>
                  <a:pt x="770" y="4100"/>
                </a:cubicBezTo>
                <a:cubicBezTo>
                  <a:pt x="844" y="4100"/>
                  <a:pt x="917" y="4057"/>
                  <a:pt x="954" y="3984"/>
                </a:cubicBezTo>
                <a:cubicBezTo>
                  <a:pt x="1080" y="3735"/>
                  <a:pt x="1229" y="3488"/>
                  <a:pt x="1395" y="3249"/>
                </a:cubicBezTo>
                <a:cubicBezTo>
                  <a:pt x="1461" y="3157"/>
                  <a:pt x="1438" y="3027"/>
                  <a:pt x="1344" y="2962"/>
                </a:cubicBezTo>
                <a:cubicBezTo>
                  <a:pt x="1308" y="2937"/>
                  <a:pt x="1266" y="2925"/>
                  <a:pt x="1225" y="2925"/>
                </a:cubicBezTo>
                <a:close/>
                <a:moveTo>
                  <a:pt x="12588" y="3065"/>
                </a:moveTo>
                <a:cubicBezTo>
                  <a:pt x="12542" y="3065"/>
                  <a:pt x="12497" y="3080"/>
                  <a:pt x="12458" y="3111"/>
                </a:cubicBezTo>
                <a:cubicBezTo>
                  <a:pt x="12370" y="3182"/>
                  <a:pt x="12356" y="3311"/>
                  <a:pt x="12426" y="3400"/>
                </a:cubicBezTo>
                <a:cubicBezTo>
                  <a:pt x="12604" y="3625"/>
                  <a:pt x="12776" y="3862"/>
                  <a:pt x="12937" y="4105"/>
                </a:cubicBezTo>
                <a:cubicBezTo>
                  <a:pt x="12976" y="4165"/>
                  <a:pt x="13041" y="4197"/>
                  <a:pt x="13109" y="4197"/>
                </a:cubicBezTo>
                <a:cubicBezTo>
                  <a:pt x="13148" y="4197"/>
                  <a:pt x="13188" y="4186"/>
                  <a:pt x="13224" y="4163"/>
                </a:cubicBezTo>
                <a:cubicBezTo>
                  <a:pt x="13318" y="4100"/>
                  <a:pt x="13344" y="3972"/>
                  <a:pt x="13281" y="3876"/>
                </a:cubicBezTo>
                <a:cubicBezTo>
                  <a:pt x="13114" y="3623"/>
                  <a:pt x="12935" y="3377"/>
                  <a:pt x="12749" y="3143"/>
                </a:cubicBezTo>
                <a:cubicBezTo>
                  <a:pt x="12708" y="3092"/>
                  <a:pt x="12648" y="3065"/>
                  <a:pt x="12588" y="3065"/>
                </a:cubicBezTo>
                <a:close/>
                <a:moveTo>
                  <a:pt x="20208" y="3586"/>
                </a:moveTo>
                <a:cubicBezTo>
                  <a:pt x="20192" y="3586"/>
                  <a:pt x="20177" y="3588"/>
                  <a:pt x="20162" y="3591"/>
                </a:cubicBezTo>
                <a:cubicBezTo>
                  <a:pt x="19869" y="3660"/>
                  <a:pt x="19575" y="3740"/>
                  <a:pt x="19290" y="3828"/>
                </a:cubicBezTo>
                <a:cubicBezTo>
                  <a:pt x="19182" y="3864"/>
                  <a:pt x="19120" y="3979"/>
                  <a:pt x="19155" y="4089"/>
                </a:cubicBezTo>
                <a:cubicBezTo>
                  <a:pt x="19182" y="4178"/>
                  <a:pt x="19263" y="4234"/>
                  <a:pt x="19352" y="4234"/>
                </a:cubicBezTo>
                <a:cubicBezTo>
                  <a:pt x="19373" y="4234"/>
                  <a:pt x="19393" y="4231"/>
                  <a:pt x="19414" y="4224"/>
                </a:cubicBezTo>
                <a:cubicBezTo>
                  <a:pt x="19690" y="4139"/>
                  <a:pt x="19974" y="4061"/>
                  <a:pt x="20256" y="3993"/>
                </a:cubicBezTo>
                <a:cubicBezTo>
                  <a:pt x="20367" y="3968"/>
                  <a:pt x="20436" y="3857"/>
                  <a:pt x="20410" y="3745"/>
                </a:cubicBezTo>
                <a:cubicBezTo>
                  <a:pt x="20387" y="3649"/>
                  <a:pt x="20301" y="3586"/>
                  <a:pt x="20208" y="3586"/>
                </a:cubicBezTo>
                <a:close/>
                <a:moveTo>
                  <a:pt x="18515" y="4115"/>
                </a:moveTo>
                <a:cubicBezTo>
                  <a:pt x="18490" y="4115"/>
                  <a:pt x="18464" y="4120"/>
                  <a:pt x="18439" y="4130"/>
                </a:cubicBezTo>
                <a:cubicBezTo>
                  <a:pt x="18297" y="4185"/>
                  <a:pt x="18154" y="4245"/>
                  <a:pt x="18016" y="4305"/>
                </a:cubicBezTo>
                <a:cubicBezTo>
                  <a:pt x="17881" y="4364"/>
                  <a:pt x="17746" y="4426"/>
                  <a:pt x="17612" y="4489"/>
                </a:cubicBezTo>
                <a:cubicBezTo>
                  <a:pt x="17509" y="4539"/>
                  <a:pt x="17464" y="4663"/>
                  <a:pt x="17514" y="4766"/>
                </a:cubicBezTo>
                <a:cubicBezTo>
                  <a:pt x="17550" y="4840"/>
                  <a:pt x="17624" y="4883"/>
                  <a:pt x="17700" y="4883"/>
                </a:cubicBezTo>
                <a:cubicBezTo>
                  <a:pt x="17730" y="4883"/>
                  <a:pt x="17760" y="4876"/>
                  <a:pt x="17791" y="4863"/>
                </a:cubicBezTo>
                <a:cubicBezTo>
                  <a:pt x="17920" y="4801"/>
                  <a:pt x="18051" y="4741"/>
                  <a:pt x="18180" y="4684"/>
                </a:cubicBezTo>
                <a:cubicBezTo>
                  <a:pt x="18315" y="4626"/>
                  <a:pt x="18453" y="4567"/>
                  <a:pt x="18590" y="4514"/>
                </a:cubicBezTo>
                <a:cubicBezTo>
                  <a:pt x="18696" y="4472"/>
                  <a:pt x="18749" y="4353"/>
                  <a:pt x="18707" y="4247"/>
                </a:cubicBezTo>
                <a:cubicBezTo>
                  <a:pt x="18674" y="4165"/>
                  <a:pt x="18597" y="4115"/>
                  <a:pt x="18515" y="4115"/>
                </a:cubicBezTo>
                <a:close/>
                <a:moveTo>
                  <a:pt x="16912" y="4877"/>
                </a:moveTo>
                <a:cubicBezTo>
                  <a:pt x="16878" y="4877"/>
                  <a:pt x="16844" y="4885"/>
                  <a:pt x="16812" y="4902"/>
                </a:cubicBezTo>
                <a:cubicBezTo>
                  <a:pt x="16562" y="5041"/>
                  <a:pt x="16302" y="5193"/>
                  <a:pt x="16038" y="5358"/>
                </a:cubicBezTo>
                <a:cubicBezTo>
                  <a:pt x="15940" y="5416"/>
                  <a:pt x="15910" y="5544"/>
                  <a:pt x="15971" y="5641"/>
                </a:cubicBezTo>
                <a:cubicBezTo>
                  <a:pt x="16010" y="5705"/>
                  <a:pt x="16077" y="5741"/>
                  <a:pt x="16146" y="5741"/>
                </a:cubicBezTo>
                <a:cubicBezTo>
                  <a:pt x="16183" y="5741"/>
                  <a:pt x="16220" y="5730"/>
                  <a:pt x="16254" y="5709"/>
                </a:cubicBezTo>
                <a:cubicBezTo>
                  <a:pt x="16513" y="5549"/>
                  <a:pt x="16768" y="5400"/>
                  <a:pt x="17013" y="5264"/>
                </a:cubicBezTo>
                <a:cubicBezTo>
                  <a:pt x="17112" y="5209"/>
                  <a:pt x="17147" y="5083"/>
                  <a:pt x="17092" y="4984"/>
                </a:cubicBezTo>
                <a:cubicBezTo>
                  <a:pt x="17055" y="4915"/>
                  <a:pt x="16984" y="4877"/>
                  <a:pt x="16912" y="4877"/>
                </a:cubicBezTo>
                <a:close/>
                <a:moveTo>
                  <a:pt x="13566" y="4544"/>
                </a:moveTo>
                <a:cubicBezTo>
                  <a:pt x="13533" y="4544"/>
                  <a:pt x="13500" y="4552"/>
                  <a:pt x="13468" y="4569"/>
                </a:cubicBezTo>
                <a:cubicBezTo>
                  <a:pt x="13367" y="4622"/>
                  <a:pt x="13330" y="4748"/>
                  <a:pt x="13383" y="4849"/>
                </a:cubicBezTo>
                <a:cubicBezTo>
                  <a:pt x="13516" y="5097"/>
                  <a:pt x="13637" y="5361"/>
                  <a:pt x="13740" y="5632"/>
                </a:cubicBezTo>
                <a:cubicBezTo>
                  <a:pt x="13771" y="5716"/>
                  <a:pt x="13849" y="5765"/>
                  <a:pt x="13933" y="5765"/>
                </a:cubicBezTo>
                <a:cubicBezTo>
                  <a:pt x="13958" y="5765"/>
                  <a:pt x="13982" y="5762"/>
                  <a:pt x="14007" y="5753"/>
                </a:cubicBezTo>
                <a:cubicBezTo>
                  <a:pt x="14113" y="5712"/>
                  <a:pt x="14167" y="5592"/>
                  <a:pt x="14126" y="5485"/>
                </a:cubicBezTo>
                <a:cubicBezTo>
                  <a:pt x="14016" y="5198"/>
                  <a:pt x="13890" y="4918"/>
                  <a:pt x="13748" y="4654"/>
                </a:cubicBezTo>
                <a:cubicBezTo>
                  <a:pt x="13712" y="4584"/>
                  <a:pt x="13640" y="4544"/>
                  <a:pt x="13566" y="4544"/>
                </a:cubicBezTo>
                <a:close/>
                <a:moveTo>
                  <a:pt x="434" y="4507"/>
                </a:moveTo>
                <a:cubicBezTo>
                  <a:pt x="346" y="4507"/>
                  <a:pt x="264" y="4563"/>
                  <a:pt x="236" y="4651"/>
                </a:cubicBezTo>
                <a:cubicBezTo>
                  <a:pt x="142" y="4948"/>
                  <a:pt x="75" y="5251"/>
                  <a:pt x="36" y="5553"/>
                </a:cubicBezTo>
                <a:cubicBezTo>
                  <a:pt x="22" y="5666"/>
                  <a:pt x="102" y="5769"/>
                  <a:pt x="215" y="5783"/>
                </a:cubicBezTo>
                <a:cubicBezTo>
                  <a:pt x="224" y="5785"/>
                  <a:pt x="233" y="5785"/>
                  <a:pt x="242" y="5785"/>
                </a:cubicBezTo>
                <a:cubicBezTo>
                  <a:pt x="344" y="5785"/>
                  <a:pt x="433" y="5709"/>
                  <a:pt x="447" y="5604"/>
                </a:cubicBezTo>
                <a:cubicBezTo>
                  <a:pt x="483" y="5329"/>
                  <a:pt x="543" y="5049"/>
                  <a:pt x="630" y="4775"/>
                </a:cubicBezTo>
                <a:cubicBezTo>
                  <a:pt x="665" y="4667"/>
                  <a:pt x="605" y="4550"/>
                  <a:pt x="495" y="4516"/>
                </a:cubicBezTo>
                <a:cubicBezTo>
                  <a:pt x="475" y="4510"/>
                  <a:pt x="454" y="4507"/>
                  <a:pt x="434" y="4507"/>
                </a:cubicBezTo>
                <a:close/>
                <a:moveTo>
                  <a:pt x="15399" y="5807"/>
                </a:moveTo>
                <a:cubicBezTo>
                  <a:pt x="15359" y="5807"/>
                  <a:pt x="15320" y="5818"/>
                  <a:pt x="15285" y="5842"/>
                </a:cubicBezTo>
                <a:cubicBezTo>
                  <a:pt x="15058" y="5992"/>
                  <a:pt x="14817" y="6159"/>
                  <a:pt x="14548" y="6347"/>
                </a:cubicBezTo>
                <a:cubicBezTo>
                  <a:pt x="14454" y="6412"/>
                  <a:pt x="14432" y="6540"/>
                  <a:pt x="14498" y="6634"/>
                </a:cubicBezTo>
                <a:cubicBezTo>
                  <a:pt x="14537" y="6692"/>
                  <a:pt x="14603" y="6722"/>
                  <a:pt x="14666" y="6722"/>
                </a:cubicBezTo>
                <a:cubicBezTo>
                  <a:pt x="14707" y="6722"/>
                  <a:pt x="14750" y="6710"/>
                  <a:pt x="14785" y="6685"/>
                </a:cubicBezTo>
                <a:cubicBezTo>
                  <a:pt x="15051" y="6499"/>
                  <a:pt x="15290" y="6336"/>
                  <a:pt x="15513" y="6185"/>
                </a:cubicBezTo>
                <a:cubicBezTo>
                  <a:pt x="15609" y="6122"/>
                  <a:pt x="15634" y="5994"/>
                  <a:pt x="15572" y="5898"/>
                </a:cubicBezTo>
                <a:cubicBezTo>
                  <a:pt x="15532" y="5839"/>
                  <a:pt x="15466" y="5807"/>
                  <a:pt x="15399" y="5807"/>
                </a:cubicBezTo>
                <a:close/>
                <a:moveTo>
                  <a:pt x="214" y="6258"/>
                </a:moveTo>
                <a:cubicBezTo>
                  <a:pt x="209" y="6258"/>
                  <a:pt x="205" y="6258"/>
                  <a:pt x="201" y="6258"/>
                </a:cubicBezTo>
                <a:cubicBezTo>
                  <a:pt x="87" y="6267"/>
                  <a:pt x="1" y="6364"/>
                  <a:pt x="8" y="6480"/>
                </a:cubicBezTo>
                <a:cubicBezTo>
                  <a:pt x="11" y="6513"/>
                  <a:pt x="13" y="6547"/>
                  <a:pt x="16" y="6582"/>
                </a:cubicBezTo>
                <a:cubicBezTo>
                  <a:pt x="41" y="6857"/>
                  <a:pt x="94" y="7132"/>
                  <a:pt x="178" y="7397"/>
                </a:cubicBezTo>
                <a:cubicBezTo>
                  <a:pt x="204" y="7486"/>
                  <a:pt x="286" y="7543"/>
                  <a:pt x="374" y="7543"/>
                </a:cubicBezTo>
                <a:cubicBezTo>
                  <a:pt x="394" y="7543"/>
                  <a:pt x="415" y="7539"/>
                  <a:pt x="435" y="7534"/>
                </a:cubicBezTo>
                <a:cubicBezTo>
                  <a:pt x="545" y="7500"/>
                  <a:pt x="607" y="7383"/>
                  <a:pt x="573" y="7275"/>
                </a:cubicBezTo>
                <a:cubicBezTo>
                  <a:pt x="498" y="7036"/>
                  <a:pt x="451" y="6791"/>
                  <a:pt x="428" y="6545"/>
                </a:cubicBezTo>
                <a:cubicBezTo>
                  <a:pt x="426" y="6513"/>
                  <a:pt x="422" y="6483"/>
                  <a:pt x="420" y="6451"/>
                </a:cubicBezTo>
                <a:cubicBezTo>
                  <a:pt x="414" y="6342"/>
                  <a:pt x="322" y="6258"/>
                  <a:pt x="214" y="6258"/>
                </a:cubicBezTo>
                <a:close/>
                <a:moveTo>
                  <a:pt x="14200" y="6198"/>
                </a:moveTo>
                <a:cubicBezTo>
                  <a:pt x="14183" y="6198"/>
                  <a:pt x="14166" y="6200"/>
                  <a:pt x="14149" y="6205"/>
                </a:cubicBezTo>
                <a:cubicBezTo>
                  <a:pt x="14039" y="6233"/>
                  <a:pt x="13972" y="6347"/>
                  <a:pt x="14000" y="6456"/>
                </a:cubicBezTo>
                <a:cubicBezTo>
                  <a:pt x="14037" y="6600"/>
                  <a:pt x="14071" y="6747"/>
                  <a:pt x="14099" y="6894"/>
                </a:cubicBezTo>
                <a:cubicBezTo>
                  <a:pt x="14059" y="6847"/>
                  <a:pt x="14000" y="6823"/>
                  <a:pt x="13942" y="6823"/>
                </a:cubicBezTo>
                <a:cubicBezTo>
                  <a:pt x="13900" y="6823"/>
                  <a:pt x="13859" y="6835"/>
                  <a:pt x="13823" y="6861"/>
                </a:cubicBezTo>
                <a:lnTo>
                  <a:pt x="13552" y="7055"/>
                </a:lnTo>
                <a:cubicBezTo>
                  <a:pt x="13401" y="7164"/>
                  <a:pt x="13250" y="7272"/>
                  <a:pt x="13100" y="7378"/>
                </a:cubicBezTo>
                <a:cubicBezTo>
                  <a:pt x="13008" y="7445"/>
                  <a:pt x="12986" y="7573"/>
                  <a:pt x="13052" y="7667"/>
                </a:cubicBezTo>
                <a:cubicBezTo>
                  <a:pt x="13093" y="7724"/>
                  <a:pt x="13157" y="7754"/>
                  <a:pt x="13220" y="7754"/>
                </a:cubicBezTo>
                <a:cubicBezTo>
                  <a:pt x="13263" y="7754"/>
                  <a:pt x="13304" y="7741"/>
                  <a:pt x="13341" y="7715"/>
                </a:cubicBezTo>
                <a:cubicBezTo>
                  <a:pt x="13491" y="7607"/>
                  <a:pt x="13642" y="7498"/>
                  <a:pt x="13793" y="7390"/>
                </a:cubicBezTo>
                <a:lnTo>
                  <a:pt x="14062" y="7197"/>
                </a:lnTo>
                <a:cubicBezTo>
                  <a:pt x="14097" y="7172"/>
                  <a:pt x="14124" y="7137"/>
                  <a:pt x="14136" y="7100"/>
                </a:cubicBezTo>
                <a:cubicBezTo>
                  <a:pt x="14149" y="7167"/>
                  <a:pt x="14160" y="7236"/>
                  <a:pt x="14170" y="7305"/>
                </a:cubicBezTo>
                <a:cubicBezTo>
                  <a:pt x="14185" y="7409"/>
                  <a:pt x="14273" y="7483"/>
                  <a:pt x="14375" y="7483"/>
                </a:cubicBezTo>
                <a:cubicBezTo>
                  <a:pt x="14384" y="7483"/>
                  <a:pt x="14394" y="7482"/>
                  <a:pt x="14404" y="7481"/>
                </a:cubicBezTo>
                <a:cubicBezTo>
                  <a:pt x="14517" y="7463"/>
                  <a:pt x="14595" y="7358"/>
                  <a:pt x="14580" y="7245"/>
                </a:cubicBezTo>
                <a:cubicBezTo>
                  <a:pt x="14535" y="6944"/>
                  <a:pt x="14475" y="6643"/>
                  <a:pt x="14401" y="6354"/>
                </a:cubicBezTo>
                <a:cubicBezTo>
                  <a:pt x="14377" y="6261"/>
                  <a:pt x="14293" y="6198"/>
                  <a:pt x="14200" y="6198"/>
                </a:cubicBezTo>
                <a:close/>
                <a:moveTo>
                  <a:pt x="12494" y="7851"/>
                </a:moveTo>
                <a:cubicBezTo>
                  <a:pt x="12454" y="7851"/>
                  <a:pt x="12413" y="7863"/>
                  <a:pt x="12377" y="7888"/>
                </a:cubicBezTo>
                <a:cubicBezTo>
                  <a:pt x="12208" y="8005"/>
                  <a:pt x="12054" y="8112"/>
                  <a:pt x="11902" y="8213"/>
                </a:cubicBezTo>
                <a:cubicBezTo>
                  <a:pt x="11817" y="8269"/>
                  <a:pt x="11732" y="8326"/>
                  <a:pt x="11647" y="8383"/>
                </a:cubicBezTo>
                <a:cubicBezTo>
                  <a:pt x="11551" y="8445"/>
                  <a:pt x="11524" y="8572"/>
                  <a:pt x="11586" y="8668"/>
                </a:cubicBezTo>
                <a:cubicBezTo>
                  <a:pt x="11625" y="8730"/>
                  <a:pt x="11693" y="8762"/>
                  <a:pt x="11760" y="8762"/>
                </a:cubicBezTo>
                <a:cubicBezTo>
                  <a:pt x="11799" y="8762"/>
                  <a:pt x="11838" y="8751"/>
                  <a:pt x="11872" y="8728"/>
                </a:cubicBezTo>
                <a:cubicBezTo>
                  <a:pt x="11960" y="8672"/>
                  <a:pt x="12047" y="8613"/>
                  <a:pt x="12132" y="8556"/>
                </a:cubicBezTo>
                <a:cubicBezTo>
                  <a:pt x="12286" y="8454"/>
                  <a:pt x="12442" y="8346"/>
                  <a:pt x="12612" y="8229"/>
                </a:cubicBezTo>
                <a:cubicBezTo>
                  <a:pt x="12706" y="8163"/>
                  <a:pt x="12729" y="8034"/>
                  <a:pt x="12664" y="7940"/>
                </a:cubicBezTo>
                <a:cubicBezTo>
                  <a:pt x="12624" y="7883"/>
                  <a:pt x="12560" y="7851"/>
                  <a:pt x="12494" y="7851"/>
                </a:cubicBezTo>
                <a:close/>
                <a:moveTo>
                  <a:pt x="729" y="7941"/>
                </a:moveTo>
                <a:cubicBezTo>
                  <a:pt x="694" y="7941"/>
                  <a:pt x="659" y="7949"/>
                  <a:pt x="626" y="7968"/>
                </a:cubicBezTo>
                <a:cubicBezTo>
                  <a:pt x="527" y="8025"/>
                  <a:pt x="493" y="8151"/>
                  <a:pt x="550" y="8250"/>
                </a:cubicBezTo>
                <a:cubicBezTo>
                  <a:pt x="700" y="8512"/>
                  <a:pt x="881" y="8767"/>
                  <a:pt x="1089" y="9005"/>
                </a:cubicBezTo>
                <a:cubicBezTo>
                  <a:pt x="1129" y="9051"/>
                  <a:pt x="1188" y="9076"/>
                  <a:pt x="1245" y="9076"/>
                </a:cubicBezTo>
                <a:cubicBezTo>
                  <a:pt x="1292" y="9076"/>
                  <a:pt x="1342" y="9058"/>
                  <a:pt x="1381" y="9024"/>
                </a:cubicBezTo>
                <a:cubicBezTo>
                  <a:pt x="1466" y="8948"/>
                  <a:pt x="1475" y="8819"/>
                  <a:pt x="1400" y="8732"/>
                </a:cubicBezTo>
                <a:cubicBezTo>
                  <a:pt x="1211" y="8516"/>
                  <a:pt x="1046" y="8284"/>
                  <a:pt x="908" y="8044"/>
                </a:cubicBezTo>
                <a:cubicBezTo>
                  <a:pt x="870" y="7978"/>
                  <a:pt x="801" y="7941"/>
                  <a:pt x="729" y="7941"/>
                </a:cubicBezTo>
                <a:close/>
                <a:moveTo>
                  <a:pt x="14457" y="7952"/>
                </a:moveTo>
                <a:cubicBezTo>
                  <a:pt x="14455" y="7952"/>
                  <a:pt x="14452" y="7952"/>
                  <a:pt x="14450" y="7952"/>
                </a:cubicBezTo>
                <a:cubicBezTo>
                  <a:pt x="14335" y="7959"/>
                  <a:pt x="14246" y="8055"/>
                  <a:pt x="14253" y="8170"/>
                </a:cubicBezTo>
                <a:cubicBezTo>
                  <a:pt x="14259" y="8291"/>
                  <a:pt x="14262" y="8413"/>
                  <a:pt x="14262" y="8535"/>
                </a:cubicBezTo>
                <a:cubicBezTo>
                  <a:pt x="14262" y="8562"/>
                  <a:pt x="14264" y="8588"/>
                  <a:pt x="14264" y="8615"/>
                </a:cubicBezTo>
                <a:cubicBezTo>
                  <a:pt x="14264" y="8755"/>
                  <a:pt x="14261" y="8897"/>
                  <a:pt x="14253" y="9038"/>
                </a:cubicBezTo>
                <a:cubicBezTo>
                  <a:pt x="14248" y="9152"/>
                  <a:pt x="14337" y="9249"/>
                  <a:pt x="14450" y="9255"/>
                </a:cubicBezTo>
                <a:lnTo>
                  <a:pt x="14461" y="9255"/>
                </a:lnTo>
                <a:cubicBezTo>
                  <a:pt x="14571" y="9255"/>
                  <a:pt x="14661" y="9168"/>
                  <a:pt x="14666" y="9056"/>
                </a:cubicBezTo>
                <a:cubicBezTo>
                  <a:pt x="14673" y="8909"/>
                  <a:pt x="14677" y="8760"/>
                  <a:pt x="14677" y="8615"/>
                </a:cubicBezTo>
                <a:cubicBezTo>
                  <a:pt x="14677" y="8587"/>
                  <a:pt x="14677" y="8560"/>
                  <a:pt x="14677" y="8532"/>
                </a:cubicBezTo>
                <a:cubicBezTo>
                  <a:pt x="14675" y="8404"/>
                  <a:pt x="14672" y="8276"/>
                  <a:pt x="14666" y="8149"/>
                </a:cubicBezTo>
                <a:cubicBezTo>
                  <a:pt x="14661" y="8038"/>
                  <a:pt x="14567" y="7952"/>
                  <a:pt x="14457" y="7952"/>
                </a:cubicBezTo>
                <a:close/>
                <a:moveTo>
                  <a:pt x="11007" y="8820"/>
                </a:moveTo>
                <a:cubicBezTo>
                  <a:pt x="10971" y="8820"/>
                  <a:pt x="10934" y="8830"/>
                  <a:pt x="10901" y="8851"/>
                </a:cubicBezTo>
                <a:cubicBezTo>
                  <a:pt x="10642" y="9005"/>
                  <a:pt x="10385" y="9150"/>
                  <a:pt x="10137" y="9283"/>
                </a:cubicBezTo>
                <a:cubicBezTo>
                  <a:pt x="10036" y="9336"/>
                  <a:pt x="9999" y="9462"/>
                  <a:pt x="10052" y="9561"/>
                </a:cubicBezTo>
                <a:cubicBezTo>
                  <a:pt x="10089" y="9632"/>
                  <a:pt x="10160" y="9671"/>
                  <a:pt x="10234" y="9671"/>
                </a:cubicBezTo>
                <a:cubicBezTo>
                  <a:pt x="10266" y="9671"/>
                  <a:pt x="10300" y="9664"/>
                  <a:pt x="10332" y="9648"/>
                </a:cubicBezTo>
                <a:cubicBezTo>
                  <a:pt x="10585" y="9512"/>
                  <a:pt x="10849" y="9363"/>
                  <a:pt x="11113" y="9205"/>
                </a:cubicBezTo>
                <a:cubicBezTo>
                  <a:pt x="11211" y="9147"/>
                  <a:pt x="11243" y="9019"/>
                  <a:pt x="11184" y="8921"/>
                </a:cubicBezTo>
                <a:cubicBezTo>
                  <a:pt x="11146" y="8856"/>
                  <a:pt x="11077" y="8820"/>
                  <a:pt x="11007" y="8820"/>
                </a:cubicBezTo>
                <a:close/>
                <a:moveTo>
                  <a:pt x="1885" y="9275"/>
                </a:moveTo>
                <a:cubicBezTo>
                  <a:pt x="1825" y="9275"/>
                  <a:pt x="1765" y="9302"/>
                  <a:pt x="1725" y="9352"/>
                </a:cubicBezTo>
                <a:cubicBezTo>
                  <a:pt x="1652" y="9441"/>
                  <a:pt x="1666" y="9572"/>
                  <a:pt x="1755" y="9643"/>
                </a:cubicBezTo>
                <a:cubicBezTo>
                  <a:pt x="1991" y="9832"/>
                  <a:pt x="2246" y="10008"/>
                  <a:pt x="2513" y="10162"/>
                </a:cubicBezTo>
                <a:cubicBezTo>
                  <a:pt x="2547" y="10181"/>
                  <a:pt x="2582" y="10190"/>
                  <a:pt x="2616" y="10190"/>
                </a:cubicBezTo>
                <a:cubicBezTo>
                  <a:pt x="2689" y="10190"/>
                  <a:pt x="2758" y="10153"/>
                  <a:pt x="2797" y="10087"/>
                </a:cubicBezTo>
                <a:cubicBezTo>
                  <a:pt x="2854" y="9988"/>
                  <a:pt x="2820" y="9862"/>
                  <a:pt x="2721" y="9804"/>
                </a:cubicBezTo>
                <a:cubicBezTo>
                  <a:pt x="2471" y="9660"/>
                  <a:pt x="2233" y="9497"/>
                  <a:pt x="2015" y="9322"/>
                </a:cubicBezTo>
                <a:cubicBezTo>
                  <a:pt x="1977" y="9291"/>
                  <a:pt x="1931" y="9275"/>
                  <a:pt x="1885" y="9275"/>
                </a:cubicBezTo>
                <a:close/>
                <a:moveTo>
                  <a:pt x="9438" y="9652"/>
                </a:moveTo>
                <a:cubicBezTo>
                  <a:pt x="9409" y="9652"/>
                  <a:pt x="9380" y="9658"/>
                  <a:pt x="9352" y="9671"/>
                </a:cubicBezTo>
                <a:cubicBezTo>
                  <a:pt x="9081" y="9795"/>
                  <a:pt x="8810" y="9909"/>
                  <a:pt x="8547" y="10006"/>
                </a:cubicBezTo>
                <a:cubicBezTo>
                  <a:pt x="8439" y="10047"/>
                  <a:pt x="8384" y="10165"/>
                  <a:pt x="8425" y="10272"/>
                </a:cubicBezTo>
                <a:cubicBezTo>
                  <a:pt x="8455" y="10355"/>
                  <a:pt x="8535" y="10406"/>
                  <a:pt x="8618" y="10406"/>
                </a:cubicBezTo>
                <a:cubicBezTo>
                  <a:pt x="8643" y="10406"/>
                  <a:pt x="8668" y="10403"/>
                  <a:pt x="8691" y="10394"/>
                </a:cubicBezTo>
                <a:cubicBezTo>
                  <a:pt x="8964" y="10291"/>
                  <a:pt x="9244" y="10176"/>
                  <a:pt x="9524" y="10047"/>
                </a:cubicBezTo>
                <a:cubicBezTo>
                  <a:pt x="9628" y="9999"/>
                  <a:pt x="9674" y="9877"/>
                  <a:pt x="9627" y="9774"/>
                </a:cubicBezTo>
                <a:cubicBezTo>
                  <a:pt x="9592" y="9697"/>
                  <a:pt x="9517" y="9652"/>
                  <a:pt x="9438" y="9652"/>
                </a:cubicBezTo>
                <a:close/>
                <a:moveTo>
                  <a:pt x="3417" y="10162"/>
                </a:moveTo>
                <a:cubicBezTo>
                  <a:pt x="3335" y="10162"/>
                  <a:pt x="3257" y="10211"/>
                  <a:pt x="3224" y="10293"/>
                </a:cubicBezTo>
                <a:cubicBezTo>
                  <a:pt x="3181" y="10399"/>
                  <a:pt x="3235" y="10520"/>
                  <a:pt x="3341" y="10561"/>
                </a:cubicBezTo>
                <a:cubicBezTo>
                  <a:pt x="3626" y="10674"/>
                  <a:pt x="3920" y="10766"/>
                  <a:pt x="4216" y="10835"/>
                </a:cubicBezTo>
                <a:cubicBezTo>
                  <a:pt x="4232" y="10839"/>
                  <a:pt x="4248" y="10841"/>
                  <a:pt x="4264" y="10841"/>
                </a:cubicBezTo>
                <a:cubicBezTo>
                  <a:pt x="4358" y="10841"/>
                  <a:pt x="4443" y="10775"/>
                  <a:pt x="4464" y="10681"/>
                </a:cubicBezTo>
                <a:cubicBezTo>
                  <a:pt x="4491" y="10570"/>
                  <a:pt x="4422" y="10458"/>
                  <a:pt x="4310" y="10433"/>
                </a:cubicBezTo>
                <a:cubicBezTo>
                  <a:pt x="4034" y="10367"/>
                  <a:pt x="3759" y="10282"/>
                  <a:pt x="3492" y="10176"/>
                </a:cubicBezTo>
                <a:cubicBezTo>
                  <a:pt x="3467" y="10167"/>
                  <a:pt x="3442" y="10162"/>
                  <a:pt x="3417" y="10162"/>
                </a:cubicBezTo>
                <a:close/>
                <a:moveTo>
                  <a:pt x="7775" y="10268"/>
                </a:moveTo>
                <a:cubicBezTo>
                  <a:pt x="7757" y="10268"/>
                  <a:pt x="7738" y="10270"/>
                  <a:pt x="7720" y="10275"/>
                </a:cubicBezTo>
                <a:cubicBezTo>
                  <a:pt x="7434" y="10355"/>
                  <a:pt x="7151" y="10419"/>
                  <a:pt x="6874" y="10467"/>
                </a:cubicBezTo>
                <a:cubicBezTo>
                  <a:pt x="6761" y="10486"/>
                  <a:pt x="6685" y="10593"/>
                  <a:pt x="6704" y="10706"/>
                </a:cubicBezTo>
                <a:cubicBezTo>
                  <a:pt x="6722" y="10805"/>
                  <a:pt x="6811" y="10878"/>
                  <a:pt x="6908" y="10878"/>
                </a:cubicBezTo>
                <a:cubicBezTo>
                  <a:pt x="6921" y="10878"/>
                  <a:pt x="6931" y="10876"/>
                  <a:pt x="6944" y="10874"/>
                </a:cubicBezTo>
                <a:cubicBezTo>
                  <a:pt x="7234" y="10825"/>
                  <a:pt x="7532" y="10757"/>
                  <a:pt x="7830" y="10674"/>
                </a:cubicBezTo>
                <a:cubicBezTo>
                  <a:pt x="7939" y="10644"/>
                  <a:pt x="8005" y="10529"/>
                  <a:pt x="7973" y="10419"/>
                </a:cubicBezTo>
                <a:cubicBezTo>
                  <a:pt x="7948" y="10327"/>
                  <a:pt x="7865" y="10268"/>
                  <a:pt x="7775" y="10268"/>
                </a:cubicBezTo>
                <a:close/>
                <a:moveTo>
                  <a:pt x="5139" y="10562"/>
                </a:moveTo>
                <a:cubicBezTo>
                  <a:pt x="5033" y="10562"/>
                  <a:pt x="4942" y="10644"/>
                  <a:pt x="4934" y="10752"/>
                </a:cubicBezTo>
                <a:cubicBezTo>
                  <a:pt x="4925" y="10867"/>
                  <a:pt x="5012" y="10966"/>
                  <a:pt x="5125" y="10974"/>
                </a:cubicBezTo>
                <a:cubicBezTo>
                  <a:pt x="5189" y="10979"/>
                  <a:pt x="5253" y="10982"/>
                  <a:pt x="5317" y="10986"/>
                </a:cubicBezTo>
                <a:cubicBezTo>
                  <a:pt x="5412" y="10989"/>
                  <a:pt x="5512" y="10991"/>
                  <a:pt x="5607" y="10991"/>
                </a:cubicBezTo>
                <a:lnTo>
                  <a:pt x="5609" y="10991"/>
                </a:lnTo>
                <a:cubicBezTo>
                  <a:pt x="5751" y="10991"/>
                  <a:pt x="5896" y="10988"/>
                  <a:pt x="6040" y="10979"/>
                </a:cubicBezTo>
                <a:cubicBezTo>
                  <a:pt x="6153" y="10972"/>
                  <a:pt x="6240" y="10874"/>
                  <a:pt x="6233" y="10761"/>
                </a:cubicBezTo>
                <a:cubicBezTo>
                  <a:pt x="6228" y="10650"/>
                  <a:pt x="6136" y="10566"/>
                  <a:pt x="6028" y="10566"/>
                </a:cubicBezTo>
                <a:cubicBezTo>
                  <a:pt x="6024" y="10566"/>
                  <a:pt x="6019" y="10566"/>
                  <a:pt x="6015" y="10566"/>
                </a:cubicBezTo>
                <a:cubicBezTo>
                  <a:pt x="5880" y="10573"/>
                  <a:pt x="5742" y="10578"/>
                  <a:pt x="5609" y="10578"/>
                </a:cubicBezTo>
                <a:lnTo>
                  <a:pt x="5607" y="10578"/>
                </a:lnTo>
                <a:cubicBezTo>
                  <a:pt x="5517" y="10578"/>
                  <a:pt x="5423" y="10577"/>
                  <a:pt x="5333" y="10571"/>
                </a:cubicBezTo>
                <a:cubicBezTo>
                  <a:pt x="5274" y="10570"/>
                  <a:pt x="5214" y="10566"/>
                  <a:pt x="5156" y="10562"/>
                </a:cubicBezTo>
                <a:cubicBezTo>
                  <a:pt x="5150" y="10562"/>
                  <a:pt x="5145" y="10562"/>
                  <a:pt x="5139" y="10562"/>
                </a:cubicBezTo>
                <a:close/>
                <a:moveTo>
                  <a:pt x="14381" y="9724"/>
                </a:moveTo>
                <a:cubicBezTo>
                  <a:pt x="14279" y="9724"/>
                  <a:pt x="14190" y="9799"/>
                  <a:pt x="14175" y="9903"/>
                </a:cubicBezTo>
                <a:cubicBezTo>
                  <a:pt x="14136" y="10189"/>
                  <a:pt x="14083" y="10476"/>
                  <a:pt x="14020" y="10759"/>
                </a:cubicBezTo>
                <a:cubicBezTo>
                  <a:pt x="13995" y="10871"/>
                  <a:pt x="14064" y="10981"/>
                  <a:pt x="14175" y="11007"/>
                </a:cubicBezTo>
                <a:cubicBezTo>
                  <a:pt x="14191" y="11009"/>
                  <a:pt x="14207" y="11011"/>
                  <a:pt x="14222" y="11011"/>
                </a:cubicBezTo>
                <a:cubicBezTo>
                  <a:pt x="14315" y="11011"/>
                  <a:pt x="14402" y="10947"/>
                  <a:pt x="14424" y="10851"/>
                </a:cubicBezTo>
                <a:cubicBezTo>
                  <a:pt x="14491" y="10555"/>
                  <a:pt x="14544" y="10256"/>
                  <a:pt x="14585" y="9960"/>
                </a:cubicBezTo>
                <a:cubicBezTo>
                  <a:pt x="14601" y="9846"/>
                  <a:pt x="14521" y="9742"/>
                  <a:pt x="14408" y="9726"/>
                </a:cubicBezTo>
                <a:cubicBezTo>
                  <a:pt x="14399" y="9725"/>
                  <a:pt x="14390" y="9724"/>
                  <a:pt x="14381" y="9724"/>
                </a:cubicBezTo>
                <a:close/>
                <a:moveTo>
                  <a:pt x="13988" y="11454"/>
                </a:moveTo>
                <a:cubicBezTo>
                  <a:pt x="13901" y="11454"/>
                  <a:pt x="13819" y="11511"/>
                  <a:pt x="13791" y="11599"/>
                </a:cubicBezTo>
                <a:cubicBezTo>
                  <a:pt x="13704" y="11872"/>
                  <a:pt x="13605" y="12148"/>
                  <a:pt x="13495" y="12418"/>
                </a:cubicBezTo>
                <a:cubicBezTo>
                  <a:pt x="13451" y="12522"/>
                  <a:pt x="13502" y="12643"/>
                  <a:pt x="13608" y="12687"/>
                </a:cubicBezTo>
                <a:cubicBezTo>
                  <a:pt x="13633" y="12698"/>
                  <a:pt x="13660" y="12703"/>
                  <a:pt x="13686" y="12703"/>
                </a:cubicBezTo>
                <a:cubicBezTo>
                  <a:pt x="13768" y="12703"/>
                  <a:pt x="13844" y="12653"/>
                  <a:pt x="13878" y="12574"/>
                </a:cubicBezTo>
                <a:cubicBezTo>
                  <a:pt x="13991" y="12294"/>
                  <a:pt x="14096" y="12008"/>
                  <a:pt x="14186" y="11723"/>
                </a:cubicBezTo>
                <a:cubicBezTo>
                  <a:pt x="14220" y="11615"/>
                  <a:pt x="14160" y="11498"/>
                  <a:pt x="14051" y="11464"/>
                </a:cubicBezTo>
                <a:cubicBezTo>
                  <a:pt x="14030" y="11458"/>
                  <a:pt x="14009" y="11454"/>
                  <a:pt x="13988" y="11454"/>
                </a:cubicBezTo>
                <a:close/>
                <a:moveTo>
                  <a:pt x="13317" y="13096"/>
                </a:moveTo>
                <a:cubicBezTo>
                  <a:pt x="13242" y="13096"/>
                  <a:pt x="13168" y="13137"/>
                  <a:pt x="13132" y="13210"/>
                </a:cubicBezTo>
                <a:cubicBezTo>
                  <a:pt x="13002" y="13467"/>
                  <a:pt x="12861" y="13724"/>
                  <a:pt x="12710" y="13972"/>
                </a:cubicBezTo>
                <a:cubicBezTo>
                  <a:pt x="12650" y="14069"/>
                  <a:pt x="12682" y="14197"/>
                  <a:pt x="12779" y="14255"/>
                </a:cubicBezTo>
                <a:cubicBezTo>
                  <a:pt x="12813" y="14277"/>
                  <a:pt x="12850" y="14286"/>
                  <a:pt x="12885" y="14286"/>
                </a:cubicBezTo>
                <a:cubicBezTo>
                  <a:pt x="12956" y="14286"/>
                  <a:pt x="13024" y="14250"/>
                  <a:pt x="13063" y="14186"/>
                </a:cubicBezTo>
                <a:cubicBezTo>
                  <a:pt x="13219" y="13929"/>
                  <a:pt x="13367" y="13664"/>
                  <a:pt x="13502" y="13396"/>
                </a:cubicBezTo>
                <a:cubicBezTo>
                  <a:pt x="13553" y="13295"/>
                  <a:pt x="13513" y="13169"/>
                  <a:pt x="13410" y="13118"/>
                </a:cubicBezTo>
                <a:cubicBezTo>
                  <a:pt x="13380" y="13103"/>
                  <a:pt x="13349" y="13096"/>
                  <a:pt x="13317" y="13096"/>
                </a:cubicBezTo>
                <a:close/>
                <a:moveTo>
                  <a:pt x="12397" y="14613"/>
                </a:moveTo>
                <a:cubicBezTo>
                  <a:pt x="12333" y="14613"/>
                  <a:pt x="12269" y="14643"/>
                  <a:pt x="12230" y="14700"/>
                </a:cubicBezTo>
                <a:cubicBezTo>
                  <a:pt x="12061" y="14936"/>
                  <a:pt x="11881" y="15168"/>
                  <a:pt x="11695" y="15390"/>
                </a:cubicBezTo>
                <a:cubicBezTo>
                  <a:pt x="11622" y="15476"/>
                  <a:pt x="11633" y="15608"/>
                  <a:pt x="11721" y="15680"/>
                </a:cubicBezTo>
                <a:cubicBezTo>
                  <a:pt x="11760" y="15714"/>
                  <a:pt x="11806" y="15728"/>
                  <a:pt x="11854" y="15728"/>
                </a:cubicBezTo>
                <a:cubicBezTo>
                  <a:pt x="11913" y="15728"/>
                  <a:pt x="11971" y="15703"/>
                  <a:pt x="12012" y="15655"/>
                </a:cubicBezTo>
                <a:cubicBezTo>
                  <a:pt x="12205" y="15425"/>
                  <a:pt x="12391" y="15184"/>
                  <a:pt x="12565" y="14941"/>
                </a:cubicBezTo>
                <a:cubicBezTo>
                  <a:pt x="12632" y="14847"/>
                  <a:pt x="12611" y="14718"/>
                  <a:pt x="12517" y="14652"/>
                </a:cubicBezTo>
                <a:cubicBezTo>
                  <a:pt x="12480" y="14626"/>
                  <a:pt x="12438" y="14613"/>
                  <a:pt x="12397" y="14613"/>
                </a:cubicBezTo>
                <a:close/>
                <a:moveTo>
                  <a:pt x="11258" y="15974"/>
                </a:moveTo>
                <a:cubicBezTo>
                  <a:pt x="11204" y="15974"/>
                  <a:pt x="11150" y="15995"/>
                  <a:pt x="11110" y="16036"/>
                </a:cubicBezTo>
                <a:cubicBezTo>
                  <a:pt x="10908" y="16246"/>
                  <a:pt x="10695" y="16448"/>
                  <a:pt x="10479" y="16639"/>
                </a:cubicBezTo>
                <a:cubicBezTo>
                  <a:pt x="10394" y="16713"/>
                  <a:pt x="10385" y="16844"/>
                  <a:pt x="10461" y="16930"/>
                </a:cubicBezTo>
                <a:cubicBezTo>
                  <a:pt x="10502" y="16977"/>
                  <a:pt x="10559" y="17000"/>
                  <a:pt x="10615" y="17000"/>
                </a:cubicBezTo>
                <a:cubicBezTo>
                  <a:pt x="10665" y="17000"/>
                  <a:pt x="10713" y="16983"/>
                  <a:pt x="10752" y="16949"/>
                </a:cubicBezTo>
                <a:cubicBezTo>
                  <a:pt x="10977" y="16751"/>
                  <a:pt x="11197" y="16541"/>
                  <a:pt x="11407" y="16325"/>
                </a:cubicBezTo>
                <a:cubicBezTo>
                  <a:pt x="11487" y="16244"/>
                  <a:pt x="11485" y="16113"/>
                  <a:pt x="11402" y="16033"/>
                </a:cubicBezTo>
                <a:cubicBezTo>
                  <a:pt x="11362" y="15994"/>
                  <a:pt x="11310" y="15974"/>
                  <a:pt x="11258" y="15974"/>
                </a:cubicBezTo>
                <a:close/>
                <a:moveTo>
                  <a:pt x="9928" y="17148"/>
                </a:moveTo>
                <a:cubicBezTo>
                  <a:pt x="9884" y="17148"/>
                  <a:pt x="9841" y="17162"/>
                  <a:pt x="9804" y="17190"/>
                </a:cubicBezTo>
                <a:cubicBezTo>
                  <a:pt x="9697" y="17270"/>
                  <a:pt x="9588" y="17350"/>
                  <a:pt x="9478" y="17426"/>
                </a:cubicBezTo>
                <a:cubicBezTo>
                  <a:pt x="9350" y="17514"/>
                  <a:pt x="9219" y="17603"/>
                  <a:pt x="9088" y="17688"/>
                </a:cubicBezTo>
                <a:cubicBezTo>
                  <a:pt x="8990" y="17748"/>
                  <a:pt x="8964" y="17876"/>
                  <a:pt x="9024" y="17973"/>
                </a:cubicBezTo>
                <a:cubicBezTo>
                  <a:pt x="9065" y="18034"/>
                  <a:pt x="9130" y="18067"/>
                  <a:pt x="9199" y="18067"/>
                </a:cubicBezTo>
                <a:cubicBezTo>
                  <a:pt x="9237" y="18067"/>
                  <a:pt x="9276" y="18057"/>
                  <a:pt x="9309" y="18035"/>
                </a:cubicBezTo>
                <a:cubicBezTo>
                  <a:pt x="9446" y="17948"/>
                  <a:pt x="9582" y="17856"/>
                  <a:pt x="9715" y="17764"/>
                </a:cubicBezTo>
                <a:cubicBezTo>
                  <a:pt x="9829" y="17686"/>
                  <a:pt x="9942" y="17603"/>
                  <a:pt x="10052" y="17520"/>
                </a:cubicBezTo>
                <a:cubicBezTo>
                  <a:pt x="10144" y="17451"/>
                  <a:pt x="10162" y="17321"/>
                  <a:pt x="10093" y="17231"/>
                </a:cubicBezTo>
                <a:cubicBezTo>
                  <a:pt x="10052" y="17176"/>
                  <a:pt x="9990" y="17148"/>
                  <a:pt x="9928" y="17148"/>
                </a:cubicBezTo>
                <a:close/>
                <a:moveTo>
                  <a:pt x="8434" y="18106"/>
                </a:moveTo>
                <a:cubicBezTo>
                  <a:pt x="8400" y="18106"/>
                  <a:pt x="8366" y="18114"/>
                  <a:pt x="8335" y="18131"/>
                </a:cubicBezTo>
                <a:cubicBezTo>
                  <a:pt x="8081" y="18269"/>
                  <a:pt x="7819" y="18399"/>
                  <a:pt x="7553" y="18521"/>
                </a:cubicBezTo>
                <a:cubicBezTo>
                  <a:pt x="7450" y="18567"/>
                  <a:pt x="7404" y="18691"/>
                  <a:pt x="7450" y="18794"/>
                </a:cubicBezTo>
                <a:cubicBezTo>
                  <a:pt x="7486" y="18870"/>
                  <a:pt x="7560" y="18916"/>
                  <a:pt x="7640" y="18916"/>
                </a:cubicBezTo>
                <a:cubicBezTo>
                  <a:pt x="7668" y="18916"/>
                  <a:pt x="7697" y="18909"/>
                  <a:pt x="7725" y="18897"/>
                </a:cubicBezTo>
                <a:cubicBezTo>
                  <a:pt x="8000" y="18773"/>
                  <a:pt x="8271" y="18636"/>
                  <a:pt x="8533" y="18494"/>
                </a:cubicBezTo>
                <a:cubicBezTo>
                  <a:pt x="8632" y="18439"/>
                  <a:pt x="8670" y="18314"/>
                  <a:pt x="8616" y="18214"/>
                </a:cubicBezTo>
                <a:cubicBezTo>
                  <a:pt x="8579" y="18145"/>
                  <a:pt x="8508" y="18106"/>
                  <a:pt x="8434" y="18106"/>
                </a:cubicBezTo>
                <a:close/>
                <a:moveTo>
                  <a:pt x="6820" y="18842"/>
                </a:moveTo>
                <a:cubicBezTo>
                  <a:pt x="6796" y="18842"/>
                  <a:pt x="6771" y="18847"/>
                  <a:pt x="6747" y="18856"/>
                </a:cubicBezTo>
                <a:cubicBezTo>
                  <a:pt x="6476" y="18957"/>
                  <a:pt x="6198" y="19051"/>
                  <a:pt x="5919" y="19136"/>
                </a:cubicBezTo>
                <a:cubicBezTo>
                  <a:pt x="5809" y="19168"/>
                  <a:pt x="5747" y="19283"/>
                  <a:pt x="5781" y="19393"/>
                </a:cubicBezTo>
                <a:cubicBezTo>
                  <a:pt x="5808" y="19483"/>
                  <a:pt x="5889" y="19540"/>
                  <a:pt x="5978" y="19540"/>
                </a:cubicBezTo>
                <a:cubicBezTo>
                  <a:pt x="5997" y="19540"/>
                  <a:pt x="6019" y="19536"/>
                  <a:pt x="6038" y="19531"/>
                </a:cubicBezTo>
                <a:cubicBezTo>
                  <a:pt x="6327" y="19444"/>
                  <a:pt x="6614" y="19347"/>
                  <a:pt x="6892" y="19242"/>
                </a:cubicBezTo>
                <a:cubicBezTo>
                  <a:pt x="6998" y="19201"/>
                  <a:pt x="7053" y="19083"/>
                  <a:pt x="7013" y="18976"/>
                </a:cubicBezTo>
                <a:cubicBezTo>
                  <a:pt x="6981" y="18893"/>
                  <a:pt x="6903" y="18842"/>
                  <a:pt x="6820" y="18842"/>
                </a:cubicBezTo>
                <a:close/>
                <a:moveTo>
                  <a:pt x="5120" y="19356"/>
                </a:moveTo>
                <a:cubicBezTo>
                  <a:pt x="5105" y="19356"/>
                  <a:pt x="5089" y="19357"/>
                  <a:pt x="5074" y="19361"/>
                </a:cubicBezTo>
                <a:cubicBezTo>
                  <a:pt x="4792" y="19426"/>
                  <a:pt x="4503" y="19485"/>
                  <a:pt x="4216" y="19535"/>
                </a:cubicBezTo>
                <a:cubicBezTo>
                  <a:pt x="4103" y="19552"/>
                  <a:pt x="4027" y="19660"/>
                  <a:pt x="4046" y="19772"/>
                </a:cubicBezTo>
                <a:cubicBezTo>
                  <a:pt x="4064" y="19873"/>
                  <a:pt x="4151" y="19944"/>
                  <a:pt x="4250" y="19944"/>
                </a:cubicBezTo>
                <a:cubicBezTo>
                  <a:pt x="4262" y="19944"/>
                  <a:pt x="4273" y="19944"/>
                  <a:pt x="4285" y="19942"/>
                </a:cubicBezTo>
                <a:cubicBezTo>
                  <a:pt x="4581" y="19892"/>
                  <a:pt x="4877" y="19832"/>
                  <a:pt x="5168" y="19765"/>
                </a:cubicBezTo>
                <a:cubicBezTo>
                  <a:pt x="5280" y="19738"/>
                  <a:pt x="5349" y="19627"/>
                  <a:pt x="5322" y="19515"/>
                </a:cubicBezTo>
                <a:cubicBezTo>
                  <a:pt x="5299" y="19420"/>
                  <a:pt x="5214" y="19356"/>
                  <a:pt x="5120" y="19356"/>
                </a:cubicBezTo>
                <a:close/>
                <a:moveTo>
                  <a:pt x="3371" y="19652"/>
                </a:moveTo>
                <a:cubicBezTo>
                  <a:pt x="3363" y="19652"/>
                  <a:pt x="3356" y="19652"/>
                  <a:pt x="3348" y="19653"/>
                </a:cubicBezTo>
                <a:cubicBezTo>
                  <a:pt x="3061" y="19685"/>
                  <a:pt x="2767" y="19706"/>
                  <a:pt x="2476" y="19721"/>
                </a:cubicBezTo>
                <a:cubicBezTo>
                  <a:pt x="2361" y="19726"/>
                  <a:pt x="2274" y="19823"/>
                  <a:pt x="2279" y="19937"/>
                </a:cubicBezTo>
                <a:cubicBezTo>
                  <a:pt x="2285" y="20048"/>
                  <a:pt x="2375" y="20133"/>
                  <a:pt x="2485" y="20133"/>
                </a:cubicBezTo>
                <a:lnTo>
                  <a:pt x="2496" y="20133"/>
                </a:lnTo>
                <a:cubicBezTo>
                  <a:pt x="2795" y="20119"/>
                  <a:pt x="3096" y="20096"/>
                  <a:pt x="3392" y="20064"/>
                </a:cubicBezTo>
                <a:cubicBezTo>
                  <a:pt x="3506" y="20052"/>
                  <a:pt x="3589" y="19951"/>
                  <a:pt x="3577" y="19838"/>
                </a:cubicBezTo>
                <a:cubicBezTo>
                  <a:pt x="3565" y="19732"/>
                  <a:pt x="3476" y="19652"/>
                  <a:pt x="3371" y="19652"/>
                </a:cubicBezTo>
                <a:close/>
                <a:moveTo>
                  <a:pt x="712" y="19699"/>
                </a:moveTo>
                <a:cubicBezTo>
                  <a:pt x="604" y="19699"/>
                  <a:pt x="512" y="19782"/>
                  <a:pt x="504" y="19891"/>
                </a:cubicBezTo>
                <a:cubicBezTo>
                  <a:pt x="497" y="20006"/>
                  <a:pt x="582" y="20103"/>
                  <a:pt x="697" y="20112"/>
                </a:cubicBezTo>
                <a:cubicBezTo>
                  <a:pt x="995" y="20133"/>
                  <a:pt x="1296" y="20146"/>
                  <a:pt x="1595" y="20149"/>
                </a:cubicBezTo>
                <a:lnTo>
                  <a:pt x="1597" y="20149"/>
                </a:lnTo>
                <a:cubicBezTo>
                  <a:pt x="1711" y="20149"/>
                  <a:pt x="1803" y="20059"/>
                  <a:pt x="1804" y="19946"/>
                </a:cubicBezTo>
                <a:cubicBezTo>
                  <a:pt x="1806" y="19830"/>
                  <a:pt x="1714" y="19737"/>
                  <a:pt x="1601" y="19737"/>
                </a:cubicBezTo>
                <a:cubicBezTo>
                  <a:pt x="1310" y="19733"/>
                  <a:pt x="1016" y="19721"/>
                  <a:pt x="725" y="19699"/>
                </a:cubicBezTo>
                <a:cubicBezTo>
                  <a:pt x="721" y="19699"/>
                  <a:pt x="716" y="19699"/>
                  <a:pt x="712" y="196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8"/>
          <p:cNvSpPr/>
          <p:nvPr/>
        </p:nvSpPr>
        <p:spPr>
          <a:xfrm flipH="1">
            <a:off x="3252595" y="1089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0" name="Shape 2960"/>
        <p:cNvGrpSpPr/>
        <p:nvPr/>
      </p:nvGrpSpPr>
      <p:grpSpPr>
        <a:xfrm>
          <a:off x="0" y="0"/>
          <a:ext cx="0" cy="0"/>
          <a:chOff x="0" y="0"/>
          <a:chExt cx="0" cy="0"/>
        </a:xfrm>
      </p:grpSpPr>
      <p:sp>
        <p:nvSpPr>
          <p:cNvPr id="2961" name="Google Shape;2961;p59"/>
          <p:cNvSpPr txBox="1"/>
          <p:nvPr/>
        </p:nvSpPr>
        <p:spPr>
          <a:xfrm flipH="1">
            <a:off x="5636625" y="1094775"/>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Venus</a:t>
            </a:r>
            <a:endParaRPr b="1" sz="2400">
              <a:solidFill>
                <a:schemeClr val="accent1"/>
              </a:solidFill>
              <a:latin typeface="Varela Round"/>
              <a:ea typeface="Varela Round"/>
              <a:cs typeface="Varela Round"/>
              <a:sym typeface="Varela Round"/>
            </a:endParaRPr>
          </a:p>
        </p:txBody>
      </p:sp>
      <p:sp>
        <p:nvSpPr>
          <p:cNvPr id="2962" name="Google Shape;2962;p59"/>
          <p:cNvSpPr txBox="1"/>
          <p:nvPr/>
        </p:nvSpPr>
        <p:spPr>
          <a:xfrm flipH="1">
            <a:off x="5636625" y="3785955"/>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Mars</a:t>
            </a:r>
            <a:endParaRPr b="1" sz="2400">
              <a:solidFill>
                <a:schemeClr val="accent1"/>
              </a:solidFill>
              <a:latin typeface="Varela Round"/>
              <a:ea typeface="Varela Round"/>
              <a:cs typeface="Varela Round"/>
              <a:sym typeface="Varela Round"/>
            </a:endParaRPr>
          </a:p>
        </p:txBody>
      </p:sp>
      <p:sp>
        <p:nvSpPr>
          <p:cNvPr id="2963" name="Google Shape;2963;p59"/>
          <p:cNvSpPr txBox="1"/>
          <p:nvPr/>
        </p:nvSpPr>
        <p:spPr>
          <a:xfrm flipH="1">
            <a:off x="5636725" y="2447628"/>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Mercury</a:t>
            </a:r>
            <a:endParaRPr b="1" sz="2400">
              <a:solidFill>
                <a:schemeClr val="accent1"/>
              </a:solidFill>
              <a:latin typeface="Varela Round"/>
              <a:ea typeface="Varela Round"/>
              <a:cs typeface="Varela Round"/>
              <a:sym typeface="Varela Round"/>
            </a:endParaRPr>
          </a:p>
        </p:txBody>
      </p:sp>
      <p:sp>
        <p:nvSpPr>
          <p:cNvPr id="2964" name="Google Shape;2964;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t>
            </a:r>
            <a:r>
              <a:rPr lang="en">
                <a:highlight>
                  <a:schemeClr val="dk2"/>
                </a:highlight>
              </a:rPr>
              <a:t>a</a:t>
            </a:r>
            <a:r>
              <a:rPr lang="en">
                <a:solidFill>
                  <a:srgbClr val="F4C5B1"/>
                </a:solidFill>
                <a:highlight>
                  <a:schemeClr val="dk2"/>
                </a:highlight>
              </a:rPr>
              <a:t> </a:t>
            </a:r>
            <a:r>
              <a:rPr lang="en">
                <a:highlight>
                  <a:schemeClr val="dk2"/>
                </a:highlight>
              </a:rPr>
              <a:t>map</a:t>
            </a:r>
            <a:endParaRPr>
              <a:highlight>
                <a:schemeClr val="dk2"/>
              </a:highlight>
            </a:endParaRPr>
          </a:p>
        </p:txBody>
      </p:sp>
      <p:sp>
        <p:nvSpPr>
          <p:cNvPr id="2965" name="Google Shape;2965;p59"/>
          <p:cNvSpPr txBox="1"/>
          <p:nvPr/>
        </p:nvSpPr>
        <p:spPr>
          <a:xfrm flipH="1">
            <a:off x="5636722" y="1393450"/>
            <a:ext cx="27600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Varela Round"/>
                <a:ea typeface="Varela Round"/>
                <a:cs typeface="Varela Round"/>
                <a:sym typeface="Varela Round"/>
              </a:rPr>
              <a:t>Venus is the second planet from the Sun</a:t>
            </a:r>
            <a:endParaRPr>
              <a:solidFill>
                <a:schemeClr val="dk1"/>
              </a:solidFill>
              <a:latin typeface="Varela Round"/>
              <a:ea typeface="Varela Round"/>
              <a:cs typeface="Varela Round"/>
              <a:sym typeface="Varela Round"/>
            </a:endParaRPr>
          </a:p>
        </p:txBody>
      </p:sp>
      <p:sp>
        <p:nvSpPr>
          <p:cNvPr id="2966" name="Google Shape;2966;p59"/>
          <p:cNvSpPr txBox="1"/>
          <p:nvPr/>
        </p:nvSpPr>
        <p:spPr>
          <a:xfrm flipH="1">
            <a:off x="5636772" y="4084625"/>
            <a:ext cx="2701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Varela Round"/>
                <a:ea typeface="Varela Round"/>
                <a:cs typeface="Varela Round"/>
                <a:sym typeface="Varela Round"/>
              </a:rPr>
              <a:t>Despite being red, Mars is a very cold place</a:t>
            </a:r>
            <a:endParaRPr>
              <a:solidFill>
                <a:schemeClr val="dk1"/>
              </a:solidFill>
              <a:latin typeface="Varela Round"/>
              <a:ea typeface="Varela Round"/>
              <a:cs typeface="Varela Round"/>
              <a:sym typeface="Varela Round"/>
            </a:endParaRPr>
          </a:p>
        </p:txBody>
      </p:sp>
      <p:sp>
        <p:nvSpPr>
          <p:cNvPr id="2967" name="Google Shape;2967;p59"/>
          <p:cNvSpPr txBox="1"/>
          <p:nvPr/>
        </p:nvSpPr>
        <p:spPr>
          <a:xfrm flipH="1">
            <a:off x="5636725" y="2746288"/>
            <a:ext cx="27600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Varela Round"/>
                <a:ea typeface="Varela Round"/>
                <a:cs typeface="Varela Round"/>
                <a:sym typeface="Varela Round"/>
              </a:rPr>
              <a:t>Mercury is the closest planet to the Sun</a:t>
            </a:r>
            <a:endParaRPr>
              <a:solidFill>
                <a:schemeClr val="dk1"/>
              </a:solidFill>
              <a:latin typeface="Varela Round"/>
              <a:ea typeface="Varela Round"/>
              <a:cs typeface="Varela Round"/>
              <a:sym typeface="Varela Round"/>
            </a:endParaRPr>
          </a:p>
        </p:txBody>
      </p:sp>
      <p:grpSp>
        <p:nvGrpSpPr>
          <p:cNvPr id="2968" name="Google Shape;2968;p59"/>
          <p:cNvGrpSpPr/>
          <p:nvPr/>
        </p:nvGrpSpPr>
        <p:grpSpPr>
          <a:xfrm>
            <a:off x="620941" y="1496643"/>
            <a:ext cx="4919741" cy="2620545"/>
            <a:chOff x="233350" y="949250"/>
            <a:chExt cx="7137300" cy="3802300"/>
          </a:xfrm>
        </p:grpSpPr>
        <p:sp>
          <p:nvSpPr>
            <p:cNvPr id="2969" name="Google Shape;2969;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59"/>
          <p:cNvGrpSpPr/>
          <p:nvPr/>
        </p:nvGrpSpPr>
        <p:grpSpPr>
          <a:xfrm>
            <a:off x="1088094" y="2117644"/>
            <a:ext cx="202762" cy="311546"/>
            <a:chOff x="3679856" y="1089700"/>
            <a:chExt cx="348449" cy="535303"/>
          </a:xfrm>
        </p:grpSpPr>
        <p:sp>
          <p:nvSpPr>
            <p:cNvPr id="3021" name="Google Shape;3021;p59"/>
            <p:cNvSpPr/>
            <p:nvPr/>
          </p:nvSpPr>
          <p:spPr>
            <a:xfrm>
              <a:off x="3679856" y="1089700"/>
              <a:ext cx="348449" cy="173208"/>
            </a:xfrm>
            <a:custGeom>
              <a:rect b="b" l="l" r="r" t="t"/>
              <a:pathLst>
                <a:path extrusionOk="0" h="6221" w="12515">
                  <a:moveTo>
                    <a:pt x="775" y="0"/>
                  </a:moveTo>
                  <a:cubicBezTo>
                    <a:pt x="347" y="0"/>
                    <a:pt x="1" y="347"/>
                    <a:pt x="1" y="775"/>
                  </a:cubicBezTo>
                  <a:lnTo>
                    <a:pt x="1" y="6220"/>
                  </a:lnTo>
                  <a:lnTo>
                    <a:pt x="12515" y="6220"/>
                  </a:lnTo>
                  <a:lnTo>
                    <a:pt x="12515" y="775"/>
                  </a:lnTo>
                  <a:cubicBezTo>
                    <a:pt x="12515" y="347"/>
                    <a:pt x="12168" y="0"/>
                    <a:pt x="11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9"/>
            <p:cNvSpPr/>
            <p:nvPr/>
          </p:nvSpPr>
          <p:spPr>
            <a:xfrm>
              <a:off x="3679856" y="1251440"/>
              <a:ext cx="348449" cy="373563"/>
            </a:xfrm>
            <a:custGeom>
              <a:rect b="b" l="l" r="r" t="t"/>
              <a:pathLst>
                <a:path extrusionOk="0" h="13417" w="12515">
                  <a:moveTo>
                    <a:pt x="1" y="0"/>
                  </a:moveTo>
                  <a:lnTo>
                    <a:pt x="1" y="12642"/>
                  </a:lnTo>
                  <a:cubicBezTo>
                    <a:pt x="1" y="13070"/>
                    <a:pt x="347" y="13416"/>
                    <a:pt x="775" y="13416"/>
                  </a:cubicBezTo>
                  <a:lnTo>
                    <a:pt x="11740" y="13416"/>
                  </a:lnTo>
                  <a:cubicBezTo>
                    <a:pt x="12168" y="13416"/>
                    <a:pt x="12515" y="13070"/>
                    <a:pt x="12515" y="12642"/>
                  </a:cubicBezTo>
                  <a:lnTo>
                    <a:pt x="125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9"/>
            <p:cNvSpPr/>
            <p:nvPr/>
          </p:nvSpPr>
          <p:spPr>
            <a:xfrm>
              <a:off x="3724656" y="1136337"/>
              <a:ext cx="258852" cy="70803"/>
            </a:xfrm>
            <a:custGeom>
              <a:rect b="b" l="l" r="r" t="t"/>
              <a:pathLst>
                <a:path extrusionOk="0" h="2543" w="9297">
                  <a:moveTo>
                    <a:pt x="581" y="1"/>
                  </a:moveTo>
                  <a:cubicBezTo>
                    <a:pt x="260" y="1"/>
                    <a:pt x="1" y="261"/>
                    <a:pt x="1" y="581"/>
                  </a:cubicBezTo>
                  <a:lnTo>
                    <a:pt x="1" y="1962"/>
                  </a:lnTo>
                  <a:cubicBezTo>
                    <a:pt x="1" y="2283"/>
                    <a:pt x="260" y="2543"/>
                    <a:pt x="581" y="2543"/>
                  </a:cubicBezTo>
                  <a:lnTo>
                    <a:pt x="8716" y="2543"/>
                  </a:lnTo>
                  <a:cubicBezTo>
                    <a:pt x="9037" y="2543"/>
                    <a:pt x="9297" y="2283"/>
                    <a:pt x="9297" y="1962"/>
                  </a:cubicBezTo>
                  <a:lnTo>
                    <a:pt x="9297" y="581"/>
                  </a:lnTo>
                  <a:cubicBezTo>
                    <a:pt x="9297" y="261"/>
                    <a:pt x="9037" y="1"/>
                    <a:pt x="8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3721899"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3795126" y="1318847"/>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3868381" y="1318847"/>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3941580"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3721899"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3795126" y="1391406"/>
              <a:ext cx="44687" cy="44687"/>
            </a:xfrm>
            <a:custGeom>
              <a:rect b="b" l="l" r="r" t="t"/>
              <a:pathLst>
                <a:path extrusionOk="0" h="1605" w="1605">
                  <a:moveTo>
                    <a:pt x="221" y="1"/>
                  </a:moveTo>
                  <a:cubicBezTo>
                    <a:pt x="99" y="1"/>
                    <a:pt x="0" y="99"/>
                    <a:pt x="0" y="221"/>
                  </a:cubicBezTo>
                  <a:lnTo>
                    <a:pt x="0" y="1385"/>
                  </a:lnTo>
                  <a:cubicBezTo>
                    <a:pt x="0" y="1507"/>
                    <a:pt x="99" y="1604"/>
                    <a:pt x="221" y="1604"/>
                  </a:cubicBezTo>
                  <a:lnTo>
                    <a:pt x="1385" y="1604"/>
                  </a:lnTo>
                  <a:cubicBezTo>
                    <a:pt x="1507" y="1604"/>
                    <a:pt x="1604" y="1507"/>
                    <a:pt x="1604" y="1385"/>
                  </a:cubicBezTo>
                  <a:lnTo>
                    <a:pt x="1604" y="221"/>
                  </a:lnTo>
                  <a:cubicBezTo>
                    <a:pt x="1604" y="99"/>
                    <a:pt x="1507"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3868381" y="1391406"/>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3941580"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3721899" y="1464021"/>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3795126" y="1464021"/>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3868381" y="1464021"/>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3941580" y="1464021"/>
              <a:ext cx="44687" cy="117245"/>
            </a:xfrm>
            <a:custGeom>
              <a:rect b="b" l="l" r="r" t="t"/>
              <a:pathLst>
                <a:path extrusionOk="0" h="4211" w="1605">
                  <a:moveTo>
                    <a:pt x="220" y="0"/>
                  </a:moveTo>
                  <a:cubicBezTo>
                    <a:pt x="100" y="0"/>
                    <a:pt x="1" y="98"/>
                    <a:pt x="1" y="220"/>
                  </a:cubicBezTo>
                  <a:lnTo>
                    <a:pt x="1" y="3991"/>
                  </a:lnTo>
                  <a:cubicBezTo>
                    <a:pt x="1" y="4113"/>
                    <a:pt x="100" y="4210"/>
                    <a:pt x="220" y="4210"/>
                  </a:cubicBezTo>
                  <a:lnTo>
                    <a:pt x="1385" y="4210"/>
                  </a:lnTo>
                  <a:cubicBezTo>
                    <a:pt x="1506" y="4210"/>
                    <a:pt x="1605" y="4113"/>
                    <a:pt x="1605" y="3991"/>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3721899" y="1536579"/>
              <a:ext cx="118553" cy="44687"/>
            </a:xfrm>
            <a:custGeom>
              <a:rect b="b" l="l" r="r" t="t"/>
              <a:pathLst>
                <a:path extrusionOk="0" h="1605" w="4258">
                  <a:moveTo>
                    <a:pt x="220" y="1"/>
                  </a:moveTo>
                  <a:cubicBezTo>
                    <a:pt x="100" y="1"/>
                    <a:pt x="1" y="99"/>
                    <a:pt x="1" y="221"/>
                  </a:cubicBezTo>
                  <a:lnTo>
                    <a:pt x="1" y="1385"/>
                  </a:lnTo>
                  <a:cubicBezTo>
                    <a:pt x="1" y="1507"/>
                    <a:pt x="100" y="1604"/>
                    <a:pt x="220" y="1604"/>
                  </a:cubicBezTo>
                  <a:lnTo>
                    <a:pt x="4037" y="1604"/>
                  </a:lnTo>
                  <a:cubicBezTo>
                    <a:pt x="4159" y="1604"/>
                    <a:pt x="4257" y="1507"/>
                    <a:pt x="4257" y="1385"/>
                  </a:cubicBezTo>
                  <a:lnTo>
                    <a:pt x="4257" y="221"/>
                  </a:lnTo>
                  <a:cubicBezTo>
                    <a:pt x="4257" y="99"/>
                    <a:pt x="4159" y="1"/>
                    <a:pt x="4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3868381" y="1536579"/>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9"/>
            <p:cNvSpPr/>
            <p:nvPr/>
          </p:nvSpPr>
          <p:spPr>
            <a:xfrm>
              <a:off x="3721899" y="1251440"/>
              <a:ext cx="64650" cy="29708"/>
            </a:xfrm>
            <a:custGeom>
              <a:rect b="b" l="l" r="r" t="t"/>
              <a:pathLst>
                <a:path extrusionOk="0" h="1067" w="2322">
                  <a:moveTo>
                    <a:pt x="387" y="0"/>
                  </a:moveTo>
                  <a:cubicBezTo>
                    <a:pt x="174" y="0"/>
                    <a:pt x="1" y="173"/>
                    <a:pt x="1" y="387"/>
                  </a:cubicBezTo>
                  <a:lnTo>
                    <a:pt x="1" y="678"/>
                  </a:lnTo>
                  <a:cubicBezTo>
                    <a:pt x="1" y="893"/>
                    <a:pt x="174" y="1066"/>
                    <a:pt x="387" y="1066"/>
                  </a:cubicBezTo>
                  <a:lnTo>
                    <a:pt x="1934" y="1066"/>
                  </a:lnTo>
                  <a:cubicBezTo>
                    <a:pt x="2149" y="1066"/>
                    <a:pt x="2322" y="893"/>
                    <a:pt x="2322" y="678"/>
                  </a:cubicBezTo>
                  <a:lnTo>
                    <a:pt x="2322" y="387"/>
                  </a:lnTo>
                  <a:cubicBezTo>
                    <a:pt x="2322" y="173"/>
                    <a:pt x="2149"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9"/>
            <p:cNvSpPr/>
            <p:nvPr/>
          </p:nvSpPr>
          <p:spPr>
            <a:xfrm>
              <a:off x="3821772" y="1251440"/>
              <a:ext cx="64622" cy="29708"/>
            </a:xfrm>
            <a:custGeom>
              <a:rect b="b" l="l" r="r" t="t"/>
              <a:pathLst>
                <a:path extrusionOk="0" h="1067" w="2321">
                  <a:moveTo>
                    <a:pt x="387" y="0"/>
                  </a:moveTo>
                  <a:cubicBezTo>
                    <a:pt x="174" y="0"/>
                    <a:pt x="1" y="173"/>
                    <a:pt x="1" y="387"/>
                  </a:cubicBezTo>
                  <a:lnTo>
                    <a:pt x="1" y="678"/>
                  </a:lnTo>
                  <a:cubicBezTo>
                    <a:pt x="1" y="893"/>
                    <a:pt x="174" y="1066"/>
                    <a:pt x="387" y="1066"/>
                  </a:cubicBezTo>
                  <a:lnTo>
                    <a:pt x="1934" y="1066"/>
                  </a:lnTo>
                  <a:cubicBezTo>
                    <a:pt x="2147" y="1066"/>
                    <a:pt x="2321" y="893"/>
                    <a:pt x="2321" y="678"/>
                  </a:cubicBezTo>
                  <a:lnTo>
                    <a:pt x="2321" y="387"/>
                  </a:lnTo>
                  <a:cubicBezTo>
                    <a:pt x="2321" y="173"/>
                    <a:pt x="2147"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3921617" y="1251440"/>
              <a:ext cx="64650" cy="29708"/>
            </a:xfrm>
            <a:custGeom>
              <a:rect b="b" l="l" r="r" t="t"/>
              <a:pathLst>
                <a:path extrusionOk="0" h="1067" w="2322">
                  <a:moveTo>
                    <a:pt x="388" y="0"/>
                  </a:moveTo>
                  <a:cubicBezTo>
                    <a:pt x="174" y="0"/>
                    <a:pt x="1" y="173"/>
                    <a:pt x="1" y="387"/>
                  </a:cubicBezTo>
                  <a:lnTo>
                    <a:pt x="1" y="678"/>
                  </a:lnTo>
                  <a:cubicBezTo>
                    <a:pt x="1" y="893"/>
                    <a:pt x="174" y="1066"/>
                    <a:pt x="388" y="1066"/>
                  </a:cubicBezTo>
                  <a:lnTo>
                    <a:pt x="1935" y="1066"/>
                  </a:lnTo>
                  <a:cubicBezTo>
                    <a:pt x="2148" y="1066"/>
                    <a:pt x="2322" y="893"/>
                    <a:pt x="2322" y="678"/>
                  </a:cubicBezTo>
                  <a:lnTo>
                    <a:pt x="2322" y="387"/>
                  </a:lnTo>
                  <a:cubicBezTo>
                    <a:pt x="2322" y="173"/>
                    <a:pt x="2148" y="0"/>
                    <a:pt x="19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1" name="Google Shape;3041;p59"/>
          <p:cNvGrpSpPr/>
          <p:nvPr/>
        </p:nvGrpSpPr>
        <p:grpSpPr>
          <a:xfrm>
            <a:off x="898762" y="1686742"/>
            <a:ext cx="348462" cy="290030"/>
            <a:chOff x="5996529" y="1746153"/>
            <a:chExt cx="535272" cy="445514"/>
          </a:xfrm>
        </p:grpSpPr>
        <p:sp>
          <p:nvSpPr>
            <p:cNvPr id="3042" name="Google Shape;3042;p59"/>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9"/>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9"/>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9"/>
          <p:cNvGrpSpPr/>
          <p:nvPr/>
        </p:nvGrpSpPr>
        <p:grpSpPr>
          <a:xfrm>
            <a:off x="1465196" y="1976780"/>
            <a:ext cx="267407" cy="311532"/>
            <a:chOff x="2913006" y="2470849"/>
            <a:chExt cx="459463" cy="535278"/>
          </a:xfrm>
        </p:grpSpPr>
        <p:sp>
          <p:nvSpPr>
            <p:cNvPr id="3060" name="Google Shape;3060;p59"/>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9"/>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9"/>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9"/>
          <p:cNvGrpSpPr/>
          <p:nvPr/>
        </p:nvGrpSpPr>
        <p:grpSpPr>
          <a:xfrm>
            <a:off x="1866087" y="3090992"/>
            <a:ext cx="348462" cy="290030"/>
            <a:chOff x="5996529" y="1746153"/>
            <a:chExt cx="535272" cy="445514"/>
          </a:xfrm>
        </p:grpSpPr>
        <p:sp>
          <p:nvSpPr>
            <p:cNvPr id="3073" name="Google Shape;3073;p59"/>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9"/>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9"/>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9"/>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9"/>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9"/>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9"/>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9"/>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9"/>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9"/>
          <p:cNvGrpSpPr/>
          <p:nvPr/>
        </p:nvGrpSpPr>
        <p:grpSpPr>
          <a:xfrm>
            <a:off x="4482162" y="1827617"/>
            <a:ext cx="348462" cy="290030"/>
            <a:chOff x="5996529" y="1746153"/>
            <a:chExt cx="535272" cy="445514"/>
          </a:xfrm>
        </p:grpSpPr>
        <p:sp>
          <p:nvSpPr>
            <p:cNvPr id="3091" name="Google Shape;3091;p59"/>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9"/>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9"/>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9"/>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9"/>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9"/>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9"/>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9"/>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9"/>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9"/>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9"/>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9"/>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9"/>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9"/>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59"/>
          <p:cNvGrpSpPr/>
          <p:nvPr/>
        </p:nvGrpSpPr>
        <p:grpSpPr>
          <a:xfrm>
            <a:off x="2413546" y="2460830"/>
            <a:ext cx="267407" cy="311532"/>
            <a:chOff x="2913006" y="2470849"/>
            <a:chExt cx="459463" cy="535278"/>
          </a:xfrm>
        </p:grpSpPr>
        <p:sp>
          <p:nvSpPr>
            <p:cNvPr id="3109" name="Google Shape;3109;p59"/>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9"/>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9"/>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9"/>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9"/>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9"/>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9"/>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9"/>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9"/>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9"/>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9"/>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9"/>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59"/>
          <p:cNvGrpSpPr/>
          <p:nvPr/>
        </p:nvGrpSpPr>
        <p:grpSpPr>
          <a:xfrm>
            <a:off x="3323996" y="2923105"/>
            <a:ext cx="267407" cy="311532"/>
            <a:chOff x="2913006" y="2470849"/>
            <a:chExt cx="459463" cy="535278"/>
          </a:xfrm>
        </p:grpSpPr>
        <p:sp>
          <p:nvSpPr>
            <p:cNvPr id="3122" name="Google Shape;3122;p59"/>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9"/>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9"/>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9"/>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9"/>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9"/>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9"/>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9"/>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9"/>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9"/>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9"/>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9"/>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59"/>
          <p:cNvGrpSpPr/>
          <p:nvPr/>
        </p:nvGrpSpPr>
        <p:grpSpPr>
          <a:xfrm>
            <a:off x="3121244" y="1976756"/>
            <a:ext cx="202762" cy="311546"/>
            <a:chOff x="3679856" y="1089700"/>
            <a:chExt cx="348449" cy="535303"/>
          </a:xfrm>
        </p:grpSpPr>
        <p:sp>
          <p:nvSpPr>
            <p:cNvPr id="3135" name="Google Shape;3135;p59"/>
            <p:cNvSpPr/>
            <p:nvPr/>
          </p:nvSpPr>
          <p:spPr>
            <a:xfrm>
              <a:off x="3679856" y="1089700"/>
              <a:ext cx="348449" cy="173208"/>
            </a:xfrm>
            <a:custGeom>
              <a:rect b="b" l="l" r="r" t="t"/>
              <a:pathLst>
                <a:path extrusionOk="0" h="6221" w="12515">
                  <a:moveTo>
                    <a:pt x="775" y="0"/>
                  </a:moveTo>
                  <a:cubicBezTo>
                    <a:pt x="347" y="0"/>
                    <a:pt x="1" y="347"/>
                    <a:pt x="1" y="775"/>
                  </a:cubicBezTo>
                  <a:lnTo>
                    <a:pt x="1" y="6220"/>
                  </a:lnTo>
                  <a:lnTo>
                    <a:pt x="12515" y="6220"/>
                  </a:lnTo>
                  <a:lnTo>
                    <a:pt x="12515" y="775"/>
                  </a:lnTo>
                  <a:cubicBezTo>
                    <a:pt x="12515" y="347"/>
                    <a:pt x="12168" y="0"/>
                    <a:pt x="11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9"/>
            <p:cNvSpPr/>
            <p:nvPr/>
          </p:nvSpPr>
          <p:spPr>
            <a:xfrm>
              <a:off x="3679856" y="1251440"/>
              <a:ext cx="348449" cy="373563"/>
            </a:xfrm>
            <a:custGeom>
              <a:rect b="b" l="l" r="r" t="t"/>
              <a:pathLst>
                <a:path extrusionOk="0" h="13417" w="12515">
                  <a:moveTo>
                    <a:pt x="1" y="0"/>
                  </a:moveTo>
                  <a:lnTo>
                    <a:pt x="1" y="12642"/>
                  </a:lnTo>
                  <a:cubicBezTo>
                    <a:pt x="1" y="13070"/>
                    <a:pt x="347" y="13416"/>
                    <a:pt x="775" y="13416"/>
                  </a:cubicBezTo>
                  <a:lnTo>
                    <a:pt x="11740" y="13416"/>
                  </a:lnTo>
                  <a:cubicBezTo>
                    <a:pt x="12168" y="13416"/>
                    <a:pt x="12515" y="13070"/>
                    <a:pt x="12515" y="12642"/>
                  </a:cubicBezTo>
                  <a:lnTo>
                    <a:pt x="125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9"/>
            <p:cNvSpPr/>
            <p:nvPr/>
          </p:nvSpPr>
          <p:spPr>
            <a:xfrm>
              <a:off x="3724656" y="1136337"/>
              <a:ext cx="258852" cy="70803"/>
            </a:xfrm>
            <a:custGeom>
              <a:rect b="b" l="l" r="r" t="t"/>
              <a:pathLst>
                <a:path extrusionOk="0" h="2543" w="9297">
                  <a:moveTo>
                    <a:pt x="581" y="1"/>
                  </a:moveTo>
                  <a:cubicBezTo>
                    <a:pt x="260" y="1"/>
                    <a:pt x="1" y="261"/>
                    <a:pt x="1" y="581"/>
                  </a:cubicBezTo>
                  <a:lnTo>
                    <a:pt x="1" y="1962"/>
                  </a:lnTo>
                  <a:cubicBezTo>
                    <a:pt x="1" y="2283"/>
                    <a:pt x="260" y="2543"/>
                    <a:pt x="581" y="2543"/>
                  </a:cubicBezTo>
                  <a:lnTo>
                    <a:pt x="8716" y="2543"/>
                  </a:lnTo>
                  <a:cubicBezTo>
                    <a:pt x="9037" y="2543"/>
                    <a:pt x="9297" y="2283"/>
                    <a:pt x="9297" y="1962"/>
                  </a:cubicBezTo>
                  <a:lnTo>
                    <a:pt x="9297" y="581"/>
                  </a:lnTo>
                  <a:cubicBezTo>
                    <a:pt x="9297" y="261"/>
                    <a:pt x="9037" y="1"/>
                    <a:pt x="8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9"/>
            <p:cNvSpPr/>
            <p:nvPr/>
          </p:nvSpPr>
          <p:spPr>
            <a:xfrm>
              <a:off x="3721899"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9"/>
            <p:cNvSpPr/>
            <p:nvPr/>
          </p:nvSpPr>
          <p:spPr>
            <a:xfrm>
              <a:off x="3795126" y="1318847"/>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9"/>
            <p:cNvSpPr/>
            <p:nvPr/>
          </p:nvSpPr>
          <p:spPr>
            <a:xfrm>
              <a:off x="3868381" y="1318847"/>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9"/>
            <p:cNvSpPr/>
            <p:nvPr/>
          </p:nvSpPr>
          <p:spPr>
            <a:xfrm>
              <a:off x="3941580"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9"/>
            <p:cNvSpPr/>
            <p:nvPr/>
          </p:nvSpPr>
          <p:spPr>
            <a:xfrm>
              <a:off x="3721899"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9"/>
            <p:cNvSpPr/>
            <p:nvPr/>
          </p:nvSpPr>
          <p:spPr>
            <a:xfrm>
              <a:off x="3795126" y="1391406"/>
              <a:ext cx="44687" cy="44687"/>
            </a:xfrm>
            <a:custGeom>
              <a:rect b="b" l="l" r="r" t="t"/>
              <a:pathLst>
                <a:path extrusionOk="0" h="1605" w="1605">
                  <a:moveTo>
                    <a:pt x="221" y="1"/>
                  </a:moveTo>
                  <a:cubicBezTo>
                    <a:pt x="99" y="1"/>
                    <a:pt x="0" y="99"/>
                    <a:pt x="0" y="221"/>
                  </a:cubicBezTo>
                  <a:lnTo>
                    <a:pt x="0" y="1385"/>
                  </a:lnTo>
                  <a:cubicBezTo>
                    <a:pt x="0" y="1507"/>
                    <a:pt x="99" y="1604"/>
                    <a:pt x="221" y="1604"/>
                  </a:cubicBezTo>
                  <a:lnTo>
                    <a:pt x="1385" y="1604"/>
                  </a:lnTo>
                  <a:cubicBezTo>
                    <a:pt x="1507" y="1604"/>
                    <a:pt x="1604" y="1507"/>
                    <a:pt x="1604" y="1385"/>
                  </a:cubicBezTo>
                  <a:lnTo>
                    <a:pt x="1604" y="221"/>
                  </a:lnTo>
                  <a:cubicBezTo>
                    <a:pt x="1604" y="99"/>
                    <a:pt x="1507"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9"/>
            <p:cNvSpPr/>
            <p:nvPr/>
          </p:nvSpPr>
          <p:spPr>
            <a:xfrm>
              <a:off x="3868381" y="1391406"/>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9"/>
            <p:cNvSpPr/>
            <p:nvPr/>
          </p:nvSpPr>
          <p:spPr>
            <a:xfrm>
              <a:off x="3941580"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9"/>
            <p:cNvSpPr/>
            <p:nvPr/>
          </p:nvSpPr>
          <p:spPr>
            <a:xfrm>
              <a:off x="3721899" y="1464021"/>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9"/>
            <p:cNvSpPr/>
            <p:nvPr/>
          </p:nvSpPr>
          <p:spPr>
            <a:xfrm>
              <a:off x="3795126" y="1464021"/>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9"/>
            <p:cNvSpPr/>
            <p:nvPr/>
          </p:nvSpPr>
          <p:spPr>
            <a:xfrm>
              <a:off x="3868381" y="1464021"/>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9"/>
            <p:cNvSpPr/>
            <p:nvPr/>
          </p:nvSpPr>
          <p:spPr>
            <a:xfrm>
              <a:off x="3941580" y="1464021"/>
              <a:ext cx="44687" cy="117245"/>
            </a:xfrm>
            <a:custGeom>
              <a:rect b="b" l="l" r="r" t="t"/>
              <a:pathLst>
                <a:path extrusionOk="0" h="4211" w="1605">
                  <a:moveTo>
                    <a:pt x="220" y="0"/>
                  </a:moveTo>
                  <a:cubicBezTo>
                    <a:pt x="100" y="0"/>
                    <a:pt x="1" y="98"/>
                    <a:pt x="1" y="220"/>
                  </a:cubicBezTo>
                  <a:lnTo>
                    <a:pt x="1" y="3991"/>
                  </a:lnTo>
                  <a:cubicBezTo>
                    <a:pt x="1" y="4113"/>
                    <a:pt x="100" y="4210"/>
                    <a:pt x="220" y="4210"/>
                  </a:cubicBezTo>
                  <a:lnTo>
                    <a:pt x="1385" y="4210"/>
                  </a:lnTo>
                  <a:cubicBezTo>
                    <a:pt x="1506" y="4210"/>
                    <a:pt x="1605" y="4113"/>
                    <a:pt x="1605" y="3991"/>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9"/>
            <p:cNvSpPr/>
            <p:nvPr/>
          </p:nvSpPr>
          <p:spPr>
            <a:xfrm>
              <a:off x="3721899" y="1536579"/>
              <a:ext cx="118553" cy="44687"/>
            </a:xfrm>
            <a:custGeom>
              <a:rect b="b" l="l" r="r" t="t"/>
              <a:pathLst>
                <a:path extrusionOk="0" h="1605" w="4258">
                  <a:moveTo>
                    <a:pt x="220" y="1"/>
                  </a:moveTo>
                  <a:cubicBezTo>
                    <a:pt x="100" y="1"/>
                    <a:pt x="1" y="99"/>
                    <a:pt x="1" y="221"/>
                  </a:cubicBezTo>
                  <a:lnTo>
                    <a:pt x="1" y="1385"/>
                  </a:lnTo>
                  <a:cubicBezTo>
                    <a:pt x="1" y="1507"/>
                    <a:pt x="100" y="1604"/>
                    <a:pt x="220" y="1604"/>
                  </a:cubicBezTo>
                  <a:lnTo>
                    <a:pt x="4037" y="1604"/>
                  </a:lnTo>
                  <a:cubicBezTo>
                    <a:pt x="4159" y="1604"/>
                    <a:pt x="4257" y="1507"/>
                    <a:pt x="4257" y="1385"/>
                  </a:cubicBezTo>
                  <a:lnTo>
                    <a:pt x="4257" y="221"/>
                  </a:lnTo>
                  <a:cubicBezTo>
                    <a:pt x="4257" y="99"/>
                    <a:pt x="4159" y="1"/>
                    <a:pt x="4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9"/>
            <p:cNvSpPr/>
            <p:nvPr/>
          </p:nvSpPr>
          <p:spPr>
            <a:xfrm>
              <a:off x="3868381" y="1536579"/>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9"/>
            <p:cNvSpPr/>
            <p:nvPr/>
          </p:nvSpPr>
          <p:spPr>
            <a:xfrm>
              <a:off x="3721899" y="1251440"/>
              <a:ext cx="64650" cy="29708"/>
            </a:xfrm>
            <a:custGeom>
              <a:rect b="b" l="l" r="r" t="t"/>
              <a:pathLst>
                <a:path extrusionOk="0" h="1067" w="2322">
                  <a:moveTo>
                    <a:pt x="387" y="0"/>
                  </a:moveTo>
                  <a:cubicBezTo>
                    <a:pt x="174" y="0"/>
                    <a:pt x="1" y="173"/>
                    <a:pt x="1" y="387"/>
                  </a:cubicBezTo>
                  <a:lnTo>
                    <a:pt x="1" y="678"/>
                  </a:lnTo>
                  <a:cubicBezTo>
                    <a:pt x="1" y="893"/>
                    <a:pt x="174" y="1066"/>
                    <a:pt x="387" y="1066"/>
                  </a:cubicBezTo>
                  <a:lnTo>
                    <a:pt x="1934" y="1066"/>
                  </a:lnTo>
                  <a:cubicBezTo>
                    <a:pt x="2149" y="1066"/>
                    <a:pt x="2322" y="893"/>
                    <a:pt x="2322" y="678"/>
                  </a:cubicBezTo>
                  <a:lnTo>
                    <a:pt x="2322" y="387"/>
                  </a:lnTo>
                  <a:cubicBezTo>
                    <a:pt x="2322" y="173"/>
                    <a:pt x="2149"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9"/>
            <p:cNvSpPr/>
            <p:nvPr/>
          </p:nvSpPr>
          <p:spPr>
            <a:xfrm>
              <a:off x="3821772" y="1251440"/>
              <a:ext cx="64622" cy="29708"/>
            </a:xfrm>
            <a:custGeom>
              <a:rect b="b" l="l" r="r" t="t"/>
              <a:pathLst>
                <a:path extrusionOk="0" h="1067" w="2321">
                  <a:moveTo>
                    <a:pt x="387" y="0"/>
                  </a:moveTo>
                  <a:cubicBezTo>
                    <a:pt x="174" y="0"/>
                    <a:pt x="1" y="173"/>
                    <a:pt x="1" y="387"/>
                  </a:cubicBezTo>
                  <a:lnTo>
                    <a:pt x="1" y="678"/>
                  </a:lnTo>
                  <a:cubicBezTo>
                    <a:pt x="1" y="893"/>
                    <a:pt x="174" y="1066"/>
                    <a:pt x="387" y="1066"/>
                  </a:cubicBezTo>
                  <a:lnTo>
                    <a:pt x="1934" y="1066"/>
                  </a:lnTo>
                  <a:cubicBezTo>
                    <a:pt x="2147" y="1066"/>
                    <a:pt x="2321" y="893"/>
                    <a:pt x="2321" y="678"/>
                  </a:cubicBezTo>
                  <a:lnTo>
                    <a:pt x="2321" y="387"/>
                  </a:lnTo>
                  <a:cubicBezTo>
                    <a:pt x="2321" y="173"/>
                    <a:pt x="2147"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9"/>
            <p:cNvSpPr/>
            <p:nvPr/>
          </p:nvSpPr>
          <p:spPr>
            <a:xfrm>
              <a:off x="3921617" y="1251440"/>
              <a:ext cx="64650" cy="29708"/>
            </a:xfrm>
            <a:custGeom>
              <a:rect b="b" l="l" r="r" t="t"/>
              <a:pathLst>
                <a:path extrusionOk="0" h="1067" w="2322">
                  <a:moveTo>
                    <a:pt x="388" y="0"/>
                  </a:moveTo>
                  <a:cubicBezTo>
                    <a:pt x="174" y="0"/>
                    <a:pt x="1" y="173"/>
                    <a:pt x="1" y="387"/>
                  </a:cubicBezTo>
                  <a:lnTo>
                    <a:pt x="1" y="678"/>
                  </a:lnTo>
                  <a:cubicBezTo>
                    <a:pt x="1" y="893"/>
                    <a:pt x="174" y="1066"/>
                    <a:pt x="388" y="1066"/>
                  </a:cubicBezTo>
                  <a:lnTo>
                    <a:pt x="1935" y="1066"/>
                  </a:lnTo>
                  <a:cubicBezTo>
                    <a:pt x="2148" y="1066"/>
                    <a:pt x="2322" y="893"/>
                    <a:pt x="2322" y="678"/>
                  </a:cubicBezTo>
                  <a:lnTo>
                    <a:pt x="2322" y="387"/>
                  </a:lnTo>
                  <a:cubicBezTo>
                    <a:pt x="2322" y="173"/>
                    <a:pt x="2148" y="0"/>
                    <a:pt x="19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5" name="Google Shape;3155;p59"/>
          <p:cNvGrpSpPr/>
          <p:nvPr/>
        </p:nvGrpSpPr>
        <p:grpSpPr>
          <a:xfrm>
            <a:off x="7856057" y="900710"/>
            <a:ext cx="540678" cy="450014"/>
            <a:chOff x="5996529" y="1746153"/>
            <a:chExt cx="535272" cy="445514"/>
          </a:xfrm>
        </p:grpSpPr>
        <p:sp>
          <p:nvSpPr>
            <p:cNvPr id="3156" name="Google Shape;3156;p59"/>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9"/>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9"/>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9"/>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9"/>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9"/>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9"/>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9"/>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9"/>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9"/>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9"/>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9"/>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9"/>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9"/>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9"/>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9"/>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9"/>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9"/>
          <p:cNvGrpSpPr/>
          <p:nvPr/>
        </p:nvGrpSpPr>
        <p:grpSpPr>
          <a:xfrm>
            <a:off x="7914888" y="2262792"/>
            <a:ext cx="423165" cy="492991"/>
            <a:chOff x="2913006" y="2470849"/>
            <a:chExt cx="459463" cy="535278"/>
          </a:xfrm>
        </p:grpSpPr>
        <p:sp>
          <p:nvSpPr>
            <p:cNvPr id="3174" name="Google Shape;3174;p59"/>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9"/>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9"/>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9"/>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9"/>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9"/>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9"/>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9"/>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9"/>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9"/>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9"/>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9"/>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9"/>
          <p:cNvGrpSpPr/>
          <p:nvPr/>
        </p:nvGrpSpPr>
        <p:grpSpPr>
          <a:xfrm>
            <a:off x="7952154" y="3539424"/>
            <a:ext cx="348484" cy="535463"/>
            <a:chOff x="3679856" y="1089700"/>
            <a:chExt cx="348449" cy="535303"/>
          </a:xfrm>
        </p:grpSpPr>
        <p:sp>
          <p:nvSpPr>
            <p:cNvPr id="3187" name="Google Shape;3187;p59"/>
            <p:cNvSpPr/>
            <p:nvPr/>
          </p:nvSpPr>
          <p:spPr>
            <a:xfrm>
              <a:off x="3679856" y="1089700"/>
              <a:ext cx="348449" cy="173208"/>
            </a:xfrm>
            <a:custGeom>
              <a:rect b="b" l="l" r="r" t="t"/>
              <a:pathLst>
                <a:path extrusionOk="0" h="6221" w="12515">
                  <a:moveTo>
                    <a:pt x="775" y="0"/>
                  </a:moveTo>
                  <a:cubicBezTo>
                    <a:pt x="347" y="0"/>
                    <a:pt x="1" y="347"/>
                    <a:pt x="1" y="775"/>
                  </a:cubicBezTo>
                  <a:lnTo>
                    <a:pt x="1" y="6220"/>
                  </a:lnTo>
                  <a:lnTo>
                    <a:pt x="12515" y="6220"/>
                  </a:lnTo>
                  <a:lnTo>
                    <a:pt x="12515" y="775"/>
                  </a:lnTo>
                  <a:cubicBezTo>
                    <a:pt x="12515" y="347"/>
                    <a:pt x="12168" y="0"/>
                    <a:pt x="11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9"/>
            <p:cNvSpPr/>
            <p:nvPr/>
          </p:nvSpPr>
          <p:spPr>
            <a:xfrm>
              <a:off x="3679856" y="1251440"/>
              <a:ext cx="348449" cy="373563"/>
            </a:xfrm>
            <a:custGeom>
              <a:rect b="b" l="l" r="r" t="t"/>
              <a:pathLst>
                <a:path extrusionOk="0" h="13417" w="12515">
                  <a:moveTo>
                    <a:pt x="1" y="0"/>
                  </a:moveTo>
                  <a:lnTo>
                    <a:pt x="1" y="12642"/>
                  </a:lnTo>
                  <a:cubicBezTo>
                    <a:pt x="1" y="13070"/>
                    <a:pt x="347" y="13416"/>
                    <a:pt x="775" y="13416"/>
                  </a:cubicBezTo>
                  <a:lnTo>
                    <a:pt x="11740" y="13416"/>
                  </a:lnTo>
                  <a:cubicBezTo>
                    <a:pt x="12168" y="13416"/>
                    <a:pt x="12515" y="13070"/>
                    <a:pt x="12515" y="12642"/>
                  </a:cubicBezTo>
                  <a:lnTo>
                    <a:pt x="125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9"/>
            <p:cNvSpPr/>
            <p:nvPr/>
          </p:nvSpPr>
          <p:spPr>
            <a:xfrm>
              <a:off x="3724656" y="1136337"/>
              <a:ext cx="258852" cy="70803"/>
            </a:xfrm>
            <a:custGeom>
              <a:rect b="b" l="l" r="r" t="t"/>
              <a:pathLst>
                <a:path extrusionOk="0" h="2543" w="9297">
                  <a:moveTo>
                    <a:pt x="581" y="1"/>
                  </a:moveTo>
                  <a:cubicBezTo>
                    <a:pt x="260" y="1"/>
                    <a:pt x="1" y="261"/>
                    <a:pt x="1" y="581"/>
                  </a:cubicBezTo>
                  <a:lnTo>
                    <a:pt x="1" y="1962"/>
                  </a:lnTo>
                  <a:cubicBezTo>
                    <a:pt x="1" y="2283"/>
                    <a:pt x="260" y="2543"/>
                    <a:pt x="581" y="2543"/>
                  </a:cubicBezTo>
                  <a:lnTo>
                    <a:pt x="8716" y="2543"/>
                  </a:lnTo>
                  <a:cubicBezTo>
                    <a:pt x="9037" y="2543"/>
                    <a:pt x="9297" y="2283"/>
                    <a:pt x="9297" y="1962"/>
                  </a:cubicBezTo>
                  <a:lnTo>
                    <a:pt x="9297" y="581"/>
                  </a:lnTo>
                  <a:cubicBezTo>
                    <a:pt x="9297" y="261"/>
                    <a:pt x="9037" y="1"/>
                    <a:pt x="8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9"/>
            <p:cNvSpPr/>
            <p:nvPr/>
          </p:nvSpPr>
          <p:spPr>
            <a:xfrm>
              <a:off x="3721899"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9"/>
            <p:cNvSpPr/>
            <p:nvPr/>
          </p:nvSpPr>
          <p:spPr>
            <a:xfrm>
              <a:off x="3795126" y="1318847"/>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9"/>
            <p:cNvSpPr/>
            <p:nvPr/>
          </p:nvSpPr>
          <p:spPr>
            <a:xfrm>
              <a:off x="3868381" y="1318847"/>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9"/>
            <p:cNvSpPr/>
            <p:nvPr/>
          </p:nvSpPr>
          <p:spPr>
            <a:xfrm>
              <a:off x="3941580"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9"/>
            <p:cNvSpPr/>
            <p:nvPr/>
          </p:nvSpPr>
          <p:spPr>
            <a:xfrm>
              <a:off x="3721899"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9"/>
            <p:cNvSpPr/>
            <p:nvPr/>
          </p:nvSpPr>
          <p:spPr>
            <a:xfrm>
              <a:off x="3795126" y="1391406"/>
              <a:ext cx="44687" cy="44687"/>
            </a:xfrm>
            <a:custGeom>
              <a:rect b="b" l="l" r="r" t="t"/>
              <a:pathLst>
                <a:path extrusionOk="0" h="1605" w="1605">
                  <a:moveTo>
                    <a:pt x="221" y="1"/>
                  </a:moveTo>
                  <a:cubicBezTo>
                    <a:pt x="99" y="1"/>
                    <a:pt x="0" y="99"/>
                    <a:pt x="0" y="221"/>
                  </a:cubicBezTo>
                  <a:lnTo>
                    <a:pt x="0" y="1385"/>
                  </a:lnTo>
                  <a:cubicBezTo>
                    <a:pt x="0" y="1507"/>
                    <a:pt x="99" y="1604"/>
                    <a:pt x="221" y="1604"/>
                  </a:cubicBezTo>
                  <a:lnTo>
                    <a:pt x="1385" y="1604"/>
                  </a:lnTo>
                  <a:cubicBezTo>
                    <a:pt x="1507" y="1604"/>
                    <a:pt x="1604" y="1507"/>
                    <a:pt x="1604" y="1385"/>
                  </a:cubicBezTo>
                  <a:lnTo>
                    <a:pt x="1604" y="221"/>
                  </a:lnTo>
                  <a:cubicBezTo>
                    <a:pt x="1604" y="99"/>
                    <a:pt x="1507"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9"/>
            <p:cNvSpPr/>
            <p:nvPr/>
          </p:nvSpPr>
          <p:spPr>
            <a:xfrm>
              <a:off x="3868381" y="1391406"/>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9"/>
            <p:cNvSpPr/>
            <p:nvPr/>
          </p:nvSpPr>
          <p:spPr>
            <a:xfrm>
              <a:off x="3941580"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9"/>
            <p:cNvSpPr/>
            <p:nvPr/>
          </p:nvSpPr>
          <p:spPr>
            <a:xfrm>
              <a:off x="3721899" y="1464021"/>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p:nvPr/>
          </p:nvSpPr>
          <p:spPr>
            <a:xfrm>
              <a:off x="3795126" y="1464021"/>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9"/>
            <p:cNvSpPr/>
            <p:nvPr/>
          </p:nvSpPr>
          <p:spPr>
            <a:xfrm>
              <a:off x="3868381" y="1464021"/>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9"/>
            <p:cNvSpPr/>
            <p:nvPr/>
          </p:nvSpPr>
          <p:spPr>
            <a:xfrm>
              <a:off x="3941580" y="1464021"/>
              <a:ext cx="44687" cy="117245"/>
            </a:xfrm>
            <a:custGeom>
              <a:rect b="b" l="l" r="r" t="t"/>
              <a:pathLst>
                <a:path extrusionOk="0" h="4211" w="1605">
                  <a:moveTo>
                    <a:pt x="220" y="0"/>
                  </a:moveTo>
                  <a:cubicBezTo>
                    <a:pt x="100" y="0"/>
                    <a:pt x="1" y="98"/>
                    <a:pt x="1" y="220"/>
                  </a:cubicBezTo>
                  <a:lnTo>
                    <a:pt x="1" y="3991"/>
                  </a:lnTo>
                  <a:cubicBezTo>
                    <a:pt x="1" y="4113"/>
                    <a:pt x="100" y="4210"/>
                    <a:pt x="220" y="4210"/>
                  </a:cubicBezTo>
                  <a:lnTo>
                    <a:pt x="1385" y="4210"/>
                  </a:lnTo>
                  <a:cubicBezTo>
                    <a:pt x="1506" y="4210"/>
                    <a:pt x="1605" y="4113"/>
                    <a:pt x="1605" y="3991"/>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9"/>
            <p:cNvSpPr/>
            <p:nvPr/>
          </p:nvSpPr>
          <p:spPr>
            <a:xfrm>
              <a:off x="3721899" y="1536579"/>
              <a:ext cx="118553" cy="44687"/>
            </a:xfrm>
            <a:custGeom>
              <a:rect b="b" l="l" r="r" t="t"/>
              <a:pathLst>
                <a:path extrusionOk="0" h="1605" w="4258">
                  <a:moveTo>
                    <a:pt x="220" y="1"/>
                  </a:moveTo>
                  <a:cubicBezTo>
                    <a:pt x="100" y="1"/>
                    <a:pt x="1" y="99"/>
                    <a:pt x="1" y="221"/>
                  </a:cubicBezTo>
                  <a:lnTo>
                    <a:pt x="1" y="1385"/>
                  </a:lnTo>
                  <a:cubicBezTo>
                    <a:pt x="1" y="1507"/>
                    <a:pt x="100" y="1604"/>
                    <a:pt x="220" y="1604"/>
                  </a:cubicBezTo>
                  <a:lnTo>
                    <a:pt x="4037" y="1604"/>
                  </a:lnTo>
                  <a:cubicBezTo>
                    <a:pt x="4159" y="1604"/>
                    <a:pt x="4257" y="1507"/>
                    <a:pt x="4257" y="1385"/>
                  </a:cubicBezTo>
                  <a:lnTo>
                    <a:pt x="4257" y="221"/>
                  </a:lnTo>
                  <a:cubicBezTo>
                    <a:pt x="4257" y="99"/>
                    <a:pt x="4159" y="1"/>
                    <a:pt x="4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9"/>
            <p:cNvSpPr/>
            <p:nvPr/>
          </p:nvSpPr>
          <p:spPr>
            <a:xfrm>
              <a:off x="3868381" y="1536579"/>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3721899" y="1251440"/>
              <a:ext cx="64650" cy="29708"/>
            </a:xfrm>
            <a:custGeom>
              <a:rect b="b" l="l" r="r" t="t"/>
              <a:pathLst>
                <a:path extrusionOk="0" h="1067" w="2322">
                  <a:moveTo>
                    <a:pt x="387" y="0"/>
                  </a:moveTo>
                  <a:cubicBezTo>
                    <a:pt x="174" y="0"/>
                    <a:pt x="1" y="173"/>
                    <a:pt x="1" y="387"/>
                  </a:cubicBezTo>
                  <a:lnTo>
                    <a:pt x="1" y="678"/>
                  </a:lnTo>
                  <a:cubicBezTo>
                    <a:pt x="1" y="893"/>
                    <a:pt x="174" y="1066"/>
                    <a:pt x="387" y="1066"/>
                  </a:cubicBezTo>
                  <a:lnTo>
                    <a:pt x="1934" y="1066"/>
                  </a:lnTo>
                  <a:cubicBezTo>
                    <a:pt x="2149" y="1066"/>
                    <a:pt x="2322" y="893"/>
                    <a:pt x="2322" y="678"/>
                  </a:cubicBezTo>
                  <a:lnTo>
                    <a:pt x="2322" y="387"/>
                  </a:lnTo>
                  <a:cubicBezTo>
                    <a:pt x="2322" y="173"/>
                    <a:pt x="2149"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3821772" y="1251440"/>
              <a:ext cx="64622" cy="29708"/>
            </a:xfrm>
            <a:custGeom>
              <a:rect b="b" l="l" r="r" t="t"/>
              <a:pathLst>
                <a:path extrusionOk="0" h="1067" w="2321">
                  <a:moveTo>
                    <a:pt x="387" y="0"/>
                  </a:moveTo>
                  <a:cubicBezTo>
                    <a:pt x="174" y="0"/>
                    <a:pt x="1" y="173"/>
                    <a:pt x="1" y="387"/>
                  </a:cubicBezTo>
                  <a:lnTo>
                    <a:pt x="1" y="678"/>
                  </a:lnTo>
                  <a:cubicBezTo>
                    <a:pt x="1" y="893"/>
                    <a:pt x="174" y="1066"/>
                    <a:pt x="387" y="1066"/>
                  </a:cubicBezTo>
                  <a:lnTo>
                    <a:pt x="1934" y="1066"/>
                  </a:lnTo>
                  <a:cubicBezTo>
                    <a:pt x="2147" y="1066"/>
                    <a:pt x="2321" y="893"/>
                    <a:pt x="2321" y="678"/>
                  </a:cubicBezTo>
                  <a:lnTo>
                    <a:pt x="2321" y="387"/>
                  </a:lnTo>
                  <a:cubicBezTo>
                    <a:pt x="2321" y="173"/>
                    <a:pt x="2147"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3921617" y="1251440"/>
              <a:ext cx="64650" cy="29708"/>
            </a:xfrm>
            <a:custGeom>
              <a:rect b="b" l="l" r="r" t="t"/>
              <a:pathLst>
                <a:path extrusionOk="0" h="1067" w="2322">
                  <a:moveTo>
                    <a:pt x="388" y="0"/>
                  </a:moveTo>
                  <a:cubicBezTo>
                    <a:pt x="174" y="0"/>
                    <a:pt x="1" y="173"/>
                    <a:pt x="1" y="387"/>
                  </a:cubicBezTo>
                  <a:lnTo>
                    <a:pt x="1" y="678"/>
                  </a:lnTo>
                  <a:cubicBezTo>
                    <a:pt x="1" y="893"/>
                    <a:pt x="174" y="1066"/>
                    <a:pt x="388" y="1066"/>
                  </a:cubicBezTo>
                  <a:lnTo>
                    <a:pt x="1935" y="1066"/>
                  </a:lnTo>
                  <a:cubicBezTo>
                    <a:pt x="2148" y="1066"/>
                    <a:pt x="2322" y="893"/>
                    <a:pt x="2322" y="678"/>
                  </a:cubicBezTo>
                  <a:lnTo>
                    <a:pt x="2322" y="387"/>
                  </a:lnTo>
                  <a:cubicBezTo>
                    <a:pt x="2322" y="173"/>
                    <a:pt x="2148" y="0"/>
                    <a:pt x="19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0" name="Shape 3210"/>
        <p:cNvGrpSpPr/>
        <p:nvPr/>
      </p:nvGrpSpPr>
      <p:grpSpPr>
        <a:xfrm>
          <a:off x="0" y="0"/>
          <a:ext cx="0" cy="0"/>
          <a:chOff x="0" y="0"/>
          <a:chExt cx="0" cy="0"/>
        </a:xfrm>
      </p:grpSpPr>
      <p:graphicFrame>
        <p:nvGraphicFramePr>
          <p:cNvPr id="3211" name="Google Shape;3211;p60"/>
          <p:cNvGraphicFramePr/>
          <p:nvPr/>
        </p:nvGraphicFramePr>
        <p:xfrm>
          <a:off x="748575" y="1895150"/>
          <a:ext cx="3000000" cy="3000000"/>
        </p:xfrm>
        <a:graphic>
          <a:graphicData uri="http://schemas.openxmlformats.org/drawingml/2006/table">
            <a:tbl>
              <a:tblPr>
                <a:noFill/>
                <a:tableStyleId>{787D3915-8147-47B5-915A-8A6B44E20CAA}</a:tableStyleId>
              </a:tblPr>
              <a:tblGrid>
                <a:gridCol w="2561600"/>
                <a:gridCol w="2561600"/>
                <a:gridCol w="2561600"/>
              </a:tblGrid>
              <a:tr h="1274550">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1st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2nd</a:t>
                      </a:r>
                      <a:r>
                        <a:rPr b="1" lang="en" sz="2400">
                          <a:solidFill>
                            <a:schemeClr val="accent1"/>
                          </a:solidFill>
                          <a:latin typeface="Varela Round"/>
                          <a:ea typeface="Varela Round"/>
                          <a:cs typeface="Varela Round"/>
                          <a:sym typeface="Varela Round"/>
                        </a:rPr>
                        <a: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3rd</a:t>
                      </a:r>
                      <a:r>
                        <a:rPr b="1" lang="en" sz="2400">
                          <a:solidFill>
                            <a:schemeClr val="accent1"/>
                          </a:solidFill>
                          <a:latin typeface="Varela Round"/>
                          <a:ea typeface="Varela Round"/>
                          <a:cs typeface="Varela Round"/>
                          <a:sym typeface="Varela Round"/>
                        </a:rPr>
                        <a: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1274550">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4th</a:t>
                      </a:r>
                      <a:r>
                        <a:rPr b="1" lang="en" sz="2400">
                          <a:solidFill>
                            <a:schemeClr val="accent1"/>
                          </a:solidFill>
                          <a:latin typeface="Varela Round"/>
                          <a:ea typeface="Varela Round"/>
                          <a:cs typeface="Varela Round"/>
                          <a:sym typeface="Varela Round"/>
                        </a:rPr>
                        <a: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5th</a:t>
                      </a:r>
                      <a:r>
                        <a:rPr b="1" lang="en" sz="2400">
                          <a:solidFill>
                            <a:schemeClr val="accent1"/>
                          </a:solidFill>
                          <a:latin typeface="Varela Round"/>
                          <a:ea typeface="Varela Round"/>
                          <a:cs typeface="Varela Round"/>
                          <a:sym typeface="Varela Round"/>
                        </a:rPr>
                        <a: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accent1"/>
                          </a:solidFill>
                          <a:latin typeface="Varela Round"/>
                          <a:ea typeface="Varela Round"/>
                          <a:cs typeface="Varela Round"/>
                          <a:sym typeface="Varela Round"/>
                        </a:rPr>
                        <a:t>6th</a:t>
                      </a:r>
                      <a:r>
                        <a:rPr b="1" lang="en" sz="2400">
                          <a:solidFill>
                            <a:schemeClr val="accent1"/>
                          </a:solidFill>
                          <a:latin typeface="Varela Round"/>
                          <a:ea typeface="Varela Round"/>
                          <a:cs typeface="Varela Round"/>
                          <a:sym typeface="Varela Round"/>
                        </a:rPr>
                        <a:t> word</a:t>
                      </a:r>
                      <a:endParaRPr b="1" sz="2400">
                        <a:solidFill>
                          <a:schemeClr val="accent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212" name="Google Shape;3212;p60"/>
          <p:cNvSpPr txBox="1"/>
          <p:nvPr/>
        </p:nvSpPr>
        <p:spPr>
          <a:xfrm>
            <a:off x="724850" y="1225300"/>
            <a:ext cx="7706100" cy="362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Varela Round"/>
                <a:ea typeface="Varela Round"/>
                <a:cs typeface="Varela Round"/>
                <a:sym typeface="Varela Round"/>
              </a:rPr>
              <a:t>Write 6 words that sum up the </a:t>
            </a:r>
            <a:r>
              <a:rPr b="1" lang="en">
                <a:solidFill>
                  <a:schemeClr val="dk1"/>
                </a:solidFill>
                <a:latin typeface="Varela Round"/>
                <a:ea typeface="Varela Round"/>
                <a:cs typeface="Varela Round"/>
                <a:sym typeface="Varela Round"/>
              </a:rPr>
              <a:t>importance of this lesson</a:t>
            </a:r>
            <a:endParaRPr b="1">
              <a:solidFill>
                <a:schemeClr val="dk1"/>
              </a:solidFill>
              <a:latin typeface="Varela Round"/>
              <a:ea typeface="Varela Round"/>
              <a:cs typeface="Varela Round"/>
              <a:sym typeface="Varela Round"/>
            </a:endParaRPr>
          </a:p>
          <a:p>
            <a:pPr indent="0" lvl="0" marL="0" rtl="0" algn="ctr">
              <a:spcBef>
                <a:spcPts val="0"/>
              </a:spcBef>
              <a:spcAft>
                <a:spcPts val="0"/>
              </a:spcAft>
              <a:buNone/>
            </a:pPr>
            <a:r>
              <a:t/>
            </a:r>
            <a:endParaRPr b="1" sz="2800">
              <a:solidFill>
                <a:srgbClr val="A06F29"/>
              </a:solidFill>
              <a:latin typeface="Lexend"/>
              <a:ea typeface="Lexend"/>
              <a:cs typeface="Lexend"/>
              <a:sym typeface="Lexend"/>
            </a:endParaRPr>
          </a:p>
        </p:txBody>
      </p:sp>
      <p:sp>
        <p:nvSpPr>
          <p:cNvPr id="3213" name="Google Shape;3213;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highlight>
                  <a:schemeClr val="dk2"/>
                </a:highlight>
              </a:rPr>
              <a:t>Overview</a:t>
            </a:r>
            <a:endParaRPr>
              <a:highlight>
                <a:schemeClr val="dk2"/>
              </a:highlight>
            </a:endParaRPr>
          </a:p>
        </p:txBody>
      </p:sp>
      <p:grpSp>
        <p:nvGrpSpPr>
          <p:cNvPr id="3214" name="Google Shape;3214;p60"/>
          <p:cNvGrpSpPr/>
          <p:nvPr/>
        </p:nvGrpSpPr>
        <p:grpSpPr>
          <a:xfrm rot="-1005538">
            <a:off x="7500831" y="146798"/>
            <a:ext cx="1279692" cy="2666046"/>
            <a:chOff x="503795" y="323625"/>
            <a:chExt cx="502785" cy="1047439"/>
          </a:xfrm>
        </p:grpSpPr>
        <p:sp>
          <p:nvSpPr>
            <p:cNvPr id="3215" name="Google Shape;3215;p60"/>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0"/>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0"/>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0"/>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0"/>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0"/>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0"/>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0"/>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0"/>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0"/>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0"/>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0"/>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0"/>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8" name="Google Shape;3228;p60"/>
          <p:cNvSpPr/>
          <p:nvPr/>
        </p:nvSpPr>
        <p:spPr>
          <a:xfrm>
            <a:off x="6968016" y="7729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0"/>
          <p:cNvSpPr/>
          <p:nvPr/>
        </p:nvSpPr>
        <p:spPr>
          <a:xfrm>
            <a:off x="6551066" y="4495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0"/>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4" name="Shape 3234"/>
        <p:cNvGrpSpPr/>
        <p:nvPr/>
      </p:nvGrpSpPr>
      <p:grpSpPr>
        <a:xfrm>
          <a:off x="0" y="0"/>
          <a:ext cx="0" cy="0"/>
          <a:chOff x="0" y="0"/>
          <a:chExt cx="0" cy="0"/>
        </a:xfrm>
      </p:grpSpPr>
      <p:sp>
        <p:nvSpPr>
          <p:cNvPr id="3235" name="Google Shape;3235;p61"/>
          <p:cNvSpPr/>
          <p:nvPr/>
        </p:nvSpPr>
        <p:spPr>
          <a:xfrm>
            <a:off x="1883500" y="2729000"/>
            <a:ext cx="189000" cy="17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If you’ve got a </a:t>
            </a:r>
            <a:r>
              <a:rPr lang="en">
                <a:highlight>
                  <a:schemeClr val="dk2"/>
                </a:highlight>
              </a:rPr>
              <a:t>linear mind</a:t>
            </a:r>
            <a:r>
              <a:rPr lang="en"/>
              <a:t>…</a:t>
            </a:r>
            <a:endParaRPr>
              <a:highlight>
                <a:schemeClr val="dk2"/>
              </a:highlight>
            </a:endParaRPr>
          </a:p>
        </p:txBody>
      </p:sp>
      <p:sp>
        <p:nvSpPr>
          <p:cNvPr id="3237" name="Google Shape;3237;p61"/>
          <p:cNvSpPr txBox="1"/>
          <p:nvPr/>
        </p:nvSpPr>
        <p:spPr>
          <a:xfrm flipH="1">
            <a:off x="906400" y="3070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Venus</a:t>
            </a:r>
            <a:endParaRPr b="1" sz="2400">
              <a:solidFill>
                <a:schemeClr val="accent1"/>
              </a:solidFill>
              <a:latin typeface="Varela Round"/>
              <a:ea typeface="Varela Round"/>
              <a:cs typeface="Varela Round"/>
              <a:sym typeface="Varela Round"/>
            </a:endParaRPr>
          </a:p>
        </p:txBody>
      </p:sp>
      <p:sp>
        <p:nvSpPr>
          <p:cNvPr id="3238" name="Google Shape;3238;p61"/>
          <p:cNvSpPr txBox="1"/>
          <p:nvPr/>
        </p:nvSpPr>
        <p:spPr>
          <a:xfrm flipH="1">
            <a:off x="906400" y="3534674"/>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Varela Round"/>
                <a:ea typeface="Varela Round"/>
                <a:cs typeface="Varela Round"/>
                <a:sym typeface="Varela Round"/>
              </a:rPr>
              <a:t>Venus is the second planet from the Sun</a:t>
            </a:r>
            <a:endParaRPr>
              <a:solidFill>
                <a:schemeClr val="dk1"/>
              </a:solidFill>
              <a:latin typeface="Varela Round"/>
              <a:ea typeface="Varela Round"/>
              <a:cs typeface="Varela Round"/>
              <a:sym typeface="Varela Round"/>
            </a:endParaRPr>
          </a:p>
        </p:txBody>
      </p:sp>
      <p:sp>
        <p:nvSpPr>
          <p:cNvPr id="3239" name="Google Shape;3239;p61"/>
          <p:cNvSpPr txBox="1"/>
          <p:nvPr/>
        </p:nvSpPr>
        <p:spPr>
          <a:xfrm flipH="1">
            <a:off x="3424199" y="3070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Mercury</a:t>
            </a:r>
            <a:endParaRPr b="1" sz="2400">
              <a:solidFill>
                <a:schemeClr val="accent1"/>
              </a:solidFill>
              <a:latin typeface="Varela Round"/>
              <a:ea typeface="Varela Round"/>
              <a:cs typeface="Varela Round"/>
              <a:sym typeface="Varela Round"/>
            </a:endParaRPr>
          </a:p>
        </p:txBody>
      </p:sp>
      <p:sp>
        <p:nvSpPr>
          <p:cNvPr id="3240" name="Google Shape;3240;p61"/>
          <p:cNvSpPr txBox="1"/>
          <p:nvPr/>
        </p:nvSpPr>
        <p:spPr>
          <a:xfrm flipH="1">
            <a:off x="3424199" y="3534674"/>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Varela Round"/>
                <a:ea typeface="Varela Round"/>
                <a:cs typeface="Varela Round"/>
                <a:sym typeface="Varela Round"/>
              </a:rPr>
              <a:t>Mercury is the closest planet to the Sun</a:t>
            </a:r>
            <a:endParaRPr>
              <a:solidFill>
                <a:schemeClr val="dk1"/>
              </a:solidFill>
              <a:latin typeface="Varela Round"/>
              <a:ea typeface="Varela Round"/>
              <a:cs typeface="Varela Round"/>
              <a:sym typeface="Varela Round"/>
            </a:endParaRPr>
          </a:p>
        </p:txBody>
      </p:sp>
      <p:sp>
        <p:nvSpPr>
          <p:cNvPr id="3241" name="Google Shape;3241;p61"/>
          <p:cNvSpPr txBox="1"/>
          <p:nvPr/>
        </p:nvSpPr>
        <p:spPr>
          <a:xfrm flipH="1">
            <a:off x="6094400" y="3070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Jupiter</a:t>
            </a:r>
            <a:endParaRPr b="1" sz="2400">
              <a:solidFill>
                <a:schemeClr val="accent1"/>
              </a:solidFill>
              <a:latin typeface="Varela Round"/>
              <a:ea typeface="Varela Round"/>
              <a:cs typeface="Varela Round"/>
              <a:sym typeface="Varela Round"/>
            </a:endParaRPr>
          </a:p>
        </p:txBody>
      </p:sp>
      <p:sp>
        <p:nvSpPr>
          <p:cNvPr id="3242" name="Google Shape;3242;p61"/>
          <p:cNvSpPr txBox="1"/>
          <p:nvPr/>
        </p:nvSpPr>
        <p:spPr>
          <a:xfrm flipH="1">
            <a:off x="6094400" y="3534674"/>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Varela Round"/>
                <a:ea typeface="Varela Round"/>
                <a:cs typeface="Varela Round"/>
                <a:sym typeface="Varela Round"/>
              </a:rPr>
              <a:t>Jupiter is the biggest planet of them all</a:t>
            </a:r>
            <a:endParaRPr>
              <a:solidFill>
                <a:schemeClr val="dk1"/>
              </a:solidFill>
              <a:latin typeface="Varela Round"/>
              <a:ea typeface="Varela Round"/>
              <a:cs typeface="Varela Round"/>
              <a:sym typeface="Varela Round"/>
            </a:endParaRPr>
          </a:p>
        </p:txBody>
      </p:sp>
      <p:grpSp>
        <p:nvGrpSpPr>
          <p:cNvPr id="3243" name="Google Shape;3243;p61"/>
          <p:cNvGrpSpPr/>
          <p:nvPr/>
        </p:nvGrpSpPr>
        <p:grpSpPr>
          <a:xfrm>
            <a:off x="1675180" y="1596674"/>
            <a:ext cx="605640" cy="894595"/>
            <a:chOff x="3644858" y="3153531"/>
            <a:chExt cx="362398" cy="535301"/>
          </a:xfrm>
        </p:grpSpPr>
        <p:sp>
          <p:nvSpPr>
            <p:cNvPr id="3244" name="Google Shape;3244;p61"/>
            <p:cNvSpPr/>
            <p:nvPr/>
          </p:nvSpPr>
          <p:spPr>
            <a:xfrm>
              <a:off x="3673564" y="3226869"/>
              <a:ext cx="333692" cy="461963"/>
            </a:xfrm>
            <a:custGeom>
              <a:rect b="b" l="l" r="r" t="t"/>
              <a:pathLst>
                <a:path extrusionOk="0" h="16592" w="11985">
                  <a:moveTo>
                    <a:pt x="4587" y="0"/>
                  </a:moveTo>
                  <a:lnTo>
                    <a:pt x="0" y="4586"/>
                  </a:lnTo>
                  <a:lnTo>
                    <a:pt x="0" y="16058"/>
                  </a:lnTo>
                  <a:cubicBezTo>
                    <a:pt x="0" y="16352"/>
                    <a:pt x="239" y="16591"/>
                    <a:pt x="534" y="16591"/>
                  </a:cubicBezTo>
                  <a:lnTo>
                    <a:pt x="11450" y="16591"/>
                  </a:lnTo>
                  <a:cubicBezTo>
                    <a:pt x="11745" y="16591"/>
                    <a:pt x="11984" y="16352"/>
                    <a:pt x="11984" y="16058"/>
                  </a:cubicBezTo>
                  <a:lnTo>
                    <a:pt x="11984" y="533"/>
                  </a:lnTo>
                  <a:cubicBezTo>
                    <a:pt x="11984" y="239"/>
                    <a:pt x="11745" y="0"/>
                    <a:pt x="11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1"/>
            <p:cNvSpPr/>
            <p:nvPr/>
          </p:nvSpPr>
          <p:spPr>
            <a:xfrm>
              <a:off x="3644858" y="3199221"/>
              <a:ext cx="333665" cy="461963"/>
            </a:xfrm>
            <a:custGeom>
              <a:rect b="b" l="l" r="r" t="t"/>
              <a:pathLst>
                <a:path extrusionOk="0" h="16592" w="11984">
                  <a:moveTo>
                    <a:pt x="4586" y="0"/>
                  </a:moveTo>
                  <a:lnTo>
                    <a:pt x="0" y="4586"/>
                  </a:lnTo>
                  <a:lnTo>
                    <a:pt x="0" y="16058"/>
                  </a:lnTo>
                  <a:cubicBezTo>
                    <a:pt x="0" y="16352"/>
                    <a:pt x="240" y="16591"/>
                    <a:pt x="533" y="16591"/>
                  </a:cubicBezTo>
                  <a:lnTo>
                    <a:pt x="11451" y="16591"/>
                  </a:lnTo>
                  <a:cubicBezTo>
                    <a:pt x="11744" y="16591"/>
                    <a:pt x="11984" y="16352"/>
                    <a:pt x="11984" y="16058"/>
                  </a:cubicBezTo>
                  <a:lnTo>
                    <a:pt x="11984" y="533"/>
                  </a:lnTo>
                  <a:cubicBezTo>
                    <a:pt x="11984" y="240"/>
                    <a:pt x="11744" y="0"/>
                    <a:pt x="11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1"/>
            <p:cNvSpPr/>
            <p:nvPr/>
          </p:nvSpPr>
          <p:spPr>
            <a:xfrm>
              <a:off x="3702548" y="3355336"/>
              <a:ext cx="75147" cy="51035"/>
            </a:xfrm>
            <a:custGeom>
              <a:rect b="b" l="l" r="r" t="t"/>
              <a:pathLst>
                <a:path extrusionOk="0" h="1833" w="2699">
                  <a:moveTo>
                    <a:pt x="1350" y="0"/>
                  </a:moveTo>
                  <a:cubicBezTo>
                    <a:pt x="604" y="0"/>
                    <a:pt x="1" y="604"/>
                    <a:pt x="1" y="1349"/>
                  </a:cubicBezTo>
                  <a:lnTo>
                    <a:pt x="1" y="1638"/>
                  </a:lnTo>
                  <a:cubicBezTo>
                    <a:pt x="1" y="1745"/>
                    <a:pt x="87" y="1832"/>
                    <a:pt x="195" y="1832"/>
                  </a:cubicBezTo>
                  <a:lnTo>
                    <a:pt x="2506" y="1832"/>
                  </a:lnTo>
                  <a:cubicBezTo>
                    <a:pt x="2612" y="1832"/>
                    <a:pt x="2699" y="1745"/>
                    <a:pt x="2699" y="1638"/>
                  </a:cubicBezTo>
                  <a:lnTo>
                    <a:pt x="2699" y="1349"/>
                  </a:lnTo>
                  <a:cubicBezTo>
                    <a:pt x="2699" y="604"/>
                    <a:pt x="2095" y="0"/>
                    <a:pt x="1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1"/>
            <p:cNvSpPr/>
            <p:nvPr/>
          </p:nvSpPr>
          <p:spPr>
            <a:xfrm>
              <a:off x="3714326" y="3306500"/>
              <a:ext cx="51620" cy="55045"/>
            </a:xfrm>
            <a:custGeom>
              <a:rect b="b" l="l" r="r" t="t"/>
              <a:pathLst>
                <a:path extrusionOk="0" h="1977" w="1854">
                  <a:moveTo>
                    <a:pt x="927" y="0"/>
                  </a:moveTo>
                  <a:cubicBezTo>
                    <a:pt x="416" y="0"/>
                    <a:pt x="1" y="442"/>
                    <a:pt x="1" y="988"/>
                  </a:cubicBezTo>
                  <a:cubicBezTo>
                    <a:pt x="1" y="1533"/>
                    <a:pt x="416" y="1976"/>
                    <a:pt x="927" y="1976"/>
                  </a:cubicBezTo>
                  <a:cubicBezTo>
                    <a:pt x="1439" y="1976"/>
                    <a:pt x="1854" y="1533"/>
                    <a:pt x="1854" y="988"/>
                  </a:cubicBezTo>
                  <a:cubicBezTo>
                    <a:pt x="1854" y="442"/>
                    <a:pt x="1439" y="0"/>
                    <a:pt x="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1"/>
            <p:cNvSpPr/>
            <p:nvPr/>
          </p:nvSpPr>
          <p:spPr>
            <a:xfrm>
              <a:off x="3644858" y="3199221"/>
              <a:ext cx="127714" cy="127714"/>
            </a:xfrm>
            <a:custGeom>
              <a:rect b="b" l="l" r="r" t="t"/>
              <a:pathLst>
                <a:path extrusionOk="0" h="4587" w="4587">
                  <a:moveTo>
                    <a:pt x="4586" y="0"/>
                  </a:moveTo>
                  <a:lnTo>
                    <a:pt x="0" y="4586"/>
                  </a:lnTo>
                  <a:lnTo>
                    <a:pt x="4053" y="4586"/>
                  </a:lnTo>
                  <a:cubicBezTo>
                    <a:pt x="4349" y="4586"/>
                    <a:pt x="4586" y="4347"/>
                    <a:pt x="4586" y="4053"/>
                  </a:cubicBezTo>
                  <a:lnTo>
                    <a:pt x="45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1"/>
            <p:cNvSpPr/>
            <p:nvPr/>
          </p:nvSpPr>
          <p:spPr>
            <a:xfrm>
              <a:off x="3864121" y="3153531"/>
              <a:ext cx="84391" cy="146646"/>
            </a:xfrm>
            <a:custGeom>
              <a:rect b="b" l="l" r="r" t="t"/>
              <a:pathLst>
                <a:path extrusionOk="0" h="5267" w="3031">
                  <a:moveTo>
                    <a:pt x="1514" y="1"/>
                  </a:moveTo>
                  <a:cubicBezTo>
                    <a:pt x="1503" y="1"/>
                    <a:pt x="1491" y="1"/>
                    <a:pt x="1479" y="1"/>
                  </a:cubicBezTo>
                  <a:cubicBezTo>
                    <a:pt x="652" y="21"/>
                    <a:pt x="1" y="717"/>
                    <a:pt x="1" y="1544"/>
                  </a:cubicBezTo>
                  <a:lnTo>
                    <a:pt x="1" y="1641"/>
                  </a:lnTo>
                  <a:lnTo>
                    <a:pt x="924" y="1641"/>
                  </a:lnTo>
                  <a:lnTo>
                    <a:pt x="924" y="1516"/>
                  </a:lnTo>
                  <a:cubicBezTo>
                    <a:pt x="924" y="1190"/>
                    <a:pt x="1189" y="925"/>
                    <a:pt x="1515" y="925"/>
                  </a:cubicBezTo>
                  <a:cubicBezTo>
                    <a:pt x="1525" y="925"/>
                    <a:pt x="1535" y="925"/>
                    <a:pt x="1545" y="926"/>
                  </a:cubicBezTo>
                  <a:cubicBezTo>
                    <a:pt x="1863" y="941"/>
                    <a:pt x="2107" y="1215"/>
                    <a:pt x="2107" y="1533"/>
                  </a:cubicBezTo>
                  <a:lnTo>
                    <a:pt x="2107" y="3973"/>
                  </a:lnTo>
                  <a:cubicBezTo>
                    <a:pt x="2107" y="4177"/>
                    <a:pt x="1941" y="4344"/>
                    <a:pt x="1737" y="4344"/>
                  </a:cubicBezTo>
                  <a:cubicBezTo>
                    <a:pt x="1729" y="4344"/>
                    <a:pt x="1720" y="4344"/>
                    <a:pt x="1712" y="4343"/>
                  </a:cubicBezTo>
                  <a:cubicBezTo>
                    <a:pt x="1516" y="4330"/>
                    <a:pt x="1368" y="4158"/>
                    <a:pt x="1368" y="3961"/>
                  </a:cubicBezTo>
                  <a:lnTo>
                    <a:pt x="1368" y="3036"/>
                  </a:lnTo>
                  <a:cubicBezTo>
                    <a:pt x="1368" y="2832"/>
                    <a:pt x="1202" y="2666"/>
                    <a:pt x="998" y="2666"/>
                  </a:cubicBezTo>
                  <a:lnTo>
                    <a:pt x="813" y="2666"/>
                  </a:lnTo>
                  <a:cubicBezTo>
                    <a:pt x="609" y="2666"/>
                    <a:pt x="443" y="2832"/>
                    <a:pt x="443" y="3036"/>
                  </a:cubicBezTo>
                  <a:lnTo>
                    <a:pt x="443" y="3949"/>
                  </a:lnTo>
                  <a:cubicBezTo>
                    <a:pt x="443" y="4655"/>
                    <a:pt x="1000" y="5250"/>
                    <a:pt x="1706" y="5266"/>
                  </a:cubicBezTo>
                  <a:cubicBezTo>
                    <a:pt x="1716" y="5266"/>
                    <a:pt x="1726" y="5267"/>
                    <a:pt x="1737" y="5267"/>
                  </a:cubicBezTo>
                  <a:cubicBezTo>
                    <a:pt x="2450" y="5267"/>
                    <a:pt x="3030" y="4688"/>
                    <a:pt x="3030" y="3973"/>
                  </a:cubicBezTo>
                  <a:lnTo>
                    <a:pt x="3030" y="1516"/>
                  </a:lnTo>
                  <a:cubicBezTo>
                    <a:pt x="3030" y="680"/>
                    <a:pt x="2350" y="1"/>
                    <a:pt x="1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1"/>
            <p:cNvSpPr/>
            <p:nvPr/>
          </p:nvSpPr>
          <p:spPr>
            <a:xfrm>
              <a:off x="3695838" y="3430819"/>
              <a:ext cx="89931" cy="16176"/>
            </a:xfrm>
            <a:custGeom>
              <a:rect b="b" l="l" r="r" t="t"/>
              <a:pathLst>
                <a:path extrusionOk="0" h="581" w="3230">
                  <a:moveTo>
                    <a:pt x="290" y="0"/>
                  </a:moveTo>
                  <a:cubicBezTo>
                    <a:pt x="129" y="0"/>
                    <a:pt x="0" y="130"/>
                    <a:pt x="0" y="291"/>
                  </a:cubicBezTo>
                  <a:cubicBezTo>
                    <a:pt x="0" y="450"/>
                    <a:pt x="129" y="581"/>
                    <a:pt x="290" y="581"/>
                  </a:cubicBezTo>
                  <a:lnTo>
                    <a:pt x="2940" y="581"/>
                  </a:lnTo>
                  <a:cubicBezTo>
                    <a:pt x="3101" y="581"/>
                    <a:pt x="3230" y="450"/>
                    <a:pt x="3230" y="291"/>
                  </a:cubicBezTo>
                  <a:cubicBezTo>
                    <a:pt x="3230" y="130"/>
                    <a:pt x="3101" y="0"/>
                    <a:pt x="2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1"/>
            <p:cNvSpPr/>
            <p:nvPr/>
          </p:nvSpPr>
          <p:spPr>
            <a:xfrm>
              <a:off x="3695838" y="3458550"/>
              <a:ext cx="161960" cy="16176"/>
            </a:xfrm>
            <a:custGeom>
              <a:rect b="b" l="l" r="r" t="t"/>
              <a:pathLst>
                <a:path extrusionOk="0" h="581" w="5817">
                  <a:moveTo>
                    <a:pt x="290" y="1"/>
                  </a:moveTo>
                  <a:cubicBezTo>
                    <a:pt x="129" y="1"/>
                    <a:pt x="0" y="130"/>
                    <a:pt x="0" y="291"/>
                  </a:cubicBezTo>
                  <a:cubicBezTo>
                    <a:pt x="0" y="451"/>
                    <a:pt x="129" y="580"/>
                    <a:pt x="290" y="580"/>
                  </a:cubicBezTo>
                  <a:lnTo>
                    <a:pt x="5528" y="580"/>
                  </a:lnTo>
                  <a:cubicBezTo>
                    <a:pt x="5687" y="580"/>
                    <a:pt x="5817" y="451"/>
                    <a:pt x="5817" y="291"/>
                  </a:cubicBezTo>
                  <a:cubicBezTo>
                    <a:pt x="5817" y="130"/>
                    <a:pt x="5687" y="1"/>
                    <a:pt x="5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1"/>
            <p:cNvSpPr/>
            <p:nvPr/>
          </p:nvSpPr>
          <p:spPr>
            <a:xfrm>
              <a:off x="3695838" y="3501345"/>
              <a:ext cx="246879" cy="16149"/>
            </a:xfrm>
            <a:custGeom>
              <a:rect b="b" l="l" r="r" t="t"/>
              <a:pathLst>
                <a:path extrusionOk="0" h="580" w="8867">
                  <a:moveTo>
                    <a:pt x="290" y="1"/>
                  </a:moveTo>
                  <a:cubicBezTo>
                    <a:pt x="129" y="1"/>
                    <a:pt x="0" y="130"/>
                    <a:pt x="0" y="291"/>
                  </a:cubicBezTo>
                  <a:cubicBezTo>
                    <a:pt x="0" y="451"/>
                    <a:pt x="129" y="580"/>
                    <a:pt x="290" y="580"/>
                  </a:cubicBezTo>
                  <a:lnTo>
                    <a:pt x="8577" y="580"/>
                  </a:lnTo>
                  <a:cubicBezTo>
                    <a:pt x="8736" y="580"/>
                    <a:pt x="8867" y="451"/>
                    <a:pt x="8867" y="291"/>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1"/>
            <p:cNvSpPr/>
            <p:nvPr/>
          </p:nvSpPr>
          <p:spPr>
            <a:xfrm>
              <a:off x="3695838" y="3529104"/>
              <a:ext cx="246879" cy="16149"/>
            </a:xfrm>
            <a:custGeom>
              <a:rect b="b" l="l" r="r" t="t"/>
              <a:pathLst>
                <a:path extrusionOk="0" h="580" w="8867">
                  <a:moveTo>
                    <a:pt x="290" y="0"/>
                  </a:moveTo>
                  <a:cubicBezTo>
                    <a:pt x="129" y="0"/>
                    <a:pt x="0" y="129"/>
                    <a:pt x="0" y="290"/>
                  </a:cubicBezTo>
                  <a:cubicBezTo>
                    <a:pt x="0" y="450"/>
                    <a:pt x="129" y="579"/>
                    <a:pt x="290" y="579"/>
                  </a:cubicBezTo>
                  <a:lnTo>
                    <a:pt x="8577" y="579"/>
                  </a:lnTo>
                  <a:cubicBezTo>
                    <a:pt x="8736" y="579"/>
                    <a:pt x="8867" y="450"/>
                    <a:pt x="8867" y="290"/>
                  </a:cubicBezTo>
                  <a:cubicBezTo>
                    <a:pt x="8867" y="129"/>
                    <a:pt x="8736" y="0"/>
                    <a:pt x="85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1"/>
            <p:cNvSpPr/>
            <p:nvPr/>
          </p:nvSpPr>
          <p:spPr>
            <a:xfrm>
              <a:off x="3695838" y="3556836"/>
              <a:ext cx="246879" cy="16149"/>
            </a:xfrm>
            <a:custGeom>
              <a:rect b="b" l="l" r="r" t="t"/>
              <a:pathLst>
                <a:path extrusionOk="0" h="580" w="8867">
                  <a:moveTo>
                    <a:pt x="290" y="1"/>
                  </a:moveTo>
                  <a:cubicBezTo>
                    <a:pt x="129" y="1"/>
                    <a:pt x="0" y="130"/>
                    <a:pt x="0" y="290"/>
                  </a:cubicBezTo>
                  <a:cubicBezTo>
                    <a:pt x="0" y="451"/>
                    <a:pt x="129" y="580"/>
                    <a:pt x="290" y="580"/>
                  </a:cubicBezTo>
                  <a:lnTo>
                    <a:pt x="8577" y="580"/>
                  </a:lnTo>
                  <a:cubicBezTo>
                    <a:pt x="8736" y="580"/>
                    <a:pt x="8867" y="451"/>
                    <a:pt x="8867" y="290"/>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1"/>
            <p:cNvSpPr/>
            <p:nvPr/>
          </p:nvSpPr>
          <p:spPr>
            <a:xfrm>
              <a:off x="3864232" y="3605951"/>
              <a:ext cx="55128" cy="16176"/>
            </a:xfrm>
            <a:custGeom>
              <a:rect b="b" l="l" r="r" t="t"/>
              <a:pathLst>
                <a:path extrusionOk="0" h="581" w="1980">
                  <a:moveTo>
                    <a:pt x="291" y="0"/>
                  </a:moveTo>
                  <a:cubicBezTo>
                    <a:pt x="130" y="0"/>
                    <a:pt x="0" y="129"/>
                    <a:pt x="0" y="290"/>
                  </a:cubicBezTo>
                  <a:cubicBezTo>
                    <a:pt x="0" y="450"/>
                    <a:pt x="130" y="581"/>
                    <a:pt x="291" y="581"/>
                  </a:cubicBezTo>
                  <a:lnTo>
                    <a:pt x="1690" y="581"/>
                  </a:lnTo>
                  <a:cubicBezTo>
                    <a:pt x="1849" y="581"/>
                    <a:pt x="1980" y="450"/>
                    <a:pt x="1980" y="290"/>
                  </a:cubicBezTo>
                  <a:cubicBezTo>
                    <a:pt x="1980" y="129"/>
                    <a:pt x="1849" y="0"/>
                    <a:pt x="16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1"/>
            <p:cNvSpPr/>
            <p:nvPr/>
          </p:nvSpPr>
          <p:spPr>
            <a:xfrm>
              <a:off x="3888511" y="3398242"/>
              <a:ext cx="48836" cy="16204"/>
            </a:xfrm>
            <a:custGeom>
              <a:rect b="b" l="l" r="r" t="t"/>
              <a:pathLst>
                <a:path extrusionOk="0" h="582" w="1754">
                  <a:moveTo>
                    <a:pt x="291" y="1"/>
                  </a:moveTo>
                  <a:cubicBezTo>
                    <a:pt x="131" y="1"/>
                    <a:pt x="0" y="130"/>
                    <a:pt x="0" y="291"/>
                  </a:cubicBezTo>
                  <a:cubicBezTo>
                    <a:pt x="0" y="451"/>
                    <a:pt x="131" y="581"/>
                    <a:pt x="291" y="581"/>
                  </a:cubicBezTo>
                  <a:lnTo>
                    <a:pt x="1463" y="581"/>
                  </a:lnTo>
                  <a:cubicBezTo>
                    <a:pt x="1623" y="581"/>
                    <a:pt x="1753" y="451"/>
                    <a:pt x="1753" y="291"/>
                  </a:cubicBezTo>
                  <a:cubicBezTo>
                    <a:pt x="1753" y="130"/>
                    <a:pt x="1623" y="1"/>
                    <a:pt x="1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1"/>
            <p:cNvSpPr/>
            <p:nvPr/>
          </p:nvSpPr>
          <p:spPr>
            <a:xfrm>
              <a:off x="3888511" y="3369592"/>
              <a:ext cx="48836" cy="16176"/>
            </a:xfrm>
            <a:custGeom>
              <a:rect b="b" l="l" r="r" t="t"/>
              <a:pathLst>
                <a:path extrusionOk="0" h="581" w="1754">
                  <a:moveTo>
                    <a:pt x="291" y="0"/>
                  </a:moveTo>
                  <a:cubicBezTo>
                    <a:pt x="131" y="0"/>
                    <a:pt x="0" y="130"/>
                    <a:pt x="0" y="291"/>
                  </a:cubicBezTo>
                  <a:cubicBezTo>
                    <a:pt x="0" y="450"/>
                    <a:pt x="131" y="581"/>
                    <a:pt x="291" y="581"/>
                  </a:cubicBezTo>
                  <a:lnTo>
                    <a:pt x="1463" y="581"/>
                  </a:lnTo>
                  <a:cubicBezTo>
                    <a:pt x="1623" y="581"/>
                    <a:pt x="1753" y="450"/>
                    <a:pt x="1753" y="291"/>
                  </a:cubicBezTo>
                  <a:cubicBezTo>
                    <a:pt x="1753" y="130"/>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1"/>
            <p:cNvSpPr/>
            <p:nvPr/>
          </p:nvSpPr>
          <p:spPr>
            <a:xfrm>
              <a:off x="3888511" y="3340941"/>
              <a:ext cx="48836" cy="16176"/>
            </a:xfrm>
            <a:custGeom>
              <a:rect b="b" l="l" r="r" t="t"/>
              <a:pathLst>
                <a:path extrusionOk="0" h="581" w="1754">
                  <a:moveTo>
                    <a:pt x="291" y="0"/>
                  </a:moveTo>
                  <a:cubicBezTo>
                    <a:pt x="131" y="0"/>
                    <a:pt x="0" y="131"/>
                    <a:pt x="0" y="290"/>
                  </a:cubicBezTo>
                  <a:cubicBezTo>
                    <a:pt x="0" y="450"/>
                    <a:pt x="131" y="581"/>
                    <a:pt x="291" y="581"/>
                  </a:cubicBezTo>
                  <a:lnTo>
                    <a:pt x="1463" y="581"/>
                  </a:lnTo>
                  <a:cubicBezTo>
                    <a:pt x="1623" y="581"/>
                    <a:pt x="1753" y="450"/>
                    <a:pt x="1753" y="290"/>
                  </a:cubicBezTo>
                  <a:cubicBezTo>
                    <a:pt x="1753" y="131"/>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61"/>
          <p:cNvGrpSpPr/>
          <p:nvPr/>
        </p:nvGrpSpPr>
        <p:grpSpPr>
          <a:xfrm>
            <a:off x="4110480" y="1596683"/>
            <a:ext cx="770638" cy="894560"/>
            <a:chOff x="2875529" y="3153558"/>
            <a:chExt cx="461128" cy="535280"/>
          </a:xfrm>
        </p:grpSpPr>
        <p:sp>
          <p:nvSpPr>
            <p:cNvPr id="3260" name="Google Shape;3260;p61"/>
            <p:cNvSpPr/>
            <p:nvPr/>
          </p:nvSpPr>
          <p:spPr>
            <a:xfrm>
              <a:off x="2936589" y="3258471"/>
              <a:ext cx="400069" cy="366324"/>
            </a:xfrm>
            <a:custGeom>
              <a:rect b="b" l="l" r="r" t="t"/>
              <a:pathLst>
                <a:path extrusionOk="0" h="13157" w="14369">
                  <a:moveTo>
                    <a:pt x="11931" y="1"/>
                  </a:moveTo>
                  <a:cubicBezTo>
                    <a:pt x="11586" y="313"/>
                    <a:pt x="11243" y="628"/>
                    <a:pt x="10900" y="942"/>
                  </a:cubicBezTo>
                  <a:cubicBezTo>
                    <a:pt x="11336" y="1329"/>
                    <a:pt x="11716" y="1777"/>
                    <a:pt x="12030" y="2274"/>
                  </a:cubicBezTo>
                  <a:cubicBezTo>
                    <a:pt x="12652" y="3260"/>
                    <a:pt x="12980" y="4401"/>
                    <a:pt x="12980" y="5572"/>
                  </a:cubicBezTo>
                  <a:cubicBezTo>
                    <a:pt x="12980" y="8988"/>
                    <a:pt x="10200" y="11768"/>
                    <a:pt x="6784" y="11768"/>
                  </a:cubicBezTo>
                  <a:cubicBezTo>
                    <a:pt x="5605" y="11768"/>
                    <a:pt x="4458" y="11436"/>
                    <a:pt x="3469" y="10808"/>
                  </a:cubicBezTo>
                  <a:cubicBezTo>
                    <a:pt x="2719" y="10332"/>
                    <a:pt x="2083" y="9703"/>
                    <a:pt x="1600" y="8968"/>
                  </a:cubicBezTo>
                  <a:lnTo>
                    <a:pt x="0" y="8968"/>
                  </a:lnTo>
                  <a:cubicBezTo>
                    <a:pt x="617" y="10199"/>
                    <a:pt x="1558" y="11241"/>
                    <a:pt x="2724" y="11980"/>
                  </a:cubicBezTo>
                  <a:cubicBezTo>
                    <a:pt x="3937" y="12751"/>
                    <a:pt x="5341" y="13157"/>
                    <a:pt x="6784" y="13157"/>
                  </a:cubicBezTo>
                  <a:cubicBezTo>
                    <a:pt x="8810" y="13157"/>
                    <a:pt x="10715" y="12368"/>
                    <a:pt x="12147" y="10936"/>
                  </a:cubicBezTo>
                  <a:cubicBezTo>
                    <a:pt x="13580" y="9503"/>
                    <a:pt x="14369" y="7598"/>
                    <a:pt x="14369" y="5572"/>
                  </a:cubicBezTo>
                  <a:cubicBezTo>
                    <a:pt x="14369" y="4138"/>
                    <a:pt x="13966" y="2741"/>
                    <a:pt x="13205" y="1534"/>
                  </a:cubicBezTo>
                  <a:cubicBezTo>
                    <a:pt x="12848" y="967"/>
                    <a:pt x="12419" y="452"/>
                    <a:pt x="11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1"/>
            <p:cNvSpPr/>
            <p:nvPr/>
          </p:nvSpPr>
          <p:spPr>
            <a:xfrm>
              <a:off x="2875529" y="3480657"/>
              <a:ext cx="169282" cy="39592"/>
            </a:xfrm>
            <a:custGeom>
              <a:rect b="b" l="l" r="r" t="t"/>
              <a:pathLst>
                <a:path extrusionOk="0" h="1422" w="6080">
                  <a:moveTo>
                    <a:pt x="182" y="1"/>
                  </a:moveTo>
                  <a:cubicBezTo>
                    <a:pt x="82" y="1"/>
                    <a:pt x="0" y="83"/>
                    <a:pt x="0" y="183"/>
                  </a:cubicBezTo>
                  <a:lnTo>
                    <a:pt x="0" y="650"/>
                  </a:lnTo>
                  <a:cubicBezTo>
                    <a:pt x="0" y="1077"/>
                    <a:pt x="347" y="1422"/>
                    <a:pt x="772" y="1422"/>
                  </a:cubicBezTo>
                  <a:lnTo>
                    <a:pt x="5306" y="1422"/>
                  </a:lnTo>
                  <a:cubicBezTo>
                    <a:pt x="5733" y="1422"/>
                    <a:pt x="6079" y="1077"/>
                    <a:pt x="6078" y="650"/>
                  </a:cubicBezTo>
                  <a:lnTo>
                    <a:pt x="6078" y="183"/>
                  </a:lnTo>
                  <a:cubicBezTo>
                    <a:pt x="6078" y="83"/>
                    <a:pt x="5997" y="1"/>
                    <a:pt x="5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1"/>
            <p:cNvSpPr/>
            <p:nvPr/>
          </p:nvSpPr>
          <p:spPr>
            <a:xfrm>
              <a:off x="3230499" y="3153558"/>
              <a:ext cx="103658" cy="92548"/>
            </a:xfrm>
            <a:custGeom>
              <a:rect b="b" l="l" r="r" t="t"/>
              <a:pathLst>
                <a:path extrusionOk="0" h="3324" w="3723">
                  <a:moveTo>
                    <a:pt x="2579" y="0"/>
                  </a:moveTo>
                  <a:cubicBezTo>
                    <a:pt x="2517" y="0"/>
                    <a:pt x="2454" y="16"/>
                    <a:pt x="2397" y="49"/>
                  </a:cubicBezTo>
                  <a:lnTo>
                    <a:pt x="0" y="1432"/>
                  </a:lnTo>
                  <a:lnTo>
                    <a:pt x="1093" y="3324"/>
                  </a:lnTo>
                  <a:lnTo>
                    <a:pt x="3490" y="1940"/>
                  </a:lnTo>
                  <a:cubicBezTo>
                    <a:pt x="3663" y="1839"/>
                    <a:pt x="3723" y="1619"/>
                    <a:pt x="3623" y="1444"/>
                  </a:cubicBezTo>
                  <a:lnTo>
                    <a:pt x="2893" y="182"/>
                  </a:lnTo>
                  <a:cubicBezTo>
                    <a:pt x="2826" y="65"/>
                    <a:pt x="2705" y="0"/>
                    <a:pt x="25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1"/>
            <p:cNvSpPr/>
            <p:nvPr/>
          </p:nvSpPr>
          <p:spPr>
            <a:xfrm>
              <a:off x="2996256" y="3332756"/>
              <a:ext cx="55212" cy="47889"/>
            </a:xfrm>
            <a:custGeom>
              <a:rect b="b" l="l" r="r" t="t"/>
              <a:pathLst>
                <a:path extrusionOk="0" h="1720" w="1983">
                  <a:moveTo>
                    <a:pt x="1448" y="0"/>
                  </a:moveTo>
                  <a:lnTo>
                    <a:pt x="116" y="768"/>
                  </a:lnTo>
                  <a:cubicBezTo>
                    <a:pt x="29" y="818"/>
                    <a:pt x="0" y="929"/>
                    <a:pt x="50" y="1017"/>
                  </a:cubicBezTo>
                  <a:lnTo>
                    <a:pt x="403" y="1628"/>
                  </a:lnTo>
                  <a:cubicBezTo>
                    <a:pt x="436" y="1687"/>
                    <a:pt x="498" y="1719"/>
                    <a:pt x="561" y="1719"/>
                  </a:cubicBezTo>
                  <a:cubicBezTo>
                    <a:pt x="592" y="1719"/>
                    <a:pt x="623" y="1712"/>
                    <a:pt x="651" y="1695"/>
                  </a:cubicBezTo>
                  <a:lnTo>
                    <a:pt x="1982" y="926"/>
                  </a:lnTo>
                  <a:lnTo>
                    <a:pt x="1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1"/>
            <p:cNvSpPr/>
            <p:nvPr/>
          </p:nvSpPr>
          <p:spPr>
            <a:xfrm>
              <a:off x="3013575" y="3302852"/>
              <a:ext cx="57773" cy="66126"/>
            </a:xfrm>
            <a:custGeom>
              <a:rect b="b" l="l" r="r" t="t"/>
              <a:pathLst>
                <a:path extrusionOk="0" h="2375" w="2075">
                  <a:moveTo>
                    <a:pt x="983" y="1"/>
                  </a:moveTo>
                  <a:lnTo>
                    <a:pt x="233" y="435"/>
                  </a:lnTo>
                  <a:cubicBezTo>
                    <a:pt x="59" y="535"/>
                    <a:pt x="0" y="757"/>
                    <a:pt x="100" y="930"/>
                  </a:cubicBezTo>
                  <a:lnTo>
                    <a:pt x="830" y="2194"/>
                  </a:lnTo>
                  <a:cubicBezTo>
                    <a:pt x="897" y="2310"/>
                    <a:pt x="1018" y="2375"/>
                    <a:pt x="1143" y="2375"/>
                  </a:cubicBezTo>
                  <a:cubicBezTo>
                    <a:pt x="1205" y="2375"/>
                    <a:pt x="1268" y="2359"/>
                    <a:pt x="1325" y="2325"/>
                  </a:cubicBezTo>
                  <a:lnTo>
                    <a:pt x="2075" y="1892"/>
                  </a:lnTo>
                  <a:lnTo>
                    <a:pt x="9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1"/>
            <p:cNvSpPr/>
            <p:nvPr/>
          </p:nvSpPr>
          <p:spPr>
            <a:xfrm>
              <a:off x="3035376" y="3278601"/>
              <a:ext cx="67908" cy="83639"/>
            </a:xfrm>
            <a:custGeom>
              <a:rect b="b" l="l" r="r" t="t"/>
              <a:pathLst>
                <a:path extrusionOk="0" h="3004" w="2439">
                  <a:moveTo>
                    <a:pt x="983" y="1"/>
                  </a:moveTo>
                  <a:lnTo>
                    <a:pt x="233" y="435"/>
                  </a:lnTo>
                  <a:cubicBezTo>
                    <a:pt x="59" y="535"/>
                    <a:pt x="0" y="757"/>
                    <a:pt x="100" y="930"/>
                  </a:cubicBezTo>
                  <a:lnTo>
                    <a:pt x="1192" y="2822"/>
                  </a:lnTo>
                  <a:cubicBezTo>
                    <a:pt x="1259" y="2938"/>
                    <a:pt x="1380" y="3003"/>
                    <a:pt x="1505" y="3003"/>
                  </a:cubicBezTo>
                  <a:cubicBezTo>
                    <a:pt x="1567" y="3003"/>
                    <a:pt x="1630" y="2987"/>
                    <a:pt x="1687" y="2954"/>
                  </a:cubicBezTo>
                  <a:lnTo>
                    <a:pt x="2438" y="2521"/>
                  </a:lnTo>
                  <a:lnTo>
                    <a:pt x="9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1"/>
            <p:cNvSpPr/>
            <p:nvPr/>
          </p:nvSpPr>
          <p:spPr>
            <a:xfrm>
              <a:off x="3056007" y="3184269"/>
              <a:ext cx="205923" cy="171176"/>
            </a:xfrm>
            <a:custGeom>
              <a:rect b="b" l="l" r="r" t="t"/>
              <a:pathLst>
                <a:path extrusionOk="0" h="6148" w="7396">
                  <a:moveTo>
                    <a:pt x="5570" y="0"/>
                  </a:moveTo>
                  <a:cubicBezTo>
                    <a:pt x="5508" y="0"/>
                    <a:pt x="5445" y="16"/>
                    <a:pt x="5388" y="50"/>
                  </a:cubicBezTo>
                  <a:lnTo>
                    <a:pt x="234" y="3024"/>
                  </a:lnTo>
                  <a:cubicBezTo>
                    <a:pt x="61" y="3124"/>
                    <a:pt x="1" y="3346"/>
                    <a:pt x="102" y="3519"/>
                  </a:cubicBezTo>
                  <a:lnTo>
                    <a:pt x="1513" y="5966"/>
                  </a:lnTo>
                  <a:cubicBezTo>
                    <a:pt x="1580" y="6082"/>
                    <a:pt x="1702" y="6147"/>
                    <a:pt x="1827" y="6147"/>
                  </a:cubicBezTo>
                  <a:cubicBezTo>
                    <a:pt x="1888" y="6147"/>
                    <a:pt x="1951" y="6131"/>
                    <a:pt x="2008" y="6098"/>
                  </a:cubicBezTo>
                  <a:lnTo>
                    <a:pt x="7163" y="3123"/>
                  </a:lnTo>
                  <a:cubicBezTo>
                    <a:pt x="7336" y="3023"/>
                    <a:pt x="7396" y="2801"/>
                    <a:pt x="7295" y="2627"/>
                  </a:cubicBezTo>
                  <a:lnTo>
                    <a:pt x="5883" y="181"/>
                  </a:lnTo>
                  <a:cubicBezTo>
                    <a:pt x="5816" y="65"/>
                    <a:pt x="5695" y="0"/>
                    <a:pt x="5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1"/>
            <p:cNvSpPr/>
            <p:nvPr/>
          </p:nvSpPr>
          <p:spPr>
            <a:xfrm>
              <a:off x="3196614" y="3161104"/>
              <a:ext cx="87620" cy="123481"/>
            </a:xfrm>
            <a:custGeom>
              <a:rect b="b" l="l" r="r" t="t"/>
              <a:pathLst>
                <a:path extrusionOk="0" h="4435" w="3147">
                  <a:moveTo>
                    <a:pt x="680" y="0"/>
                  </a:moveTo>
                  <a:cubicBezTo>
                    <a:pt x="619" y="0"/>
                    <a:pt x="556" y="16"/>
                    <a:pt x="499" y="49"/>
                  </a:cubicBezTo>
                  <a:lnTo>
                    <a:pt x="233" y="202"/>
                  </a:lnTo>
                  <a:cubicBezTo>
                    <a:pt x="59" y="302"/>
                    <a:pt x="0" y="524"/>
                    <a:pt x="100" y="699"/>
                  </a:cubicBezTo>
                  <a:lnTo>
                    <a:pt x="2152" y="4253"/>
                  </a:lnTo>
                  <a:cubicBezTo>
                    <a:pt x="2220" y="4369"/>
                    <a:pt x="2341" y="4434"/>
                    <a:pt x="2467" y="4434"/>
                  </a:cubicBezTo>
                  <a:cubicBezTo>
                    <a:pt x="2528" y="4434"/>
                    <a:pt x="2591" y="4419"/>
                    <a:pt x="2648" y="4386"/>
                  </a:cubicBezTo>
                  <a:lnTo>
                    <a:pt x="2914" y="4231"/>
                  </a:lnTo>
                  <a:cubicBezTo>
                    <a:pt x="3088" y="4131"/>
                    <a:pt x="3147" y="3909"/>
                    <a:pt x="3047" y="3736"/>
                  </a:cubicBezTo>
                  <a:lnTo>
                    <a:pt x="995" y="182"/>
                  </a:lnTo>
                  <a:cubicBezTo>
                    <a:pt x="927" y="65"/>
                    <a:pt x="806"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1"/>
            <p:cNvSpPr/>
            <p:nvPr/>
          </p:nvSpPr>
          <p:spPr>
            <a:xfrm>
              <a:off x="3242416" y="3240651"/>
              <a:ext cx="41819" cy="43935"/>
            </a:xfrm>
            <a:custGeom>
              <a:rect b="b" l="l" r="r" t="t"/>
              <a:pathLst>
                <a:path extrusionOk="0" h="1578" w="1502">
                  <a:moveTo>
                    <a:pt x="894" y="0"/>
                  </a:moveTo>
                  <a:lnTo>
                    <a:pt x="896" y="4"/>
                  </a:lnTo>
                  <a:lnTo>
                    <a:pt x="896" y="4"/>
                  </a:lnTo>
                  <a:cubicBezTo>
                    <a:pt x="896" y="3"/>
                    <a:pt x="895" y="1"/>
                    <a:pt x="894" y="0"/>
                  </a:cubicBezTo>
                  <a:close/>
                  <a:moveTo>
                    <a:pt x="896" y="4"/>
                  </a:moveTo>
                  <a:lnTo>
                    <a:pt x="896" y="4"/>
                  </a:lnTo>
                  <a:cubicBezTo>
                    <a:pt x="995" y="176"/>
                    <a:pt x="935" y="396"/>
                    <a:pt x="763" y="496"/>
                  </a:cubicBezTo>
                  <a:lnTo>
                    <a:pt x="496" y="649"/>
                  </a:lnTo>
                  <a:cubicBezTo>
                    <a:pt x="438" y="683"/>
                    <a:pt x="376" y="699"/>
                    <a:pt x="314" y="699"/>
                  </a:cubicBezTo>
                  <a:cubicBezTo>
                    <a:pt x="189" y="699"/>
                    <a:pt x="67" y="634"/>
                    <a:pt x="0" y="518"/>
                  </a:cubicBezTo>
                  <a:lnTo>
                    <a:pt x="0" y="518"/>
                  </a:lnTo>
                  <a:lnTo>
                    <a:pt x="507" y="1396"/>
                  </a:lnTo>
                  <a:cubicBezTo>
                    <a:pt x="575" y="1512"/>
                    <a:pt x="696" y="1577"/>
                    <a:pt x="822" y="1577"/>
                  </a:cubicBezTo>
                  <a:cubicBezTo>
                    <a:pt x="883" y="1577"/>
                    <a:pt x="946" y="1562"/>
                    <a:pt x="1003" y="1529"/>
                  </a:cubicBezTo>
                  <a:lnTo>
                    <a:pt x="1269" y="1374"/>
                  </a:lnTo>
                  <a:cubicBezTo>
                    <a:pt x="1443" y="1274"/>
                    <a:pt x="1502" y="1052"/>
                    <a:pt x="1402" y="879"/>
                  </a:cubicBezTo>
                  <a:lnTo>
                    <a:pt x="896" y="4"/>
                  </a:lnTo>
                  <a:close/>
                </a:path>
              </a:pathLst>
            </a:custGeom>
            <a:solidFill>
              <a:srgbClr val="7B6F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1"/>
            <p:cNvSpPr/>
            <p:nvPr/>
          </p:nvSpPr>
          <p:spPr>
            <a:xfrm>
              <a:off x="3104983" y="3275956"/>
              <a:ext cx="80688" cy="52093"/>
            </a:xfrm>
            <a:custGeom>
              <a:rect b="b" l="l" r="r" t="t"/>
              <a:pathLst>
                <a:path extrusionOk="0" h="1871" w="2898">
                  <a:moveTo>
                    <a:pt x="2565" y="1"/>
                  </a:moveTo>
                  <a:cubicBezTo>
                    <a:pt x="2516" y="1"/>
                    <a:pt x="2466" y="13"/>
                    <a:pt x="2420" y="40"/>
                  </a:cubicBezTo>
                  <a:lnTo>
                    <a:pt x="187" y="1329"/>
                  </a:lnTo>
                  <a:cubicBezTo>
                    <a:pt x="48" y="1410"/>
                    <a:pt x="1" y="1588"/>
                    <a:pt x="81" y="1725"/>
                  </a:cubicBezTo>
                  <a:cubicBezTo>
                    <a:pt x="135" y="1819"/>
                    <a:pt x="232" y="1871"/>
                    <a:pt x="332" y="1871"/>
                  </a:cubicBezTo>
                  <a:cubicBezTo>
                    <a:pt x="381" y="1871"/>
                    <a:pt x="431" y="1858"/>
                    <a:pt x="477" y="1832"/>
                  </a:cubicBezTo>
                  <a:lnTo>
                    <a:pt x="2711" y="542"/>
                  </a:lnTo>
                  <a:cubicBezTo>
                    <a:pt x="2850" y="462"/>
                    <a:pt x="2897" y="285"/>
                    <a:pt x="2817" y="146"/>
                  </a:cubicBezTo>
                  <a:cubicBezTo>
                    <a:pt x="2763" y="53"/>
                    <a:pt x="2666" y="1"/>
                    <a:pt x="2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1"/>
            <p:cNvSpPr/>
            <p:nvPr/>
          </p:nvSpPr>
          <p:spPr>
            <a:xfrm>
              <a:off x="3209895" y="3228094"/>
              <a:ext cx="92298" cy="92354"/>
            </a:xfrm>
            <a:custGeom>
              <a:rect b="b" l="l" r="r" t="t"/>
              <a:pathLst>
                <a:path extrusionOk="0" h="3317" w="3315">
                  <a:moveTo>
                    <a:pt x="1658" y="0"/>
                  </a:moveTo>
                  <a:cubicBezTo>
                    <a:pt x="743" y="0"/>
                    <a:pt x="0" y="743"/>
                    <a:pt x="0" y="1659"/>
                  </a:cubicBezTo>
                  <a:cubicBezTo>
                    <a:pt x="0" y="2574"/>
                    <a:pt x="743" y="3316"/>
                    <a:pt x="1658" y="3316"/>
                  </a:cubicBezTo>
                  <a:cubicBezTo>
                    <a:pt x="2573" y="3316"/>
                    <a:pt x="3315" y="2574"/>
                    <a:pt x="3315" y="1659"/>
                  </a:cubicBezTo>
                  <a:cubicBezTo>
                    <a:pt x="3315" y="743"/>
                    <a:pt x="2573" y="0"/>
                    <a:pt x="1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1"/>
            <p:cNvSpPr/>
            <p:nvPr/>
          </p:nvSpPr>
          <p:spPr>
            <a:xfrm>
              <a:off x="3236095" y="3254294"/>
              <a:ext cx="39898" cy="39926"/>
            </a:xfrm>
            <a:custGeom>
              <a:rect b="b" l="l" r="r" t="t"/>
              <a:pathLst>
                <a:path extrusionOk="0" h="1434" w="1433">
                  <a:moveTo>
                    <a:pt x="717" y="1"/>
                  </a:moveTo>
                  <a:cubicBezTo>
                    <a:pt x="321" y="1"/>
                    <a:pt x="1" y="321"/>
                    <a:pt x="1" y="718"/>
                  </a:cubicBezTo>
                  <a:cubicBezTo>
                    <a:pt x="1" y="1113"/>
                    <a:pt x="321" y="1434"/>
                    <a:pt x="717" y="1434"/>
                  </a:cubicBezTo>
                  <a:cubicBezTo>
                    <a:pt x="1113" y="1434"/>
                    <a:pt x="1432" y="1113"/>
                    <a:pt x="1432" y="718"/>
                  </a:cubicBezTo>
                  <a:cubicBezTo>
                    <a:pt x="1432" y="321"/>
                    <a:pt x="1113" y="1"/>
                    <a:pt x="7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1"/>
            <p:cNvSpPr/>
            <p:nvPr/>
          </p:nvSpPr>
          <p:spPr>
            <a:xfrm>
              <a:off x="3275605" y="3278128"/>
              <a:ext cx="56" cy="28"/>
            </a:xfrm>
            <a:custGeom>
              <a:rect b="b" l="l" r="r" t="t"/>
              <a:pathLst>
                <a:path extrusionOk="0" h="1" w="2">
                  <a:moveTo>
                    <a:pt x="0" y="1"/>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1"/>
            <p:cNvSpPr/>
            <p:nvPr/>
          </p:nvSpPr>
          <p:spPr>
            <a:xfrm>
              <a:off x="3128733" y="3540130"/>
              <a:ext cx="88094" cy="84669"/>
            </a:xfrm>
            <a:custGeom>
              <a:rect b="b" l="l" r="r" t="t"/>
              <a:pathLst>
                <a:path extrusionOk="0" h="3041" w="3164">
                  <a:moveTo>
                    <a:pt x="1689" y="0"/>
                  </a:moveTo>
                  <a:cubicBezTo>
                    <a:pt x="1539" y="0"/>
                    <a:pt x="1404" y="87"/>
                    <a:pt x="1339" y="221"/>
                  </a:cubicBezTo>
                  <a:lnTo>
                    <a:pt x="0" y="3041"/>
                  </a:lnTo>
                  <a:lnTo>
                    <a:pt x="3164" y="3041"/>
                  </a:lnTo>
                  <a:lnTo>
                    <a:pt x="3164" y="388"/>
                  </a:lnTo>
                  <a:cubicBezTo>
                    <a:pt x="3164" y="174"/>
                    <a:pt x="2991" y="0"/>
                    <a:pt x="2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1"/>
            <p:cNvSpPr/>
            <p:nvPr/>
          </p:nvSpPr>
          <p:spPr>
            <a:xfrm>
              <a:off x="2983254" y="3616837"/>
              <a:ext cx="283464" cy="44548"/>
            </a:xfrm>
            <a:custGeom>
              <a:rect b="b" l="l" r="r" t="t"/>
              <a:pathLst>
                <a:path extrusionOk="0" h="1600" w="10181">
                  <a:moveTo>
                    <a:pt x="653" y="1"/>
                  </a:moveTo>
                  <a:cubicBezTo>
                    <a:pt x="293" y="1"/>
                    <a:pt x="0" y="292"/>
                    <a:pt x="0" y="653"/>
                  </a:cubicBezTo>
                  <a:lnTo>
                    <a:pt x="0" y="1600"/>
                  </a:lnTo>
                  <a:lnTo>
                    <a:pt x="10180" y="1600"/>
                  </a:lnTo>
                  <a:lnTo>
                    <a:pt x="10180" y="653"/>
                  </a:lnTo>
                  <a:cubicBezTo>
                    <a:pt x="10180" y="292"/>
                    <a:pt x="9888" y="1"/>
                    <a:pt x="95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1"/>
            <p:cNvSpPr/>
            <p:nvPr/>
          </p:nvSpPr>
          <p:spPr>
            <a:xfrm>
              <a:off x="2956274" y="3652365"/>
              <a:ext cx="337395" cy="36474"/>
            </a:xfrm>
            <a:custGeom>
              <a:rect b="b" l="l" r="r" t="t"/>
              <a:pathLst>
                <a:path extrusionOk="0" h="1310" w="12118">
                  <a:moveTo>
                    <a:pt x="436" y="0"/>
                  </a:moveTo>
                  <a:cubicBezTo>
                    <a:pt x="196" y="0"/>
                    <a:pt x="1" y="195"/>
                    <a:pt x="1" y="436"/>
                  </a:cubicBezTo>
                  <a:lnTo>
                    <a:pt x="1" y="875"/>
                  </a:lnTo>
                  <a:cubicBezTo>
                    <a:pt x="1" y="1115"/>
                    <a:pt x="196" y="1309"/>
                    <a:pt x="436" y="1309"/>
                  </a:cubicBezTo>
                  <a:lnTo>
                    <a:pt x="11682" y="1309"/>
                  </a:lnTo>
                  <a:cubicBezTo>
                    <a:pt x="11923" y="1309"/>
                    <a:pt x="12118" y="1115"/>
                    <a:pt x="12118" y="875"/>
                  </a:cubicBezTo>
                  <a:lnTo>
                    <a:pt x="12118" y="436"/>
                  </a:lnTo>
                  <a:cubicBezTo>
                    <a:pt x="12118" y="195"/>
                    <a:pt x="11923" y="0"/>
                    <a:pt x="1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1"/>
            <p:cNvSpPr/>
            <p:nvPr/>
          </p:nvSpPr>
          <p:spPr>
            <a:xfrm>
              <a:off x="3182414" y="3560483"/>
              <a:ext cx="16232" cy="16288"/>
            </a:xfrm>
            <a:custGeom>
              <a:rect b="b" l="l" r="r" t="t"/>
              <a:pathLst>
                <a:path extrusionOk="0" h="585" w="583">
                  <a:moveTo>
                    <a:pt x="292" y="0"/>
                  </a:moveTo>
                  <a:cubicBezTo>
                    <a:pt x="132" y="0"/>
                    <a:pt x="3" y="129"/>
                    <a:pt x="2" y="289"/>
                  </a:cubicBezTo>
                  <a:lnTo>
                    <a:pt x="2" y="293"/>
                  </a:lnTo>
                  <a:cubicBezTo>
                    <a:pt x="0" y="452"/>
                    <a:pt x="130" y="583"/>
                    <a:pt x="291" y="584"/>
                  </a:cubicBezTo>
                  <a:lnTo>
                    <a:pt x="292" y="584"/>
                  </a:lnTo>
                  <a:cubicBezTo>
                    <a:pt x="452" y="584"/>
                    <a:pt x="581" y="455"/>
                    <a:pt x="582" y="295"/>
                  </a:cubicBezTo>
                  <a:lnTo>
                    <a:pt x="582" y="291"/>
                  </a:lnTo>
                  <a:cubicBezTo>
                    <a:pt x="582" y="131"/>
                    <a:pt x="453" y="0"/>
                    <a:pt x="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61"/>
          <p:cNvGrpSpPr/>
          <p:nvPr/>
        </p:nvGrpSpPr>
        <p:grpSpPr>
          <a:xfrm>
            <a:off x="6718703" y="1598681"/>
            <a:ext cx="894593" cy="890557"/>
            <a:chOff x="4276113" y="3930739"/>
            <a:chExt cx="535300" cy="532885"/>
          </a:xfrm>
        </p:grpSpPr>
        <p:sp>
          <p:nvSpPr>
            <p:cNvPr id="3278" name="Google Shape;3278;p61"/>
            <p:cNvSpPr/>
            <p:nvPr/>
          </p:nvSpPr>
          <p:spPr>
            <a:xfrm>
              <a:off x="4303009" y="3968689"/>
              <a:ext cx="481508" cy="346389"/>
            </a:xfrm>
            <a:custGeom>
              <a:rect b="b" l="l" r="r" t="t"/>
              <a:pathLst>
                <a:path extrusionOk="0" h="12441" w="17294">
                  <a:moveTo>
                    <a:pt x="0" y="0"/>
                  </a:moveTo>
                  <a:lnTo>
                    <a:pt x="0" y="12441"/>
                  </a:lnTo>
                  <a:lnTo>
                    <a:pt x="17294" y="12441"/>
                  </a:lnTo>
                  <a:lnTo>
                    <a:pt x="172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1"/>
            <p:cNvSpPr/>
            <p:nvPr/>
          </p:nvSpPr>
          <p:spPr>
            <a:xfrm>
              <a:off x="4276113" y="3930739"/>
              <a:ext cx="535300" cy="49894"/>
            </a:xfrm>
            <a:custGeom>
              <a:rect b="b" l="l" r="r" t="t"/>
              <a:pathLst>
                <a:path extrusionOk="0" h="1792" w="19226">
                  <a:moveTo>
                    <a:pt x="396" y="1"/>
                  </a:moveTo>
                  <a:cubicBezTo>
                    <a:pt x="177" y="1"/>
                    <a:pt x="0" y="178"/>
                    <a:pt x="0" y="396"/>
                  </a:cubicBezTo>
                  <a:lnTo>
                    <a:pt x="0" y="1397"/>
                  </a:lnTo>
                  <a:cubicBezTo>
                    <a:pt x="0" y="1616"/>
                    <a:pt x="177" y="1791"/>
                    <a:pt x="396" y="1791"/>
                  </a:cubicBezTo>
                  <a:lnTo>
                    <a:pt x="18831" y="1791"/>
                  </a:lnTo>
                  <a:cubicBezTo>
                    <a:pt x="19049" y="1791"/>
                    <a:pt x="19226" y="1616"/>
                    <a:pt x="19226" y="1397"/>
                  </a:cubicBezTo>
                  <a:lnTo>
                    <a:pt x="19226" y="396"/>
                  </a:lnTo>
                  <a:cubicBezTo>
                    <a:pt x="19226" y="178"/>
                    <a:pt x="19049" y="1"/>
                    <a:pt x="188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1"/>
            <p:cNvSpPr/>
            <p:nvPr/>
          </p:nvSpPr>
          <p:spPr>
            <a:xfrm>
              <a:off x="4535693" y="4344875"/>
              <a:ext cx="16149" cy="58163"/>
            </a:xfrm>
            <a:custGeom>
              <a:rect b="b" l="l" r="r" t="t"/>
              <a:pathLst>
                <a:path extrusionOk="0" h="2089" w="580">
                  <a:moveTo>
                    <a:pt x="290" y="0"/>
                  </a:moveTo>
                  <a:cubicBezTo>
                    <a:pt x="130" y="0"/>
                    <a:pt x="0" y="131"/>
                    <a:pt x="0" y="291"/>
                  </a:cubicBezTo>
                  <a:lnTo>
                    <a:pt x="0" y="1798"/>
                  </a:lnTo>
                  <a:cubicBezTo>
                    <a:pt x="0" y="1958"/>
                    <a:pt x="130" y="2089"/>
                    <a:pt x="290" y="2089"/>
                  </a:cubicBezTo>
                  <a:cubicBezTo>
                    <a:pt x="451" y="2089"/>
                    <a:pt x="580" y="1958"/>
                    <a:pt x="580" y="1798"/>
                  </a:cubicBezTo>
                  <a:lnTo>
                    <a:pt x="580" y="291"/>
                  </a:lnTo>
                  <a:cubicBezTo>
                    <a:pt x="580" y="131"/>
                    <a:pt x="451" y="0"/>
                    <a:pt x="2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1"/>
            <p:cNvSpPr/>
            <p:nvPr/>
          </p:nvSpPr>
          <p:spPr>
            <a:xfrm>
              <a:off x="4276113" y="4303110"/>
              <a:ext cx="535300" cy="49866"/>
            </a:xfrm>
            <a:custGeom>
              <a:rect b="b" l="l" r="r" t="t"/>
              <a:pathLst>
                <a:path extrusionOk="0" h="1791" w="19226">
                  <a:moveTo>
                    <a:pt x="396" y="0"/>
                  </a:moveTo>
                  <a:cubicBezTo>
                    <a:pt x="177" y="0"/>
                    <a:pt x="0" y="177"/>
                    <a:pt x="0" y="395"/>
                  </a:cubicBezTo>
                  <a:lnTo>
                    <a:pt x="0" y="1397"/>
                  </a:lnTo>
                  <a:cubicBezTo>
                    <a:pt x="0" y="1614"/>
                    <a:pt x="177" y="1791"/>
                    <a:pt x="396" y="1791"/>
                  </a:cubicBezTo>
                  <a:lnTo>
                    <a:pt x="18831" y="1791"/>
                  </a:lnTo>
                  <a:cubicBezTo>
                    <a:pt x="19049" y="1791"/>
                    <a:pt x="19226" y="1614"/>
                    <a:pt x="19226" y="1397"/>
                  </a:cubicBezTo>
                  <a:lnTo>
                    <a:pt x="19226" y="395"/>
                  </a:lnTo>
                  <a:cubicBezTo>
                    <a:pt x="19226" y="177"/>
                    <a:pt x="19049" y="0"/>
                    <a:pt x="18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1"/>
            <p:cNvSpPr/>
            <p:nvPr/>
          </p:nvSpPr>
          <p:spPr>
            <a:xfrm>
              <a:off x="4506152" y="4388365"/>
              <a:ext cx="75230" cy="75258"/>
            </a:xfrm>
            <a:custGeom>
              <a:rect b="b" l="l" r="r" t="t"/>
              <a:pathLst>
                <a:path extrusionOk="0" h="2703" w="2702">
                  <a:moveTo>
                    <a:pt x="1351" y="580"/>
                  </a:moveTo>
                  <a:cubicBezTo>
                    <a:pt x="1776" y="580"/>
                    <a:pt x="2123" y="927"/>
                    <a:pt x="2123" y="1351"/>
                  </a:cubicBezTo>
                  <a:cubicBezTo>
                    <a:pt x="2123" y="1777"/>
                    <a:pt x="1776" y="2123"/>
                    <a:pt x="1351" y="2123"/>
                  </a:cubicBezTo>
                  <a:cubicBezTo>
                    <a:pt x="926" y="2123"/>
                    <a:pt x="580" y="1777"/>
                    <a:pt x="580" y="1351"/>
                  </a:cubicBezTo>
                  <a:cubicBezTo>
                    <a:pt x="580" y="927"/>
                    <a:pt x="926" y="580"/>
                    <a:pt x="1351" y="580"/>
                  </a:cubicBezTo>
                  <a:close/>
                  <a:moveTo>
                    <a:pt x="1351" y="1"/>
                  </a:moveTo>
                  <a:cubicBezTo>
                    <a:pt x="607" y="1"/>
                    <a:pt x="0" y="607"/>
                    <a:pt x="0" y="1351"/>
                  </a:cubicBezTo>
                  <a:cubicBezTo>
                    <a:pt x="0" y="2096"/>
                    <a:pt x="607" y="2702"/>
                    <a:pt x="1351" y="2702"/>
                  </a:cubicBezTo>
                  <a:cubicBezTo>
                    <a:pt x="2096" y="2702"/>
                    <a:pt x="2702" y="2096"/>
                    <a:pt x="2702" y="1351"/>
                  </a:cubicBezTo>
                  <a:cubicBezTo>
                    <a:pt x="2702" y="607"/>
                    <a:pt x="2096" y="1"/>
                    <a:pt x="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1"/>
            <p:cNvSpPr/>
            <p:nvPr/>
          </p:nvSpPr>
          <p:spPr>
            <a:xfrm>
              <a:off x="4346862" y="4028523"/>
              <a:ext cx="158285" cy="163658"/>
            </a:xfrm>
            <a:custGeom>
              <a:rect b="b" l="l" r="r" t="t"/>
              <a:pathLst>
                <a:path extrusionOk="0" h="5878" w="5685">
                  <a:moveTo>
                    <a:pt x="2843" y="2248"/>
                  </a:moveTo>
                  <a:lnTo>
                    <a:pt x="3550" y="3791"/>
                  </a:lnTo>
                  <a:lnTo>
                    <a:pt x="2134" y="3791"/>
                  </a:lnTo>
                  <a:lnTo>
                    <a:pt x="2843" y="2248"/>
                  </a:lnTo>
                  <a:close/>
                  <a:moveTo>
                    <a:pt x="2843" y="0"/>
                  </a:moveTo>
                  <a:cubicBezTo>
                    <a:pt x="2584" y="0"/>
                    <a:pt x="2349" y="152"/>
                    <a:pt x="2242" y="387"/>
                  </a:cubicBezTo>
                  <a:lnTo>
                    <a:pt x="152" y="4940"/>
                  </a:lnTo>
                  <a:cubicBezTo>
                    <a:pt x="0" y="5272"/>
                    <a:pt x="146" y="5664"/>
                    <a:pt x="478" y="5817"/>
                  </a:cubicBezTo>
                  <a:cubicBezTo>
                    <a:pt x="567" y="5858"/>
                    <a:pt x="661" y="5878"/>
                    <a:pt x="754" y="5878"/>
                  </a:cubicBezTo>
                  <a:cubicBezTo>
                    <a:pt x="1004" y="5878"/>
                    <a:pt x="1244" y="5734"/>
                    <a:pt x="1355" y="5491"/>
                  </a:cubicBezTo>
                  <a:lnTo>
                    <a:pt x="1528" y="5114"/>
                  </a:lnTo>
                  <a:lnTo>
                    <a:pt x="4157" y="5114"/>
                  </a:lnTo>
                  <a:lnTo>
                    <a:pt x="4330" y="5491"/>
                  </a:lnTo>
                  <a:cubicBezTo>
                    <a:pt x="4441" y="5734"/>
                    <a:pt x="4681" y="5877"/>
                    <a:pt x="4932" y="5877"/>
                  </a:cubicBezTo>
                  <a:cubicBezTo>
                    <a:pt x="5024" y="5877"/>
                    <a:pt x="5118" y="5858"/>
                    <a:pt x="5207" y="5817"/>
                  </a:cubicBezTo>
                  <a:cubicBezTo>
                    <a:pt x="5538" y="5664"/>
                    <a:pt x="5685" y="5272"/>
                    <a:pt x="5532" y="4940"/>
                  </a:cubicBezTo>
                  <a:lnTo>
                    <a:pt x="3443" y="387"/>
                  </a:lnTo>
                  <a:cubicBezTo>
                    <a:pt x="3336" y="152"/>
                    <a:pt x="310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1"/>
            <p:cNvSpPr/>
            <p:nvPr/>
          </p:nvSpPr>
          <p:spPr>
            <a:xfrm>
              <a:off x="4583583" y="4028523"/>
              <a:ext cx="155918" cy="163630"/>
            </a:xfrm>
            <a:custGeom>
              <a:rect b="b" l="l" r="r" t="t"/>
              <a:pathLst>
                <a:path extrusionOk="0" h="5877" w="5600">
                  <a:moveTo>
                    <a:pt x="711" y="0"/>
                  </a:moveTo>
                  <a:cubicBezTo>
                    <a:pt x="347" y="0"/>
                    <a:pt x="50" y="297"/>
                    <a:pt x="50" y="663"/>
                  </a:cubicBezTo>
                  <a:cubicBezTo>
                    <a:pt x="50" y="1027"/>
                    <a:pt x="347" y="1324"/>
                    <a:pt x="711" y="1324"/>
                  </a:cubicBezTo>
                  <a:lnTo>
                    <a:pt x="3385" y="1324"/>
                  </a:lnTo>
                  <a:lnTo>
                    <a:pt x="223" y="4769"/>
                  </a:lnTo>
                  <a:cubicBezTo>
                    <a:pt x="47" y="4962"/>
                    <a:pt x="0" y="5242"/>
                    <a:pt x="106" y="5483"/>
                  </a:cubicBezTo>
                  <a:cubicBezTo>
                    <a:pt x="211" y="5722"/>
                    <a:pt x="449" y="5877"/>
                    <a:pt x="711" y="5877"/>
                  </a:cubicBezTo>
                  <a:lnTo>
                    <a:pt x="4889" y="5877"/>
                  </a:lnTo>
                  <a:cubicBezTo>
                    <a:pt x="5253" y="5877"/>
                    <a:pt x="5550" y="5581"/>
                    <a:pt x="5550" y="5216"/>
                  </a:cubicBezTo>
                  <a:cubicBezTo>
                    <a:pt x="5550" y="4851"/>
                    <a:pt x="5253" y="4554"/>
                    <a:pt x="4889" y="4554"/>
                  </a:cubicBezTo>
                  <a:lnTo>
                    <a:pt x="2215" y="4554"/>
                  </a:lnTo>
                  <a:lnTo>
                    <a:pt x="5375" y="1109"/>
                  </a:lnTo>
                  <a:cubicBezTo>
                    <a:pt x="5553" y="916"/>
                    <a:pt x="5600" y="636"/>
                    <a:pt x="5493" y="395"/>
                  </a:cubicBezTo>
                  <a:cubicBezTo>
                    <a:pt x="5389" y="156"/>
                    <a:pt x="5151" y="0"/>
                    <a:pt x="48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1"/>
            <p:cNvSpPr/>
            <p:nvPr/>
          </p:nvSpPr>
          <p:spPr>
            <a:xfrm>
              <a:off x="4504425" y="4083012"/>
              <a:ext cx="39202" cy="47583"/>
            </a:xfrm>
            <a:custGeom>
              <a:rect b="b" l="l" r="r" t="t"/>
              <a:pathLst>
                <a:path extrusionOk="0" h="1709" w="1408">
                  <a:moveTo>
                    <a:pt x="289" y="1"/>
                  </a:moveTo>
                  <a:cubicBezTo>
                    <a:pt x="129" y="1"/>
                    <a:pt x="0" y="131"/>
                    <a:pt x="0" y="291"/>
                  </a:cubicBezTo>
                  <a:cubicBezTo>
                    <a:pt x="0" y="451"/>
                    <a:pt x="129" y="581"/>
                    <a:pt x="289" y="581"/>
                  </a:cubicBezTo>
                  <a:lnTo>
                    <a:pt x="414" y="581"/>
                  </a:lnTo>
                  <a:lnTo>
                    <a:pt x="414" y="1418"/>
                  </a:lnTo>
                  <a:cubicBezTo>
                    <a:pt x="414" y="1578"/>
                    <a:pt x="544" y="1708"/>
                    <a:pt x="704" y="1708"/>
                  </a:cubicBezTo>
                  <a:cubicBezTo>
                    <a:pt x="864" y="1708"/>
                    <a:pt x="994" y="1578"/>
                    <a:pt x="994" y="1418"/>
                  </a:cubicBezTo>
                  <a:lnTo>
                    <a:pt x="994" y="581"/>
                  </a:lnTo>
                  <a:lnTo>
                    <a:pt x="1119" y="581"/>
                  </a:lnTo>
                  <a:cubicBezTo>
                    <a:pt x="1278" y="581"/>
                    <a:pt x="1408" y="452"/>
                    <a:pt x="1408" y="291"/>
                  </a:cubicBezTo>
                  <a:cubicBezTo>
                    <a:pt x="1408" y="131"/>
                    <a:pt x="1278" y="1"/>
                    <a:pt x="11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1"/>
            <p:cNvSpPr/>
            <p:nvPr/>
          </p:nvSpPr>
          <p:spPr>
            <a:xfrm>
              <a:off x="4548195" y="4083012"/>
              <a:ext cx="39230" cy="47583"/>
            </a:xfrm>
            <a:custGeom>
              <a:rect b="b" l="l" r="r" t="t"/>
              <a:pathLst>
                <a:path extrusionOk="0" h="1709" w="1409">
                  <a:moveTo>
                    <a:pt x="705" y="581"/>
                  </a:moveTo>
                  <a:cubicBezTo>
                    <a:pt x="774" y="581"/>
                    <a:pt x="830" y="637"/>
                    <a:pt x="830" y="706"/>
                  </a:cubicBezTo>
                  <a:lnTo>
                    <a:pt x="830" y="1003"/>
                  </a:lnTo>
                  <a:cubicBezTo>
                    <a:pt x="830" y="1072"/>
                    <a:pt x="774" y="1128"/>
                    <a:pt x="705" y="1128"/>
                  </a:cubicBezTo>
                  <a:cubicBezTo>
                    <a:pt x="637" y="1128"/>
                    <a:pt x="581" y="1072"/>
                    <a:pt x="581" y="1003"/>
                  </a:cubicBezTo>
                  <a:lnTo>
                    <a:pt x="581" y="706"/>
                  </a:lnTo>
                  <a:cubicBezTo>
                    <a:pt x="581" y="637"/>
                    <a:pt x="637" y="581"/>
                    <a:pt x="705" y="581"/>
                  </a:cubicBezTo>
                  <a:close/>
                  <a:moveTo>
                    <a:pt x="705" y="1"/>
                  </a:moveTo>
                  <a:cubicBezTo>
                    <a:pt x="316" y="1"/>
                    <a:pt x="0" y="317"/>
                    <a:pt x="0" y="706"/>
                  </a:cubicBezTo>
                  <a:lnTo>
                    <a:pt x="0" y="1003"/>
                  </a:lnTo>
                  <a:cubicBezTo>
                    <a:pt x="0" y="1392"/>
                    <a:pt x="316" y="1708"/>
                    <a:pt x="705" y="1708"/>
                  </a:cubicBezTo>
                  <a:cubicBezTo>
                    <a:pt x="1093" y="1708"/>
                    <a:pt x="1409" y="1392"/>
                    <a:pt x="1409" y="1003"/>
                  </a:cubicBezTo>
                  <a:lnTo>
                    <a:pt x="1409" y="706"/>
                  </a:lnTo>
                  <a:cubicBezTo>
                    <a:pt x="1409" y="317"/>
                    <a:pt x="1093" y="1"/>
                    <a:pt x="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1"/>
            <p:cNvSpPr/>
            <p:nvPr/>
          </p:nvSpPr>
          <p:spPr>
            <a:xfrm>
              <a:off x="4684625" y="4217354"/>
              <a:ext cx="61560" cy="16204"/>
            </a:xfrm>
            <a:custGeom>
              <a:rect b="b" l="l" r="r" t="t"/>
              <a:pathLst>
                <a:path extrusionOk="0" h="582" w="2211">
                  <a:moveTo>
                    <a:pt x="290" y="1"/>
                  </a:moveTo>
                  <a:cubicBezTo>
                    <a:pt x="130" y="1"/>
                    <a:pt x="1" y="131"/>
                    <a:pt x="1" y="291"/>
                  </a:cubicBezTo>
                  <a:cubicBezTo>
                    <a:pt x="1" y="451"/>
                    <a:pt x="130" y="581"/>
                    <a:pt x="290" y="581"/>
                  </a:cubicBezTo>
                  <a:lnTo>
                    <a:pt x="1921" y="581"/>
                  </a:lnTo>
                  <a:cubicBezTo>
                    <a:pt x="2082" y="581"/>
                    <a:pt x="2211" y="451"/>
                    <a:pt x="2211" y="291"/>
                  </a:cubicBezTo>
                  <a:cubicBezTo>
                    <a:pt x="2211" y="131"/>
                    <a:pt x="2082" y="1"/>
                    <a:pt x="1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1"/>
            <p:cNvSpPr/>
            <p:nvPr/>
          </p:nvSpPr>
          <p:spPr>
            <a:xfrm>
              <a:off x="4599565" y="4244584"/>
              <a:ext cx="146619" cy="16204"/>
            </a:xfrm>
            <a:custGeom>
              <a:rect b="b" l="l" r="r" t="t"/>
              <a:pathLst>
                <a:path extrusionOk="0" h="582" w="5266">
                  <a:moveTo>
                    <a:pt x="291" y="1"/>
                  </a:moveTo>
                  <a:cubicBezTo>
                    <a:pt x="131" y="1"/>
                    <a:pt x="1" y="131"/>
                    <a:pt x="1" y="291"/>
                  </a:cubicBezTo>
                  <a:cubicBezTo>
                    <a:pt x="1" y="451"/>
                    <a:pt x="131" y="581"/>
                    <a:pt x="291" y="581"/>
                  </a:cubicBezTo>
                  <a:lnTo>
                    <a:pt x="4976" y="581"/>
                  </a:lnTo>
                  <a:cubicBezTo>
                    <a:pt x="5137" y="581"/>
                    <a:pt x="5266" y="451"/>
                    <a:pt x="5266" y="291"/>
                  </a:cubicBezTo>
                  <a:cubicBezTo>
                    <a:pt x="5266" y="131"/>
                    <a:pt x="5137"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9" name="Google Shape;3289;p61"/>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0" name="Google Shape;3290;p61"/>
          <p:cNvGrpSpPr/>
          <p:nvPr/>
        </p:nvGrpSpPr>
        <p:grpSpPr>
          <a:xfrm rot="-447293">
            <a:off x="8142889" y="394025"/>
            <a:ext cx="878501" cy="1830261"/>
            <a:chOff x="503795" y="323625"/>
            <a:chExt cx="502785" cy="1047439"/>
          </a:xfrm>
        </p:grpSpPr>
        <p:sp>
          <p:nvSpPr>
            <p:cNvPr id="3291" name="Google Shape;3291;p61"/>
            <p:cNvSpPr/>
            <p:nvPr/>
          </p:nvSpPr>
          <p:spPr>
            <a:xfrm>
              <a:off x="674039" y="389120"/>
              <a:ext cx="173925" cy="283742"/>
            </a:xfrm>
            <a:custGeom>
              <a:rect b="b" l="l" r="r" t="t"/>
              <a:pathLst>
                <a:path extrusionOk="0" h="5320" w="3261">
                  <a:moveTo>
                    <a:pt x="610" y="1"/>
                  </a:moveTo>
                  <a:cubicBezTo>
                    <a:pt x="438" y="1"/>
                    <a:pt x="238" y="35"/>
                    <a:pt x="0" y="105"/>
                  </a:cubicBezTo>
                  <a:lnTo>
                    <a:pt x="220" y="665"/>
                  </a:lnTo>
                  <a:cubicBezTo>
                    <a:pt x="279" y="654"/>
                    <a:pt x="343" y="647"/>
                    <a:pt x="411" y="647"/>
                  </a:cubicBezTo>
                  <a:cubicBezTo>
                    <a:pt x="687" y="647"/>
                    <a:pt x="1017" y="768"/>
                    <a:pt x="1211" y="1262"/>
                  </a:cubicBezTo>
                  <a:lnTo>
                    <a:pt x="2513" y="4590"/>
                  </a:lnTo>
                  <a:cubicBezTo>
                    <a:pt x="2727" y="5136"/>
                    <a:pt x="2906" y="5320"/>
                    <a:pt x="3030" y="5320"/>
                  </a:cubicBezTo>
                  <a:cubicBezTo>
                    <a:pt x="3196" y="5320"/>
                    <a:pt x="3260" y="4986"/>
                    <a:pt x="3169" y="4753"/>
                  </a:cubicBezTo>
                  <a:lnTo>
                    <a:pt x="1774" y="1189"/>
                  </a:lnTo>
                  <a:cubicBezTo>
                    <a:pt x="1470" y="411"/>
                    <a:pt x="1207"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1"/>
            <p:cNvSpPr/>
            <p:nvPr/>
          </p:nvSpPr>
          <p:spPr>
            <a:xfrm>
              <a:off x="515529" y="323625"/>
              <a:ext cx="92803" cy="61655"/>
            </a:xfrm>
            <a:custGeom>
              <a:rect b="b" l="l" r="r" t="t"/>
              <a:pathLst>
                <a:path extrusionOk="0" h="1156" w="1740">
                  <a:moveTo>
                    <a:pt x="1159" y="1"/>
                  </a:moveTo>
                  <a:cubicBezTo>
                    <a:pt x="996" y="1"/>
                    <a:pt x="799" y="65"/>
                    <a:pt x="550" y="188"/>
                  </a:cubicBezTo>
                  <a:cubicBezTo>
                    <a:pt x="1" y="459"/>
                    <a:pt x="48" y="741"/>
                    <a:pt x="206" y="1156"/>
                  </a:cubicBezTo>
                  <a:cubicBezTo>
                    <a:pt x="396" y="993"/>
                    <a:pt x="686" y="835"/>
                    <a:pt x="1112" y="663"/>
                  </a:cubicBezTo>
                  <a:cubicBezTo>
                    <a:pt x="1330" y="574"/>
                    <a:pt x="1541" y="516"/>
                    <a:pt x="1739" y="498"/>
                  </a:cubicBezTo>
                  <a:cubicBezTo>
                    <a:pt x="1586" y="158"/>
                    <a:pt x="1414" y="1"/>
                    <a:pt x="1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1"/>
            <p:cNvSpPr/>
            <p:nvPr/>
          </p:nvSpPr>
          <p:spPr>
            <a:xfrm>
              <a:off x="907004" y="1293995"/>
              <a:ext cx="99576" cy="77069"/>
            </a:xfrm>
            <a:custGeom>
              <a:rect b="b" l="l" r="r" t="t"/>
              <a:pathLst>
                <a:path extrusionOk="0" h="1445" w="1867">
                  <a:moveTo>
                    <a:pt x="1560" y="0"/>
                  </a:moveTo>
                  <a:cubicBezTo>
                    <a:pt x="1461" y="264"/>
                    <a:pt x="1218" y="465"/>
                    <a:pt x="779" y="636"/>
                  </a:cubicBezTo>
                  <a:cubicBezTo>
                    <a:pt x="582" y="713"/>
                    <a:pt x="415" y="754"/>
                    <a:pt x="269" y="754"/>
                  </a:cubicBezTo>
                  <a:cubicBezTo>
                    <a:pt x="172" y="754"/>
                    <a:pt x="83" y="736"/>
                    <a:pt x="1" y="698"/>
                  </a:cubicBezTo>
                  <a:lnTo>
                    <a:pt x="1" y="698"/>
                  </a:lnTo>
                  <a:cubicBezTo>
                    <a:pt x="24" y="764"/>
                    <a:pt x="63" y="847"/>
                    <a:pt x="128" y="948"/>
                  </a:cubicBezTo>
                  <a:cubicBezTo>
                    <a:pt x="281" y="1288"/>
                    <a:pt x="453" y="1445"/>
                    <a:pt x="708" y="1445"/>
                  </a:cubicBezTo>
                  <a:cubicBezTo>
                    <a:pt x="871" y="1445"/>
                    <a:pt x="1069" y="1380"/>
                    <a:pt x="1317" y="1258"/>
                  </a:cubicBezTo>
                  <a:cubicBezTo>
                    <a:pt x="1867" y="987"/>
                    <a:pt x="1819" y="704"/>
                    <a:pt x="1661" y="289"/>
                  </a:cubicBezTo>
                  <a:cubicBezTo>
                    <a:pt x="1647" y="224"/>
                    <a:pt x="1606" y="112"/>
                    <a:pt x="1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1"/>
            <p:cNvSpPr/>
            <p:nvPr/>
          </p:nvSpPr>
          <p:spPr>
            <a:xfrm>
              <a:off x="507422" y="350452"/>
              <a:ext cx="283689" cy="403639"/>
            </a:xfrm>
            <a:custGeom>
              <a:rect b="b" l="l" r="r" t="t"/>
              <a:pathLst>
                <a:path extrusionOk="0" h="7568" w="5319">
                  <a:moveTo>
                    <a:pt x="2026" y="1"/>
                  </a:moveTo>
                  <a:cubicBezTo>
                    <a:pt x="1433" y="1"/>
                    <a:pt x="762" y="340"/>
                    <a:pt x="358" y="653"/>
                  </a:cubicBezTo>
                  <a:cubicBezTo>
                    <a:pt x="16" y="945"/>
                    <a:pt x="0" y="1255"/>
                    <a:pt x="117" y="1700"/>
                  </a:cubicBezTo>
                  <a:cubicBezTo>
                    <a:pt x="138" y="1788"/>
                    <a:pt x="167" y="1882"/>
                    <a:pt x="200" y="1983"/>
                  </a:cubicBezTo>
                  <a:cubicBezTo>
                    <a:pt x="211" y="2017"/>
                    <a:pt x="222" y="2052"/>
                    <a:pt x="234" y="2090"/>
                  </a:cubicBezTo>
                  <a:cubicBezTo>
                    <a:pt x="353" y="2359"/>
                    <a:pt x="488" y="2715"/>
                    <a:pt x="635" y="3116"/>
                  </a:cubicBezTo>
                  <a:cubicBezTo>
                    <a:pt x="686" y="3254"/>
                    <a:pt x="736" y="3398"/>
                    <a:pt x="792" y="3543"/>
                  </a:cubicBezTo>
                  <a:cubicBezTo>
                    <a:pt x="1888" y="6341"/>
                    <a:pt x="2222" y="7434"/>
                    <a:pt x="3038" y="7551"/>
                  </a:cubicBezTo>
                  <a:cubicBezTo>
                    <a:pt x="3069" y="7562"/>
                    <a:pt x="3112" y="7568"/>
                    <a:pt x="3162" y="7568"/>
                  </a:cubicBezTo>
                  <a:cubicBezTo>
                    <a:pt x="3621" y="7568"/>
                    <a:pt x="4774" y="7143"/>
                    <a:pt x="5010" y="6812"/>
                  </a:cubicBezTo>
                  <a:cubicBezTo>
                    <a:pt x="5318" y="6437"/>
                    <a:pt x="5127" y="5944"/>
                    <a:pt x="4767" y="5028"/>
                  </a:cubicBezTo>
                  <a:lnTo>
                    <a:pt x="3121" y="823"/>
                  </a:lnTo>
                  <a:cubicBezTo>
                    <a:pt x="3091" y="727"/>
                    <a:pt x="3054" y="642"/>
                    <a:pt x="3011" y="566"/>
                  </a:cubicBezTo>
                  <a:cubicBezTo>
                    <a:pt x="2786" y="152"/>
                    <a:pt x="2423" y="1"/>
                    <a:pt x="2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1"/>
            <p:cNvSpPr/>
            <p:nvPr/>
          </p:nvSpPr>
          <p:spPr>
            <a:xfrm>
              <a:off x="518089" y="396373"/>
              <a:ext cx="188806" cy="143044"/>
            </a:xfrm>
            <a:custGeom>
              <a:rect b="b" l="l" r="r" t="t"/>
              <a:pathLst>
                <a:path extrusionOk="0" h="2682" w="3540">
                  <a:moveTo>
                    <a:pt x="2937" y="1"/>
                  </a:moveTo>
                  <a:cubicBezTo>
                    <a:pt x="1923" y="288"/>
                    <a:pt x="927" y="628"/>
                    <a:pt x="0" y="1122"/>
                  </a:cubicBezTo>
                  <a:cubicBezTo>
                    <a:pt x="11" y="1156"/>
                    <a:pt x="22" y="1191"/>
                    <a:pt x="34" y="1229"/>
                  </a:cubicBezTo>
                  <a:cubicBezTo>
                    <a:pt x="153" y="1498"/>
                    <a:pt x="288" y="1854"/>
                    <a:pt x="435" y="2255"/>
                  </a:cubicBezTo>
                  <a:cubicBezTo>
                    <a:pt x="486" y="2393"/>
                    <a:pt x="537" y="2537"/>
                    <a:pt x="592" y="2682"/>
                  </a:cubicBezTo>
                  <a:cubicBezTo>
                    <a:pt x="1507" y="2156"/>
                    <a:pt x="2519" y="1821"/>
                    <a:pt x="3539" y="1539"/>
                  </a:cubicBezTo>
                  <a:lnTo>
                    <a:pt x="29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1"/>
            <p:cNvSpPr/>
            <p:nvPr/>
          </p:nvSpPr>
          <p:spPr>
            <a:xfrm>
              <a:off x="669399" y="713768"/>
              <a:ext cx="332384" cy="620446"/>
            </a:xfrm>
            <a:custGeom>
              <a:rect b="b" l="l" r="r" t="t"/>
              <a:pathLst>
                <a:path extrusionOk="0" h="11633" w="6232">
                  <a:moveTo>
                    <a:pt x="1973" y="0"/>
                  </a:moveTo>
                  <a:cubicBezTo>
                    <a:pt x="1828" y="178"/>
                    <a:pt x="1571" y="328"/>
                    <a:pt x="1167" y="486"/>
                  </a:cubicBezTo>
                  <a:cubicBezTo>
                    <a:pt x="700" y="668"/>
                    <a:pt x="387" y="753"/>
                    <a:pt x="153" y="753"/>
                  </a:cubicBezTo>
                  <a:cubicBezTo>
                    <a:pt x="98" y="753"/>
                    <a:pt x="48" y="748"/>
                    <a:pt x="1" y="739"/>
                  </a:cubicBezTo>
                  <a:lnTo>
                    <a:pt x="1" y="739"/>
                  </a:lnTo>
                  <a:lnTo>
                    <a:pt x="1982" y="5799"/>
                  </a:lnTo>
                  <a:cubicBezTo>
                    <a:pt x="3486" y="9642"/>
                    <a:pt x="3777" y="11271"/>
                    <a:pt x="4456" y="11577"/>
                  </a:cubicBezTo>
                  <a:cubicBezTo>
                    <a:pt x="4538" y="11615"/>
                    <a:pt x="4627" y="11633"/>
                    <a:pt x="4724" y="11633"/>
                  </a:cubicBezTo>
                  <a:cubicBezTo>
                    <a:pt x="4870" y="11633"/>
                    <a:pt x="5037" y="11592"/>
                    <a:pt x="5234" y="11515"/>
                  </a:cubicBezTo>
                  <a:cubicBezTo>
                    <a:pt x="5673" y="11344"/>
                    <a:pt x="5916" y="11143"/>
                    <a:pt x="6015" y="10879"/>
                  </a:cubicBezTo>
                  <a:cubicBezTo>
                    <a:pt x="6231" y="10307"/>
                    <a:pt x="5772" y="9431"/>
                    <a:pt x="5161" y="7870"/>
                  </a:cubicBezTo>
                  <a:cubicBezTo>
                    <a:pt x="4509" y="6204"/>
                    <a:pt x="2832" y="2098"/>
                    <a:pt x="19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1"/>
            <p:cNvSpPr/>
            <p:nvPr/>
          </p:nvSpPr>
          <p:spPr>
            <a:xfrm>
              <a:off x="579477" y="636966"/>
              <a:ext cx="184699" cy="125604"/>
            </a:xfrm>
            <a:custGeom>
              <a:rect b="b" l="l" r="r" t="t"/>
              <a:pathLst>
                <a:path extrusionOk="0" h="2355" w="3463">
                  <a:moveTo>
                    <a:pt x="183" y="0"/>
                  </a:moveTo>
                  <a:cubicBezTo>
                    <a:pt x="94" y="0"/>
                    <a:pt x="0" y="82"/>
                    <a:pt x="42" y="191"/>
                  </a:cubicBezTo>
                  <a:cubicBezTo>
                    <a:pt x="157" y="496"/>
                    <a:pt x="287" y="797"/>
                    <a:pt x="430" y="1089"/>
                  </a:cubicBezTo>
                  <a:cubicBezTo>
                    <a:pt x="568" y="1369"/>
                    <a:pt x="721" y="1648"/>
                    <a:pt x="926" y="1883"/>
                  </a:cubicBezTo>
                  <a:cubicBezTo>
                    <a:pt x="1116" y="2103"/>
                    <a:pt x="1343" y="2275"/>
                    <a:pt x="1633" y="2332"/>
                  </a:cubicBezTo>
                  <a:cubicBezTo>
                    <a:pt x="1712" y="2347"/>
                    <a:pt x="1792" y="2354"/>
                    <a:pt x="1871" y="2354"/>
                  </a:cubicBezTo>
                  <a:cubicBezTo>
                    <a:pt x="2047" y="2354"/>
                    <a:pt x="2224" y="2321"/>
                    <a:pt x="2392" y="2273"/>
                  </a:cubicBezTo>
                  <a:cubicBezTo>
                    <a:pt x="2727" y="2178"/>
                    <a:pt x="3046" y="2016"/>
                    <a:pt x="3336" y="1823"/>
                  </a:cubicBezTo>
                  <a:cubicBezTo>
                    <a:pt x="3462" y="1740"/>
                    <a:pt x="3368" y="1571"/>
                    <a:pt x="3246" y="1571"/>
                  </a:cubicBezTo>
                  <a:cubicBezTo>
                    <a:pt x="3220" y="1571"/>
                    <a:pt x="3193" y="1579"/>
                    <a:pt x="3166" y="1596"/>
                  </a:cubicBezTo>
                  <a:cubicBezTo>
                    <a:pt x="2929" y="1754"/>
                    <a:pt x="2672" y="1883"/>
                    <a:pt x="2401" y="1974"/>
                  </a:cubicBezTo>
                  <a:cubicBezTo>
                    <a:pt x="2234" y="2031"/>
                    <a:pt x="2056" y="2072"/>
                    <a:pt x="1878" y="2072"/>
                  </a:cubicBezTo>
                  <a:cubicBezTo>
                    <a:pt x="1835" y="2072"/>
                    <a:pt x="1792" y="2069"/>
                    <a:pt x="1749" y="2064"/>
                  </a:cubicBezTo>
                  <a:cubicBezTo>
                    <a:pt x="1508" y="2034"/>
                    <a:pt x="1320" y="1903"/>
                    <a:pt x="1162" y="1724"/>
                  </a:cubicBezTo>
                  <a:cubicBezTo>
                    <a:pt x="978" y="1513"/>
                    <a:pt x="836" y="1270"/>
                    <a:pt x="712" y="1022"/>
                  </a:cubicBezTo>
                  <a:cubicBezTo>
                    <a:pt x="561" y="717"/>
                    <a:pt x="427" y="405"/>
                    <a:pt x="306" y="88"/>
                  </a:cubicBezTo>
                  <a:cubicBezTo>
                    <a:pt x="283" y="26"/>
                    <a:pt x="23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1"/>
            <p:cNvSpPr/>
            <p:nvPr/>
          </p:nvSpPr>
          <p:spPr>
            <a:xfrm>
              <a:off x="658625" y="371626"/>
              <a:ext cx="68695" cy="142724"/>
            </a:xfrm>
            <a:custGeom>
              <a:rect b="b" l="l" r="r" t="t"/>
              <a:pathLst>
                <a:path extrusionOk="0" h="2676" w="1288">
                  <a:moveTo>
                    <a:pt x="153" y="0"/>
                  </a:moveTo>
                  <a:cubicBezTo>
                    <a:pt x="136" y="0"/>
                    <a:pt x="119" y="3"/>
                    <a:pt x="103" y="9"/>
                  </a:cubicBezTo>
                  <a:cubicBezTo>
                    <a:pt x="27" y="38"/>
                    <a:pt x="1" y="119"/>
                    <a:pt x="22" y="192"/>
                  </a:cubicBezTo>
                  <a:cubicBezTo>
                    <a:pt x="273" y="1016"/>
                    <a:pt x="596" y="1817"/>
                    <a:pt x="988" y="2586"/>
                  </a:cubicBezTo>
                  <a:cubicBezTo>
                    <a:pt x="1014" y="2638"/>
                    <a:pt x="1063" y="2675"/>
                    <a:pt x="1121" y="2675"/>
                  </a:cubicBezTo>
                  <a:cubicBezTo>
                    <a:pt x="1137" y="2675"/>
                    <a:pt x="1154" y="2672"/>
                    <a:pt x="1172" y="2666"/>
                  </a:cubicBezTo>
                  <a:cubicBezTo>
                    <a:pt x="1237" y="2641"/>
                    <a:pt x="1287" y="2550"/>
                    <a:pt x="1252" y="2481"/>
                  </a:cubicBezTo>
                  <a:cubicBezTo>
                    <a:pt x="862" y="1714"/>
                    <a:pt x="538" y="913"/>
                    <a:pt x="288" y="89"/>
                  </a:cubicBezTo>
                  <a:cubicBezTo>
                    <a:pt x="270" y="33"/>
                    <a:pt x="210" y="0"/>
                    <a:pt x="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1"/>
            <p:cNvSpPr/>
            <p:nvPr/>
          </p:nvSpPr>
          <p:spPr>
            <a:xfrm>
              <a:off x="807055" y="568857"/>
              <a:ext cx="46775" cy="109070"/>
            </a:xfrm>
            <a:custGeom>
              <a:rect b="b" l="l" r="r" t="t"/>
              <a:pathLst>
                <a:path extrusionOk="0" h="2045" w="877">
                  <a:moveTo>
                    <a:pt x="184" y="0"/>
                  </a:moveTo>
                  <a:cubicBezTo>
                    <a:pt x="94" y="0"/>
                    <a:pt x="1" y="82"/>
                    <a:pt x="44" y="192"/>
                  </a:cubicBezTo>
                  <a:lnTo>
                    <a:pt x="400" y="1115"/>
                  </a:lnTo>
                  <a:cubicBezTo>
                    <a:pt x="453" y="1250"/>
                    <a:pt x="523" y="1388"/>
                    <a:pt x="553" y="1530"/>
                  </a:cubicBezTo>
                  <a:cubicBezTo>
                    <a:pt x="570" y="1606"/>
                    <a:pt x="570" y="1750"/>
                    <a:pt x="471" y="1760"/>
                  </a:cubicBezTo>
                  <a:cubicBezTo>
                    <a:pt x="295" y="1781"/>
                    <a:pt x="317" y="2045"/>
                    <a:pt x="482" y="2045"/>
                  </a:cubicBezTo>
                  <a:cubicBezTo>
                    <a:pt x="488" y="2045"/>
                    <a:pt x="493" y="2045"/>
                    <a:pt x="499" y="2044"/>
                  </a:cubicBezTo>
                  <a:cubicBezTo>
                    <a:pt x="673" y="2024"/>
                    <a:pt x="799" y="1884"/>
                    <a:pt x="836" y="1718"/>
                  </a:cubicBezTo>
                  <a:cubicBezTo>
                    <a:pt x="877" y="1539"/>
                    <a:pt x="799" y="1358"/>
                    <a:pt x="735" y="1195"/>
                  </a:cubicBezTo>
                  <a:cubicBezTo>
                    <a:pt x="593" y="827"/>
                    <a:pt x="450" y="456"/>
                    <a:pt x="308" y="88"/>
                  </a:cubicBezTo>
                  <a:cubicBezTo>
                    <a:pt x="284" y="26"/>
                    <a:pt x="235"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1"/>
            <p:cNvSpPr/>
            <p:nvPr/>
          </p:nvSpPr>
          <p:spPr>
            <a:xfrm>
              <a:off x="503795" y="353332"/>
              <a:ext cx="68695" cy="81923"/>
            </a:xfrm>
            <a:custGeom>
              <a:rect b="b" l="l" r="r" t="t"/>
              <a:pathLst>
                <a:path extrusionOk="0" h="1536" w="1288">
                  <a:moveTo>
                    <a:pt x="1122" y="1"/>
                  </a:moveTo>
                  <a:cubicBezTo>
                    <a:pt x="1105" y="1"/>
                    <a:pt x="1089" y="4"/>
                    <a:pt x="1073" y="12"/>
                  </a:cubicBezTo>
                  <a:cubicBezTo>
                    <a:pt x="782" y="156"/>
                    <a:pt x="520" y="347"/>
                    <a:pt x="304" y="590"/>
                  </a:cubicBezTo>
                  <a:cubicBezTo>
                    <a:pt x="104" y="815"/>
                    <a:pt x="1" y="1109"/>
                    <a:pt x="66" y="1408"/>
                  </a:cubicBezTo>
                  <a:cubicBezTo>
                    <a:pt x="81" y="1478"/>
                    <a:pt x="132" y="1535"/>
                    <a:pt x="206" y="1535"/>
                  </a:cubicBezTo>
                  <a:cubicBezTo>
                    <a:pt x="212" y="1535"/>
                    <a:pt x="217" y="1535"/>
                    <a:pt x="222" y="1534"/>
                  </a:cubicBezTo>
                  <a:cubicBezTo>
                    <a:pt x="292" y="1527"/>
                    <a:pt x="364" y="1454"/>
                    <a:pt x="348" y="1378"/>
                  </a:cubicBezTo>
                  <a:cubicBezTo>
                    <a:pt x="295" y="1135"/>
                    <a:pt x="377" y="930"/>
                    <a:pt x="541" y="749"/>
                  </a:cubicBezTo>
                  <a:cubicBezTo>
                    <a:pt x="720" y="554"/>
                    <a:pt x="940" y="393"/>
                    <a:pt x="1178" y="276"/>
                  </a:cubicBezTo>
                  <a:cubicBezTo>
                    <a:pt x="1247" y="242"/>
                    <a:pt x="1287" y="168"/>
                    <a:pt x="1257" y="93"/>
                  </a:cubicBezTo>
                  <a:cubicBezTo>
                    <a:pt x="1237" y="41"/>
                    <a:pt x="1179" y="1"/>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1"/>
            <p:cNvSpPr/>
            <p:nvPr/>
          </p:nvSpPr>
          <p:spPr>
            <a:xfrm>
              <a:off x="810682" y="1144871"/>
              <a:ext cx="155472" cy="192913"/>
            </a:xfrm>
            <a:custGeom>
              <a:rect b="b" l="l" r="r" t="t"/>
              <a:pathLst>
                <a:path extrusionOk="0" h="3617" w="2915">
                  <a:moveTo>
                    <a:pt x="184" y="1"/>
                  </a:moveTo>
                  <a:cubicBezTo>
                    <a:pt x="93" y="1"/>
                    <a:pt x="0" y="82"/>
                    <a:pt x="43" y="191"/>
                  </a:cubicBezTo>
                  <a:cubicBezTo>
                    <a:pt x="300" y="827"/>
                    <a:pt x="557" y="1465"/>
                    <a:pt x="814" y="2103"/>
                  </a:cubicBezTo>
                  <a:cubicBezTo>
                    <a:pt x="938" y="2410"/>
                    <a:pt x="1050" y="2725"/>
                    <a:pt x="1190" y="3025"/>
                  </a:cubicBezTo>
                  <a:cubicBezTo>
                    <a:pt x="1319" y="3303"/>
                    <a:pt x="1514" y="3512"/>
                    <a:pt x="1817" y="3588"/>
                  </a:cubicBezTo>
                  <a:cubicBezTo>
                    <a:pt x="1895" y="3608"/>
                    <a:pt x="1973" y="3616"/>
                    <a:pt x="2051" y="3616"/>
                  </a:cubicBezTo>
                  <a:cubicBezTo>
                    <a:pt x="2314" y="3616"/>
                    <a:pt x="2573" y="3517"/>
                    <a:pt x="2804" y="3395"/>
                  </a:cubicBezTo>
                  <a:cubicBezTo>
                    <a:pt x="2872" y="3360"/>
                    <a:pt x="2914" y="3289"/>
                    <a:pt x="2884" y="3211"/>
                  </a:cubicBezTo>
                  <a:cubicBezTo>
                    <a:pt x="2865" y="3162"/>
                    <a:pt x="2806" y="3120"/>
                    <a:pt x="2749" y="3120"/>
                  </a:cubicBezTo>
                  <a:cubicBezTo>
                    <a:pt x="2732" y="3120"/>
                    <a:pt x="2715" y="3123"/>
                    <a:pt x="2700" y="3131"/>
                  </a:cubicBezTo>
                  <a:cubicBezTo>
                    <a:pt x="2502" y="3237"/>
                    <a:pt x="2284" y="3332"/>
                    <a:pt x="2056" y="3332"/>
                  </a:cubicBezTo>
                  <a:cubicBezTo>
                    <a:pt x="2012" y="3332"/>
                    <a:pt x="1968" y="3329"/>
                    <a:pt x="1924" y="3321"/>
                  </a:cubicBezTo>
                  <a:cubicBezTo>
                    <a:pt x="1668" y="3276"/>
                    <a:pt x="1528" y="3094"/>
                    <a:pt x="1429" y="2867"/>
                  </a:cubicBezTo>
                  <a:cubicBezTo>
                    <a:pt x="1305" y="2582"/>
                    <a:pt x="1195" y="2289"/>
                    <a:pt x="1078" y="2001"/>
                  </a:cubicBezTo>
                  <a:cubicBezTo>
                    <a:pt x="958" y="1699"/>
                    <a:pt x="836" y="1398"/>
                    <a:pt x="715" y="1097"/>
                  </a:cubicBezTo>
                  <a:lnTo>
                    <a:pt x="309" y="87"/>
                  </a:lnTo>
                  <a:cubicBezTo>
                    <a:pt x="284" y="26"/>
                    <a:pt x="235" y="1"/>
                    <a:pt x="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1"/>
            <p:cNvSpPr/>
            <p:nvPr/>
          </p:nvSpPr>
          <p:spPr>
            <a:xfrm>
              <a:off x="824923" y="852491"/>
              <a:ext cx="68589" cy="142138"/>
            </a:xfrm>
            <a:custGeom>
              <a:rect b="b" l="l" r="r" t="t"/>
              <a:pathLst>
                <a:path extrusionOk="0" h="2665" w="1286">
                  <a:moveTo>
                    <a:pt x="185" y="1"/>
                  </a:moveTo>
                  <a:cubicBezTo>
                    <a:pt x="95" y="1"/>
                    <a:pt x="1" y="83"/>
                    <a:pt x="44" y="192"/>
                  </a:cubicBezTo>
                  <a:lnTo>
                    <a:pt x="978" y="2577"/>
                  </a:lnTo>
                  <a:cubicBezTo>
                    <a:pt x="1001" y="2639"/>
                    <a:pt x="1051" y="2665"/>
                    <a:pt x="1102" y="2665"/>
                  </a:cubicBezTo>
                  <a:cubicBezTo>
                    <a:pt x="1192" y="2665"/>
                    <a:pt x="1285" y="2583"/>
                    <a:pt x="1242" y="2473"/>
                  </a:cubicBezTo>
                  <a:lnTo>
                    <a:pt x="308" y="88"/>
                  </a:lnTo>
                  <a:cubicBezTo>
                    <a:pt x="285" y="27"/>
                    <a:pt x="235"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891804" y="1018521"/>
              <a:ext cx="33761" cy="57495"/>
            </a:xfrm>
            <a:custGeom>
              <a:rect b="b" l="l" r="r" t="t"/>
              <a:pathLst>
                <a:path extrusionOk="0" h="1078" w="633">
                  <a:moveTo>
                    <a:pt x="159" y="0"/>
                  </a:moveTo>
                  <a:cubicBezTo>
                    <a:pt x="143" y="0"/>
                    <a:pt x="126" y="3"/>
                    <a:pt x="110" y="10"/>
                  </a:cubicBezTo>
                  <a:cubicBezTo>
                    <a:pt x="41" y="42"/>
                    <a:pt x="0" y="120"/>
                    <a:pt x="30" y="194"/>
                  </a:cubicBezTo>
                  <a:lnTo>
                    <a:pt x="341" y="987"/>
                  </a:lnTo>
                  <a:cubicBezTo>
                    <a:pt x="361" y="1040"/>
                    <a:pt x="418" y="1078"/>
                    <a:pt x="476" y="1078"/>
                  </a:cubicBezTo>
                  <a:cubicBezTo>
                    <a:pt x="492" y="1078"/>
                    <a:pt x="509" y="1075"/>
                    <a:pt x="525" y="1068"/>
                  </a:cubicBezTo>
                  <a:cubicBezTo>
                    <a:pt x="594" y="1036"/>
                    <a:pt x="633" y="958"/>
                    <a:pt x="605" y="884"/>
                  </a:cubicBezTo>
                  <a:lnTo>
                    <a:pt x="294" y="92"/>
                  </a:lnTo>
                  <a:cubicBezTo>
                    <a:pt x="274" y="38"/>
                    <a:pt x="217"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4" name="Google Shape;3304;p61"/>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06" name="Google Shape;3306;p61"/>
          <p:cNvCxnSpPr>
            <a:stCxn id="3235" idx="6"/>
            <a:endCxn id="3307" idx="2"/>
          </p:cNvCxnSpPr>
          <p:nvPr/>
        </p:nvCxnSpPr>
        <p:spPr>
          <a:xfrm>
            <a:off x="2072500" y="2817800"/>
            <a:ext cx="2328900" cy="0"/>
          </a:xfrm>
          <a:prstGeom prst="straightConnector1">
            <a:avLst/>
          </a:prstGeom>
          <a:noFill/>
          <a:ln cap="flat" cmpd="sng" w="19050">
            <a:solidFill>
              <a:schemeClr val="dk1"/>
            </a:solidFill>
            <a:prstDash val="solid"/>
            <a:round/>
            <a:headEnd len="med" w="med" type="none"/>
            <a:tailEnd len="med" w="med" type="none"/>
          </a:ln>
        </p:spPr>
      </p:cxnSp>
      <p:sp>
        <p:nvSpPr>
          <p:cNvPr id="3307" name="Google Shape;3307;p61"/>
          <p:cNvSpPr/>
          <p:nvPr/>
        </p:nvSpPr>
        <p:spPr>
          <a:xfrm>
            <a:off x="4401299" y="2729000"/>
            <a:ext cx="189000" cy="17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08" name="Google Shape;3308;p61"/>
          <p:cNvCxnSpPr>
            <a:stCxn id="3307" idx="6"/>
            <a:endCxn id="3309" idx="2"/>
          </p:cNvCxnSpPr>
          <p:nvPr/>
        </p:nvCxnSpPr>
        <p:spPr>
          <a:xfrm>
            <a:off x="4590299" y="2817800"/>
            <a:ext cx="2481300" cy="0"/>
          </a:xfrm>
          <a:prstGeom prst="straightConnector1">
            <a:avLst/>
          </a:prstGeom>
          <a:noFill/>
          <a:ln cap="flat" cmpd="sng" w="19050">
            <a:solidFill>
              <a:schemeClr val="dk1"/>
            </a:solidFill>
            <a:prstDash val="solid"/>
            <a:round/>
            <a:headEnd len="med" w="med" type="none"/>
            <a:tailEnd len="med" w="med" type="none"/>
          </a:ln>
        </p:spPr>
      </p:cxnSp>
      <p:sp>
        <p:nvSpPr>
          <p:cNvPr id="3309" name="Google Shape;3309;p61"/>
          <p:cNvSpPr/>
          <p:nvPr/>
        </p:nvSpPr>
        <p:spPr>
          <a:xfrm>
            <a:off x="7071500" y="2729000"/>
            <a:ext cx="189000" cy="17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3" name="Shape 3313"/>
        <p:cNvGrpSpPr/>
        <p:nvPr/>
      </p:nvGrpSpPr>
      <p:grpSpPr>
        <a:xfrm>
          <a:off x="0" y="0"/>
          <a:ext cx="0" cy="0"/>
          <a:chOff x="0" y="0"/>
          <a:chExt cx="0" cy="0"/>
        </a:xfrm>
      </p:grpSpPr>
      <p:sp>
        <p:nvSpPr>
          <p:cNvPr id="3314" name="Google Shape;3314;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 </a:t>
            </a:r>
            <a:r>
              <a:rPr lang="en">
                <a:highlight>
                  <a:schemeClr val="dk2"/>
                </a:highlight>
              </a:rPr>
              <a:t>are useful</a:t>
            </a:r>
            <a:endParaRPr>
              <a:highlight>
                <a:schemeClr val="dk2"/>
              </a:highlight>
            </a:endParaRPr>
          </a:p>
        </p:txBody>
      </p:sp>
      <p:sp>
        <p:nvSpPr>
          <p:cNvPr id="3315" name="Google Shape;3315;p62"/>
          <p:cNvSpPr/>
          <p:nvPr/>
        </p:nvSpPr>
        <p:spPr>
          <a:xfrm flipH="1">
            <a:off x="8325028" y="9446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flipH="1">
            <a:off x="7880566" y="5790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4783225" y="3192725"/>
            <a:ext cx="3647400" cy="12792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4783225" y="1574150"/>
            <a:ext cx="3647400" cy="12792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713225" y="3192725"/>
            <a:ext cx="3760500" cy="12792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713225" y="1574150"/>
            <a:ext cx="3760500" cy="12792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txBox="1"/>
          <p:nvPr/>
        </p:nvSpPr>
        <p:spPr>
          <a:xfrm>
            <a:off x="1777700" y="1862316"/>
            <a:ext cx="2020800" cy="471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Mars</a:t>
            </a:r>
            <a:endParaRPr b="1" sz="2400">
              <a:solidFill>
                <a:schemeClr val="accent1"/>
              </a:solidFill>
              <a:latin typeface="Varela Round"/>
              <a:ea typeface="Varela Round"/>
              <a:cs typeface="Varela Round"/>
              <a:sym typeface="Varela Round"/>
            </a:endParaRPr>
          </a:p>
        </p:txBody>
      </p:sp>
      <p:sp>
        <p:nvSpPr>
          <p:cNvPr id="3323" name="Google Shape;3323;p62"/>
          <p:cNvSpPr txBox="1"/>
          <p:nvPr/>
        </p:nvSpPr>
        <p:spPr>
          <a:xfrm>
            <a:off x="1777700" y="3494791"/>
            <a:ext cx="2020800" cy="471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Mercury</a:t>
            </a:r>
            <a:endParaRPr b="1" sz="2400">
              <a:solidFill>
                <a:schemeClr val="accent1"/>
              </a:solidFill>
              <a:latin typeface="Varela Round"/>
              <a:ea typeface="Varela Round"/>
              <a:cs typeface="Varela Round"/>
              <a:sym typeface="Varela Round"/>
            </a:endParaRPr>
          </a:p>
        </p:txBody>
      </p:sp>
      <p:sp>
        <p:nvSpPr>
          <p:cNvPr id="3324" name="Google Shape;3324;p62"/>
          <p:cNvSpPr txBox="1"/>
          <p:nvPr/>
        </p:nvSpPr>
        <p:spPr>
          <a:xfrm>
            <a:off x="5428584" y="1862316"/>
            <a:ext cx="2020800" cy="471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Venus</a:t>
            </a:r>
            <a:endParaRPr b="1" sz="2400">
              <a:solidFill>
                <a:schemeClr val="accent1"/>
              </a:solidFill>
              <a:latin typeface="Varela Round"/>
              <a:ea typeface="Varela Round"/>
              <a:cs typeface="Varela Round"/>
              <a:sym typeface="Varela Round"/>
            </a:endParaRPr>
          </a:p>
        </p:txBody>
      </p:sp>
      <p:sp>
        <p:nvSpPr>
          <p:cNvPr id="3325" name="Google Shape;3325;p62"/>
          <p:cNvSpPr txBox="1"/>
          <p:nvPr/>
        </p:nvSpPr>
        <p:spPr>
          <a:xfrm>
            <a:off x="5428584" y="3494791"/>
            <a:ext cx="2020800" cy="471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chemeClr val="accent1"/>
                </a:solidFill>
                <a:latin typeface="Varela Round"/>
                <a:ea typeface="Varela Round"/>
                <a:cs typeface="Varela Round"/>
                <a:sym typeface="Varela Round"/>
              </a:rPr>
              <a:t>Jupiter</a:t>
            </a:r>
            <a:endParaRPr b="1" sz="2400">
              <a:solidFill>
                <a:schemeClr val="accent1"/>
              </a:solidFill>
              <a:latin typeface="Varela Round"/>
              <a:ea typeface="Varela Round"/>
              <a:cs typeface="Varela Round"/>
              <a:sym typeface="Varela Round"/>
            </a:endParaRPr>
          </a:p>
        </p:txBody>
      </p:sp>
      <p:sp>
        <p:nvSpPr>
          <p:cNvPr id="3326" name="Google Shape;3326;p62"/>
          <p:cNvSpPr txBox="1"/>
          <p:nvPr/>
        </p:nvSpPr>
        <p:spPr>
          <a:xfrm>
            <a:off x="1777700" y="2203752"/>
            <a:ext cx="2020800" cy="361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Mars is a red planet</a:t>
            </a:r>
            <a:endParaRPr>
              <a:solidFill>
                <a:schemeClr val="dk1"/>
              </a:solidFill>
              <a:latin typeface="Varela Round"/>
              <a:ea typeface="Varela Round"/>
              <a:cs typeface="Varela Round"/>
              <a:sym typeface="Varela Round"/>
            </a:endParaRPr>
          </a:p>
        </p:txBody>
      </p:sp>
      <p:sp>
        <p:nvSpPr>
          <p:cNvPr id="3327" name="Google Shape;3327;p62"/>
          <p:cNvSpPr txBox="1"/>
          <p:nvPr/>
        </p:nvSpPr>
        <p:spPr>
          <a:xfrm>
            <a:off x="1777700" y="3818174"/>
            <a:ext cx="2020800" cy="361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Mercury is very small</a:t>
            </a:r>
            <a:endParaRPr>
              <a:solidFill>
                <a:schemeClr val="dk1"/>
              </a:solidFill>
              <a:latin typeface="Varela Round"/>
              <a:ea typeface="Varela Round"/>
              <a:cs typeface="Varela Round"/>
              <a:sym typeface="Varela Round"/>
            </a:endParaRPr>
          </a:p>
        </p:txBody>
      </p:sp>
      <p:sp>
        <p:nvSpPr>
          <p:cNvPr id="3328" name="Google Shape;3328;p62"/>
          <p:cNvSpPr txBox="1"/>
          <p:nvPr/>
        </p:nvSpPr>
        <p:spPr>
          <a:xfrm>
            <a:off x="5428584" y="2203752"/>
            <a:ext cx="2020800" cy="36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Varela Round"/>
                <a:ea typeface="Varela Round"/>
                <a:cs typeface="Varela Round"/>
                <a:sym typeface="Varela Round"/>
              </a:rPr>
              <a:t>Venus is a hot planet</a:t>
            </a:r>
            <a:endParaRPr>
              <a:solidFill>
                <a:schemeClr val="dk1"/>
              </a:solidFill>
              <a:latin typeface="Varela Round"/>
              <a:ea typeface="Varela Round"/>
              <a:cs typeface="Varela Round"/>
              <a:sym typeface="Varela Round"/>
            </a:endParaRPr>
          </a:p>
        </p:txBody>
      </p:sp>
      <p:sp>
        <p:nvSpPr>
          <p:cNvPr id="3329" name="Google Shape;3329;p62"/>
          <p:cNvSpPr txBox="1"/>
          <p:nvPr/>
        </p:nvSpPr>
        <p:spPr>
          <a:xfrm>
            <a:off x="5428584" y="3818174"/>
            <a:ext cx="2020800" cy="36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Varela Round"/>
                <a:ea typeface="Varela Round"/>
                <a:cs typeface="Varela Round"/>
                <a:sym typeface="Varela Round"/>
              </a:rPr>
              <a:t>Jupiter is a gas giant</a:t>
            </a:r>
            <a:endParaRPr>
              <a:solidFill>
                <a:schemeClr val="dk1"/>
              </a:solidFill>
              <a:latin typeface="Varela Round"/>
              <a:ea typeface="Varela Round"/>
              <a:cs typeface="Varela Round"/>
              <a:sym typeface="Varela Round"/>
            </a:endParaRPr>
          </a:p>
        </p:txBody>
      </p:sp>
      <p:grpSp>
        <p:nvGrpSpPr>
          <p:cNvPr id="3330" name="Google Shape;3330;p62"/>
          <p:cNvGrpSpPr/>
          <p:nvPr/>
        </p:nvGrpSpPr>
        <p:grpSpPr>
          <a:xfrm>
            <a:off x="3884600" y="1811406"/>
            <a:ext cx="1374801" cy="2413738"/>
            <a:chOff x="2332850" y="1508965"/>
            <a:chExt cx="495799" cy="870474"/>
          </a:xfrm>
        </p:grpSpPr>
        <p:sp>
          <p:nvSpPr>
            <p:cNvPr id="3331" name="Google Shape;3331;p62"/>
            <p:cNvSpPr/>
            <p:nvPr/>
          </p:nvSpPr>
          <p:spPr>
            <a:xfrm>
              <a:off x="2347410" y="1709183"/>
              <a:ext cx="467748" cy="569138"/>
            </a:xfrm>
            <a:custGeom>
              <a:rect b="b" l="l" r="r" t="t"/>
              <a:pathLst>
                <a:path extrusionOk="0" h="10671" w="8770">
                  <a:moveTo>
                    <a:pt x="4336" y="1"/>
                  </a:moveTo>
                  <a:cubicBezTo>
                    <a:pt x="4096" y="1"/>
                    <a:pt x="3869" y="8"/>
                    <a:pt x="3774" y="23"/>
                  </a:cubicBezTo>
                  <a:cubicBezTo>
                    <a:pt x="3116" y="126"/>
                    <a:pt x="2471" y="296"/>
                    <a:pt x="1881" y="622"/>
                  </a:cubicBezTo>
                  <a:cubicBezTo>
                    <a:pt x="1050" y="1081"/>
                    <a:pt x="456" y="1815"/>
                    <a:pt x="217" y="2738"/>
                  </a:cubicBezTo>
                  <a:cubicBezTo>
                    <a:pt x="95" y="3209"/>
                    <a:pt x="43" y="3707"/>
                    <a:pt x="20" y="4193"/>
                  </a:cubicBezTo>
                  <a:cubicBezTo>
                    <a:pt x="1" y="4646"/>
                    <a:pt x="18" y="5111"/>
                    <a:pt x="119" y="5555"/>
                  </a:cubicBezTo>
                  <a:cubicBezTo>
                    <a:pt x="226" y="6023"/>
                    <a:pt x="438" y="6457"/>
                    <a:pt x="759" y="6815"/>
                  </a:cubicBezTo>
                  <a:cubicBezTo>
                    <a:pt x="1053" y="7143"/>
                    <a:pt x="1424" y="7390"/>
                    <a:pt x="1768" y="7662"/>
                  </a:cubicBezTo>
                  <a:cubicBezTo>
                    <a:pt x="2542" y="8276"/>
                    <a:pt x="3029" y="9149"/>
                    <a:pt x="3040" y="10149"/>
                  </a:cubicBezTo>
                  <a:cubicBezTo>
                    <a:pt x="3040" y="10202"/>
                    <a:pt x="3052" y="10250"/>
                    <a:pt x="3070" y="10290"/>
                  </a:cubicBezTo>
                  <a:cubicBezTo>
                    <a:pt x="3070" y="10294"/>
                    <a:pt x="3068" y="10298"/>
                    <a:pt x="3068" y="10301"/>
                  </a:cubicBezTo>
                  <a:cubicBezTo>
                    <a:pt x="3072" y="10391"/>
                    <a:pt x="3102" y="10487"/>
                    <a:pt x="3171" y="10551"/>
                  </a:cubicBezTo>
                  <a:cubicBezTo>
                    <a:pt x="3234" y="10611"/>
                    <a:pt x="3321" y="10657"/>
                    <a:pt x="3409" y="10657"/>
                  </a:cubicBezTo>
                  <a:cubicBezTo>
                    <a:pt x="3413" y="10657"/>
                    <a:pt x="3416" y="10657"/>
                    <a:pt x="3419" y="10657"/>
                  </a:cubicBezTo>
                  <a:cubicBezTo>
                    <a:pt x="3726" y="10638"/>
                    <a:pt x="4030" y="10618"/>
                    <a:pt x="4335" y="10601"/>
                  </a:cubicBezTo>
                  <a:cubicBezTo>
                    <a:pt x="4339" y="10601"/>
                    <a:pt x="4342" y="10601"/>
                    <a:pt x="4346" y="10599"/>
                  </a:cubicBezTo>
                  <a:cubicBezTo>
                    <a:pt x="4348" y="10601"/>
                    <a:pt x="4353" y="10601"/>
                    <a:pt x="4355" y="10601"/>
                  </a:cubicBezTo>
                  <a:cubicBezTo>
                    <a:pt x="4661" y="10622"/>
                    <a:pt x="4964" y="10647"/>
                    <a:pt x="5269" y="10670"/>
                  </a:cubicBezTo>
                  <a:cubicBezTo>
                    <a:pt x="5274" y="10670"/>
                    <a:pt x="5279" y="10670"/>
                    <a:pt x="5284" y="10670"/>
                  </a:cubicBezTo>
                  <a:cubicBezTo>
                    <a:pt x="5372" y="10670"/>
                    <a:pt x="5457" y="10624"/>
                    <a:pt x="5521" y="10567"/>
                  </a:cubicBezTo>
                  <a:cubicBezTo>
                    <a:pt x="5590" y="10505"/>
                    <a:pt x="5622" y="10407"/>
                    <a:pt x="5625" y="10317"/>
                  </a:cubicBezTo>
                  <a:cubicBezTo>
                    <a:pt x="5627" y="10315"/>
                    <a:pt x="5625" y="10310"/>
                    <a:pt x="5625" y="10308"/>
                  </a:cubicBezTo>
                  <a:cubicBezTo>
                    <a:pt x="5645" y="10267"/>
                    <a:pt x="5655" y="10220"/>
                    <a:pt x="5655" y="10166"/>
                  </a:cubicBezTo>
                  <a:cubicBezTo>
                    <a:pt x="5682" y="9167"/>
                    <a:pt x="6180" y="8300"/>
                    <a:pt x="6962" y="7696"/>
                  </a:cubicBezTo>
                  <a:cubicBezTo>
                    <a:pt x="7309" y="7428"/>
                    <a:pt x="7683" y="7187"/>
                    <a:pt x="7980" y="6863"/>
                  </a:cubicBezTo>
                  <a:cubicBezTo>
                    <a:pt x="8308" y="6511"/>
                    <a:pt x="8526" y="6078"/>
                    <a:pt x="8640" y="5612"/>
                  </a:cubicBezTo>
                  <a:cubicBezTo>
                    <a:pt x="8746" y="5169"/>
                    <a:pt x="8769" y="4705"/>
                    <a:pt x="8755" y="4251"/>
                  </a:cubicBezTo>
                  <a:cubicBezTo>
                    <a:pt x="8739" y="3766"/>
                    <a:pt x="8696" y="3268"/>
                    <a:pt x="8579" y="2794"/>
                  </a:cubicBezTo>
                  <a:cubicBezTo>
                    <a:pt x="8353" y="1866"/>
                    <a:pt x="7768" y="1127"/>
                    <a:pt x="6942" y="656"/>
                  </a:cubicBezTo>
                  <a:cubicBezTo>
                    <a:pt x="6357" y="322"/>
                    <a:pt x="5714" y="143"/>
                    <a:pt x="5057" y="32"/>
                  </a:cubicBezTo>
                  <a:cubicBezTo>
                    <a:pt x="4941" y="11"/>
                    <a:pt x="4629" y="1"/>
                    <a:pt x="43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2516587" y="2272290"/>
              <a:ext cx="132964" cy="96323"/>
            </a:xfrm>
            <a:custGeom>
              <a:rect b="b" l="l" r="r" t="t"/>
              <a:pathLst>
                <a:path extrusionOk="0" h="1806" w="2493">
                  <a:moveTo>
                    <a:pt x="454" y="0"/>
                  </a:moveTo>
                  <a:cubicBezTo>
                    <a:pt x="244" y="0"/>
                    <a:pt x="1" y="191"/>
                    <a:pt x="26" y="422"/>
                  </a:cubicBezTo>
                  <a:cubicBezTo>
                    <a:pt x="31" y="459"/>
                    <a:pt x="36" y="496"/>
                    <a:pt x="42" y="535"/>
                  </a:cubicBezTo>
                  <a:cubicBezTo>
                    <a:pt x="19" y="604"/>
                    <a:pt x="15" y="684"/>
                    <a:pt x="42" y="774"/>
                  </a:cubicBezTo>
                  <a:cubicBezTo>
                    <a:pt x="82" y="918"/>
                    <a:pt x="144" y="1051"/>
                    <a:pt x="222" y="1173"/>
                  </a:cubicBezTo>
                  <a:cubicBezTo>
                    <a:pt x="380" y="1512"/>
                    <a:pt x="641" y="1777"/>
                    <a:pt x="1059" y="1802"/>
                  </a:cubicBezTo>
                  <a:cubicBezTo>
                    <a:pt x="1080" y="1803"/>
                    <a:pt x="1101" y="1804"/>
                    <a:pt x="1122" y="1804"/>
                  </a:cubicBezTo>
                  <a:cubicBezTo>
                    <a:pt x="1160" y="1804"/>
                    <a:pt x="1198" y="1802"/>
                    <a:pt x="1236" y="1799"/>
                  </a:cubicBezTo>
                  <a:cubicBezTo>
                    <a:pt x="1278" y="1803"/>
                    <a:pt x="1320" y="1805"/>
                    <a:pt x="1363" y="1805"/>
                  </a:cubicBezTo>
                  <a:cubicBezTo>
                    <a:pt x="1380" y="1805"/>
                    <a:pt x="1396" y="1805"/>
                    <a:pt x="1413" y="1804"/>
                  </a:cubicBezTo>
                  <a:cubicBezTo>
                    <a:pt x="1831" y="1786"/>
                    <a:pt x="2095" y="1522"/>
                    <a:pt x="2257" y="1186"/>
                  </a:cubicBezTo>
                  <a:cubicBezTo>
                    <a:pt x="2338" y="1065"/>
                    <a:pt x="2402" y="932"/>
                    <a:pt x="2445" y="790"/>
                  </a:cubicBezTo>
                  <a:cubicBezTo>
                    <a:pt x="2471" y="702"/>
                    <a:pt x="2469" y="620"/>
                    <a:pt x="2448" y="551"/>
                  </a:cubicBezTo>
                  <a:cubicBezTo>
                    <a:pt x="2453" y="514"/>
                    <a:pt x="2459" y="475"/>
                    <a:pt x="2464" y="438"/>
                  </a:cubicBezTo>
                  <a:cubicBezTo>
                    <a:pt x="2492" y="207"/>
                    <a:pt x="2253" y="14"/>
                    <a:pt x="2042" y="11"/>
                  </a:cubicBezTo>
                  <a:cubicBezTo>
                    <a:pt x="2039" y="11"/>
                    <a:pt x="2036" y="11"/>
                    <a:pt x="2033" y="11"/>
                  </a:cubicBezTo>
                  <a:cubicBezTo>
                    <a:pt x="1961" y="11"/>
                    <a:pt x="1900" y="30"/>
                    <a:pt x="1846" y="58"/>
                  </a:cubicBezTo>
                  <a:cubicBezTo>
                    <a:pt x="1804" y="44"/>
                    <a:pt x="1761" y="37"/>
                    <a:pt x="1717" y="37"/>
                  </a:cubicBezTo>
                  <a:cubicBezTo>
                    <a:pt x="1623" y="37"/>
                    <a:pt x="1525" y="73"/>
                    <a:pt x="1438" y="160"/>
                  </a:cubicBezTo>
                  <a:cubicBezTo>
                    <a:pt x="1383" y="216"/>
                    <a:pt x="1316" y="262"/>
                    <a:pt x="1247" y="296"/>
                  </a:cubicBezTo>
                  <a:cubicBezTo>
                    <a:pt x="1176" y="262"/>
                    <a:pt x="1110" y="214"/>
                    <a:pt x="1055" y="158"/>
                  </a:cubicBezTo>
                  <a:cubicBezTo>
                    <a:pt x="967" y="67"/>
                    <a:pt x="868" y="30"/>
                    <a:pt x="772" y="30"/>
                  </a:cubicBezTo>
                  <a:cubicBezTo>
                    <a:pt x="730" y="30"/>
                    <a:pt x="689" y="37"/>
                    <a:pt x="649" y="50"/>
                  </a:cubicBezTo>
                  <a:cubicBezTo>
                    <a:pt x="594" y="20"/>
                    <a:pt x="529" y="0"/>
                    <a:pt x="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2540908" y="1888227"/>
              <a:ext cx="89816" cy="406413"/>
            </a:xfrm>
            <a:custGeom>
              <a:rect b="b" l="l" r="r" t="t"/>
              <a:pathLst>
                <a:path extrusionOk="0" h="7620" w="1684">
                  <a:moveTo>
                    <a:pt x="1044" y="288"/>
                  </a:moveTo>
                  <a:cubicBezTo>
                    <a:pt x="1141" y="288"/>
                    <a:pt x="1232" y="333"/>
                    <a:pt x="1290" y="439"/>
                  </a:cubicBezTo>
                  <a:cubicBezTo>
                    <a:pt x="1413" y="664"/>
                    <a:pt x="1296" y="926"/>
                    <a:pt x="1186" y="1128"/>
                  </a:cubicBezTo>
                  <a:cubicBezTo>
                    <a:pt x="1053" y="1369"/>
                    <a:pt x="902" y="1598"/>
                    <a:pt x="753" y="1828"/>
                  </a:cubicBezTo>
                  <a:cubicBezTo>
                    <a:pt x="737" y="1810"/>
                    <a:pt x="723" y="1794"/>
                    <a:pt x="707" y="1777"/>
                  </a:cubicBezTo>
                  <a:cubicBezTo>
                    <a:pt x="535" y="1576"/>
                    <a:pt x="482" y="1381"/>
                    <a:pt x="512" y="1117"/>
                  </a:cubicBezTo>
                  <a:cubicBezTo>
                    <a:pt x="539" y="873"/>
                    <a:pt x="587" y="563"/>
                    <a:pt x="783" y="393"/>
                  </a:cubicBezTo>
                  <a:cubicBezTo>
                    <a:pt x="859" y="327"/>
                    <a:pt x="954" y="288"/>
                    <a:pt x="1044" y="288"/>
                  </a:cubicBezTo>
                  <a:close/>
                  <a:moveTo>
                    <a:pt x="1046" y="0"/>
                  </a:moveTo>
                  <a:cubicBezTo>
                    <a:pt x="593" y="0"/>
                    <a:pt x="347" y="446"/>
                    <a:pt x="270" y="841"/>
                  </a:cubicBezTo>
                  <a:cubicBezTo>
                    <a:pt x="224" y="1084"/>
                    <a:pt x="185" y="1350"/>
                    <a:pt x="266" y="1589"/>
                  </a:cubicBezTo>
                  <a:cubicBezTo>
                    <a:pt x="330" y="1780"/>
                    <a:pt x="463" y="1929"/>
                    <a:pt x="597" y="2074"/>
                  </a:cubicBezTo>
                  <a:cubicBezTo>
                    <a:pt x="542" y="2163"/>
                    <a:pt x="489" y="2252"/>
                    <a:pt x="440" y="2344"/>
                  </a:cubicBezTo>
                  <a:cubicBezTo>
                    <a:pt x="209" y="2767"/>
                    <a:pt x="75" y="3210"/>
                    <a:pt x="41" y="3694"/>
                  </a:cubicBezTo>
                  <a:cubicBezTo>
                    <a:pt x="0" y="4302"/>
                    <a:pt x="41" y="4922"/>
                    <a:pt x="52" y="5532"/>
                  </a:cubicBezTo>
                  <a:cubicBezTo>
                    <a:pt x="60" y="6115"/>
                    <a:pt x="37" y="6714"/>
                    <a:pt x="188" y="7281"/>
                  </a:cubicBezTo>
                  <a:cubicBezTo>
                    <a:pt x="207" y="7351"/>
                    <a:pt x="262" y="7382"/>
                    <a:pt x="319" y="7382"/>
                  </a:cubicBezTo>
                  <a:cubicBezTo>
                    <a:pt x="403" y="7382"/>
                    <a:pt x="490" y="7313"/>
                    <a:pt x="463" y="7208"/>
                  </a:cubicBezTo>
                  <a:cubicBezTo>
                    <a:pt x="310" y="6643"/>
                    <a:pt x="342" y="6042"/>
                    <a:pt x="333" y="5464"/>
                  </a:cubicBezTo>
                  <a:cubicBezTo>
                    <a:pt x="323" y="4887"/>
                    <a:pt x="287" y="4304"/>
                    <a:pt x="323" y="3728"/>
                  </a:cubicBezTo>
                  <a:cubicBezTo>
                    <a:pt x="355" y="3203"/>
                    <a:pt x="530" y="2748"/>
                    <a:pt x="791" y="2303"/>
                  </a:cubicBezTo>
                  <a:cubicBezTo>
                    <a:pt x="1044" y="2654"/>
                    <a:pt x="1145" y="3076"/>
                    <a:pt x="1182" y="3513"/>
                  </a:cubicBezTo>
                  <a:cubicBezTo>
                    <a:pt x="1294" y="4816"/>
                    <a:pt x="1166" y="6163"/>
                    <a:pt x="911" y="7440"/>
                  </a:cubicBezTo>
                  <a:cubicBezTo>
                    <a:pt x="890" y="7548"/>
                    <a:pt x="980" y="7620"/>
                    <a:pt x="1063" y="7620"/>
                  </a:cubicBezTo>
                  <a:cubicBezTo>
                    <a:pt x="1117" y="7620"/>
                    <a:pt x="1168" y="7589"/>
                    <a:pt x="1182" y="7518"/>
                  </a:cubicBezTo>
                  <a:cubicBezTo>
                    <a:pt x="1395" y="6457"/>
                    <a:pt x="1503" y="5378"/>
                    <a:pt x="1496" y="4295"/>
                  </a:cubicBezTo>
                  <a:cubicBezTo>
                    <a:pt x="1492" y="3825"/>
                    <a:pt x="1483" y="3341"/>
                    <a:pt x="1368" y="2882"/>
                  </a:cubicBezTo>
                  <a:cubicBezTo>
                    <a:pt x="1319" y="2691"/>
                    <a:pt x="1248" y="2501"/>
                    <a:pt x="1152" y="2328"/>
                  </a:cubicBezTo>
                  <a:cubicBezTo>
                    <a:pt x="1094" y="2225"/>
                    <a:pt x="1024" y="2135"/>
                    <a:pt x="948" y="2048"/>
                  </a:cubicBezTo>
                  <a:cubicBezTo>
                    <a:pt x="1195" y="1679"/>
                    <a:pt x="1494" y="1298"/>
                    <a:pt x="1595" y="875"/>
                  </a:cubicBezTo>
                  <a:cubicBezTo>
                    <a:pt x="1684" y="506"/>
                    <a:pt x="1519" y="26"/>
                    <a:pt x="1083" y="1"/>
                  </a:cubicBezTo>
                  <a:cubicBezTo>
                    <a:pt x="1071" y="0"/>
                    <a:pt x="1058" y="0"/>
                    <a:pt x="1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2485120" y="2193675"/>
              <a:ext cx="205233" cy="132004"/>
            </a:xfrm>
            <a:custGeom>
              <a:rect b="b" l="l" r="r" t="t"/>
              <a:pathLst>
                <a:path extrusionOk="0" h="2475" w="3848">
                  <a:moveTo>
                    <a:pt x="2832" y="0"/>
                  </a:moveTo>
                  <a:cubicBezTo>
                    <a:pt x="2601" y="0"/>
                    <a:pt x="2367" y="24"/>
                    <a:pt x="2189" y="24"/>
                  </a:cubicBezTo>
                  <a:cubicBezTo>
                    <a:pt x="1946" y="24"/>
                    <a:pt x="1702" y="22"/>
                    <a:pt x="1459" y="22"/>
                  </a:cubicBezTo>
                  <a:cubicBezTo>
                    <a:pt x="1144" y="22"/>
                    <a:pt x="830" y="25"/>
                    <a:pt x="516" y="37"/>
                  </a:cubicBezTo>
                  <a:cubicBezTo>
                    <a:pt x="190" y="51"/>
                    <a:pt x="38" y="327"/>
                    <a:pt x="59" y="577"/>
                  </a:cubicBezTo>
                  <a:cubicBezTo>
                    <a:pt x="59" y="588"/>
                    <a:pt x="59" y="597"/>
                    <a:pt x="61" y="606"/>
                  </a:cubicBezTo>
                  <a:cubicBezTo>
                    <a:pt x="57" y="643"/>
                    <a:pt x="54" y="678"/>
                    <a:pt x="49" y="716"/>
                  </a:cubicBezTo>
                  <a:cubicBezTo>
                    <a:pt x="20" y="999"/>
                    <a:pt x="1" y="1281"/>
                    <a:pt x="38" y="1525"/>
                  </a:cubicBezTo>
                  <a:cubicBezTo>
                    <a:pt x="40" y="1587"/>
                    <a:pt x="43" y="1646"/>
                    <a:pt x="52" y="1704"/>
                  </a:cubicBezTo>
                  <a:cubicBezTo>
                    <a:pt x="57" y="1754"/>
                    <a:pt x="64" y="1802"/>
                    <a:pt x="75" y="1850"/>
                  </a:cubicBezTo>
                  <a:cubicBezTo>
                    <a:pt x="82" y="1883"/>
                    <a:pt x="91" y="1915"/>
                    <a:pt x="100" y="1947"/>
                  </a:cubicBezTo>
                  <a:cubicBezTo>
                    <a:pt x="155" y="2126"/>
                    <a:pt x="318" y="2282"/>
                    <a:pt x="511" y="2296"/>
                  </a:cubicBezTo>
                  <a:cubicBezTo>
                    <a:pt x="546" y="2309"/>
                    <a:pt x="585" y="2323"/>
                    <a:pt x="628" y="2330"/>
                  </a:cubicBezTo>
                  <a:cubicBezTo>
                    <a:pt x="1155" y="2414"/>
                    <a:pt x="1683" y="2474"/>
                    <a:pt x="2216" y="2474"/>
                  </a:cubicBezTo>
                  <a:cubicBezTo>
                    <a:pt x="2246" y="2474"/>
                    <a:pt x="2275" y="2474"/>
                    <a:pt x="2304" y="2473"/>
                  </a:cubicBezTo>
                  <a:cubicBezTo>
                    <a:pt x="2335" y="2473"/>
                    <a:pt x="2366" y="2473"/>
                    <a:pt x="2397" y="2473"/>
                  </a:cubicBezTo>
                  <a:cubicBezTo>
                    <a:pt x="2446" y="2473"/>
                    <a:pt x="2496" y="2473"/>
                    <a:pt x="2546" y="2473"/>
                  </a:cubicBezTo>
                  <a:cubicBezTo>
                    <a:pt x="2872" y="2473"/>
                    <a:pt x="3230" y="2461"/>
                    <a:pt x="3479" y="2271"/>
                  </a:cubicBezTo>
                  <a:cubicBezTo>
                    <a:pt x="3582" y="2192"/>
                    <a:pt x="3664" y="2069"/>
                    <a:pt x="3722" y="1919"/>
                  </a:cubicBezTo>
                  <a:cubicBezTo>
                    <a:pt x="3742" y="1869"/>
                    <a:pt x="3759" y="1818"/>
                    <a:pt x="3773" y="1765"/>
                  </a:cubicBezTo>
                  <a:cubicBezTo>
                    <a:pt x="3816" y="1612"/>
                    <a:pt x="3835" y="1442"/>
                    <a:pt x="3835" y="1272"/>
                  </a:cubicBezTo>
                  <a:cubicBezTo>
                    <a:pt x="3848" y="1107"/>
                    <a:pt x="3841" y="939"/>
                    <a:pt x="3814" y="779"/>
                  </a:cubicBezTo>
                  <a:cubicBezTo>
                    <a:pt x="3807" y="737"/>
                    <a:pt x="3800" y="694"/>
                    <a:pt x="3789" y="654"/>
                  </a:cubicBezTo>
                  <a:cubicBezTo>
                    <a:pt x="3729" y="423"/>
                    <a:pt x="3621" y="228"/>
                    <a:pt x="3460" y="127"/>
                  </a:cubicBezTo>
                  <a:cubicBezTo>
                    <a:pt x="3298" y="25"/>
                    <a:pt x="3067" y="0"/>
                    <a:pt x="28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2485120" y="2231222"/>
              <a:ext cx="205233" cy="56588"/>
            </a:xfrm>
            <a:custGeom>
              <a:rect b="b" l="l" r="r" t="t"/>
              <a:pathLst>
                <a:path extrusionOk="0" h="1061" w="3848">
                  <a:moveTo>
                    <a:pt x="1008" y="0"/>
                  </a:moveTo>
                  <a:cubicBezTo>
                    <a:pt x="688" y="0"/>
                    <a:pt x="368" y="4"/>
                    <a:pt x="49" y="12"/>
                  </a:cubicBezTo>
                  <a:cubicBezTo>
                    <a:pt x="20" y="295"/>
                    <a:pt x="1" y="577"/>
                    <a:pt x="38" y="821"/>
                  </a:cubicBezTo>
                  <a:cubicBezTo>
                    <a:pt x="40" y="883"/>
                    <a:pt x="43" y="942"/>
                    <a:pt x="52" y="1000"/>
                  </a:cubicBezTo>
                  <a:cubicBezTo>
                    <a:pt x="414" y="988"/>
                    <a:pt x="777" y="983"/>
                    <a:pt x="1141" y="983"/>
                  </a:cubicBezTo>
                  <a:cubicBezTo>
                    <a:pt x="2017" y="983"/>
                    <a:pt x="2898" y="1014"/>
                    <a:pt x="3773" y="1061"/>
                  </a:cubicBezTo>
                  <a:cubicBezTo>
                    <a:pt x="3816" y="908"/>
                    <a:pt x="3835" y="738"/>
                    <a:pt x="3835" y="568"/>
                  </a:cubicBezTo>
                  <a:cubicBezTo>
                    <a:pt x="3848" y="403"/>
                    <a:pt x="3841" y="235"/>
                    <a:pt x="3814" y="75"/>
                  </a:cubicBezTo>
                  <a:cubicBezTo>
                    <a:pt x="2878" y="30"/>
                    <a:pt x="1942"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2697711" y="1935802"/>
              <a:ext cx="130937" cy="210247"/>
            </a:xfrm>
            <a:custGeom>
              <a:rect b="b" l="l" r="r" t="t"/>
              <a:pathLst>
                <a:path extrusionOk="0" h="3942" w="2455">
                  <a:moveTo>
                    <a:pt x="2139" y="0"/>
                  </a:moveTo>
                  <a:cubicBezTo>
                    <a:pt x="2119" y="0"/>
                    <a:pt x="2099" y="2"/>
                    <a:pt x="2081" y="7"/>
                  </a:cubicBezTo>
                  <a:cubicBezTo>
                    <a:pt x="1946" y="43"/>
                    <a:pt x="1886" y="176"/>
                    <a:pt x="1910" y="305"/>
                  </a:cubicBezTo>
                  <a:cubicBezTo>
                    <a:pt x="1974" y="663"/>
                    <a:pt x="1884" y="1025"/>
                    <a:pt x="1765" y="1363"/>
                  </a:cubicBezTo>
                  <a:cubicBezTo>
                    <a:pt x="1655" y="1680"/>
                    <a:pt x="1537" y="2035"/>
                    <a:pt x="1333" y="2306"/>
                  </a:cubicBezTo>
                  <a:cubicBezTo>
                    <a:pt x="977" y="2783"/>
                    <a:pt x="413" y="3050"/>
                    <a:pt x="110" y="3576"/>
                  </a:cubicBezTo>
                  <a:cubicBezTo>
                    <a:pt x="0" y="3765"/>
                    <a:pt x="169" y="3942"/>
                    <a:pt x="334" y="3942"/>
                  </a:cubicBezTo>
                  <a:cubicBezTo>
                    <a:pt x="407" y="3942"/>
                    <a:pt x="479" y="3907"/>
                    <a:pt x="526" y="3825"/>
                  </a:cubicBezTo>
                  <a:cubicBezTo>
                    <a:pt x="844" y="3277"/>
                    <a:pt x="1473" y="3004"/>
                    <a:pt x="1811" y="2467"/>
                  </a:cubicBezTo>
                  <a:cubicBezTo>
                    <a:pt x="1910" y="2309"/>
                    <a:pt x="1980" y="2134"/>
                    <a:pt x="2050" y="1962"/>
                  </a:cubicBezTo>
                  <a:cubicBezTo>
                    <a:pt x="2127" y="1780"/>
                    <a:pt x="2201" y="1597"/>
                    <a:pt x="2263" y="1409"/>
                  </a:cubicBezTo>
                  <a:cubicBezTo>
                    <a:pt x="2394" y="1009"/>
                    <a:pt x="2454" y="596"/>
                    <a:pt x="2378" y="179"/>
                  </a:cubicBezTo>
                  <a:cubicBezTo>
                    <a:pt x="2359" y="70"/>
                    <a:pt x="2246" y="0"/>
                    <a:pt x="2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2727099" y="1748437"/>
              <a:ext cx="93710" cy="106563"/>
            </a:xfrm>
            <a:custGeom>
              <a:rect b="b" l="l" r="r" t="t"/>
              <a:pathLst>
                <a:path extrusionOk="0" h="1998" w="1757">
                  <a:moveTo>
                    <a:pt x="277" y="0"/>
                  </a:moveTo>
                  <a:cubicBezTo>
                    <a:pt x="192" y="0"/>
                    <a:pt x="104" y="44"/>
                    <a:pt x="64" y="120"/>
                  </a:cubicBezTo>
                  <a:cubicBezTo>
                    <a:pt x="0" y="239"/>
                    <a:pt x="36" y="377"/>
                    <a:pt x="149" y="451"/>
                  </a:cubicBezTo>
                  <a:cubicBezTo>
                    <a:pt x="213" y="494"/>
                    <a:pt x="277" y="538"/>
                    <a:pt x="339" y="586"/>
                  </a:cubicBezTo>
                  <a:cubicBezTo>
                    <a:pt x="344" y="591"/>
                    <a:pt x="353" y="598"/>
                    <a:pt x="358" y="602"/>
                  </a:cubicBezTo>
                  <a:cubicBezTo>
                    <a:pt x="372" y="614"/>
                    <a:pt x="388" y="627"/>
                    <a:pt x="403" y="639"/>
                  </a:cubicBezTo>
                  <a:cubicBezTo>
                    <a:pt x="433" y="666"/>
                    <a:pt x="463" y="690"/>
                    <a:pt x="493" y="719"/>
                  </a:cubicBezTo>
                  <a:cubicBezTo>
                    <a:pt x="608" y="825"/>
                    <a:pt x="716" y="940"/>
                    <a:pt x="815" y="1063"/>
                  </a:cubicBezTo>
                  <a:cubicBezTo>
                    <a:pt x="822" y="1071"/>
                    <a:pt x="830" y="1082"/>
                    <a:pt x="837" y="1091"/>
                  </a:cubicBezTo>
                  <a:cubicBezTo>
                    <a:pt x="836" y="1091"/>
                    <a:pt x="836" y="1090"/>
                    <a:pt x="836" y="1090"/>
                  </a:cubicBezTo>
                  <a:lnTo>
                    <a:pt x="836" y="1090"/>
                  </a:lnTo>
                  <a:cubicBezTo>
                    <a:pt x="837" y="1090"/>
                    <a:pt x="863" y="1126"/>
                    <a:pt x="863" y="1126"/>
                  </a:cubicBezTo>
                  <a:cubicBezTo>
                    <a:pt x="886" y="1158"/>
                    <a:pt x="909" y="1190"/>
                    <a:pt x="932" y="1224"/>
                  </a:cubicBezTo>
                  <a:cubicBezTo>
                    <a:pt x="973" y="1286"/>
                    <a:pt x="1012" y="1350"/>
                    <a:pt x="1049" y="1413"/>
                  </a:cubicBezTo>
                  <a:cubicBezTo>
                    <a:pt x="1088" y="1483"/>
                    <a:pt x="1126" y="1552"/>
                    <a:pt x="1159" y="1624"/>
                  </a:cubicBezTo>
                  <a:cubicBezTo>
                    <a:pt x="1177" y="1660"/>
                    <a:pt x="1193" y="1695"/>
                    <a:pt x="1207" y="1732"/>
                  </a:cubicBezTo>
                  <a:cubicBezTo>
                    <a:pt x="1209" y="1736"/>
                    <a:pt x="1211" y="1738"/>
                    <a:pt x="1211" y="1738"/>
                  </a:cubicBezTo>
                  <a:cubicBezTo>
                    <a:pt x="1212" y="1741"/>
                    <a:pt x="1212" y="1745"/>
                    <a:pt x="1216" y="1750"/>
                  </a:cubicBezTo>
                  <a:cubicBezTo>
                    <a:pt x="1223" y="1771"/>
                    <a:pt x="1232" y="1794"/>
                    <a:pt x="1241" y="1816"/>
                  </a:cubicBezTo>
                  <a:cubicBezTo>
                    <a:pt x="1278" y="1915"/>
                    <a:pt x="1368" y="1998"/>
                    <a:pt x="1474" y="1998"/>
                  </a:cubicBezTo>
                  <a:cubicBezTo>
                    <a:pt x="1495" y="1998"/>
                    <a:pt x="1516" y="1995"/>
                    <a:pt x="1538" y="1988"/>
                  </a:cubicBezTo>
                  <a:cubicBezTo>
                    <a:pt x="1654" y="1952"/>
                    <a:pt x="1756" y="1817"/>
                    <a:pt x="1710" y="1690"/>
                  </a:cubicBezTo>
                  <a:cubicBezTo>
                    <a:pt x="1459" y="1011"/>
                    <a:pt x="1003" y="432"/>
                    <a:pt x="397" y="35"/>
                  </a:cubicBezTo>
                  <a:cubicBezTo>
                    <a:pt x="362" y="11"/>
                    <a:pt x="320"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2"/>
            <p:cNvSpPr/>
            <p:nvPr/>
          </p:nvSpPr>
          <p:spPr>
            <a:xfrm>
              <a:off x="2332850" y="1917775"/>
              <a:ext cx="90936" cy="185819"/>
            </a:xfrm>
            <a:custGeom>
              <a:rect b="b" l="l" r="r" t="t"/>
              <a:pathLst>
                <a:path extrusionOk="0" h="3484" w="1705">
                  <a:moveTo>
                    <a:pt x="238" y="1"/>
                  </a:moveTo>
                  <a:cubicBezTo>
                    <a:pt x="118" y="1"/>
                    <a:pt x="1" y="78"/>
                    <a:pt x="6" y="234"/>
                  </a:cubicBezTo>
                  <a:cubicBezTo>
                    <a:pt x="49" y="1400"/>
                    <a:pt x="167" y="2741"/>
                    <a:pt x="1238" y="3443"/>
                  </a:cubicBezTo>
                  <a:cubicBezTo>
                    <a:pt x="1281" y="3471"/>
                    <a:pt x="1324" y="3484"/>
                    <a:pt x="1364" y="3484"/>
                  </a:cubicBezTo>
                  <a:cubicBezTo>
                    <a:pt x="1568" y="3484"/>
                    <a:pt x="1705" y="3168"/>
                    <a:pt x="1486" y="3025"/>
                  </a:cubicBezTo>
                  <a:cubicBezTo>
                    <a:pt x="580" y="2431"/>
                    <a:pt x="527" y="1208"/>
                    <a:pt x="492" y="237"/>
                  </a:cubicBezTo>
                  <a:cubicBezTo>
                    <a:pt x="486" y="80"/>
                    <a:pt x="361"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2523201" y="2334265"/>
              <a:ext cx="66615" cy="45175"/>
            </a:xfrm>
            <a:custGeom>
              <a:rect b="b" l="l" r="r" t="t"/>
              <a:pathLst>
                <a:path extrusionOk="0" h="847" w="1249">
                  <a:moveTo>
                    <a:pt x="435" y="91"/>
                  </a:moveTo>
                  <a:cubicBezTo>
                    <a:pt x="435" y="91"/>
                    <a:pt x="436" y="92"/>
                    <a:pt x="436" y="93"/>
                  </a:cubicBezTo>
                  <a:lnTo>
                    <a:pt x="436" y="93"/>
                  </a:lnTo>
                  <a:cubicBezTo>
                    <a:pt x="436" y="92"/>
                    <a:pt x="435" y="91"/>
                    <a:pt x="435" y="91"/>
                  </a:cubicBezTo>
                  <a:close/>
                  <a:moveTo>
                    <a:pt x="436" y="93"/>
                  </a:moveTo>
                  <a:cubicBezTo>
                    <a:pt x="441" y="98"/>
                    <a:pt x="445" y="103"/>
                    <a:pt x="449" y="108"/>
                  </a:cubicBezTo>
                  <a:lnTo>
                    <a:pt x="449" y="108"/>
                  </a:lnTo>
                  <a:cubicBezTo>
                    <a:pt x="445" y="103"/>
                    <a:pt x="441" y="98"/>
                    <a:pt x="436" y="93"/>
                  </a:cubicBezTo>
                  <a:close/>
                  <a:moveTo>
                    <a:pt x="248" y="1"/>
                  </a:moveTo>
                  <a:cubicBezTo>
                    <a:pt x="206" y="1"/>
                    <a:pt x="162" y="11"/>
                    <a:pt x="128" y="32"/>
                  </a:cubicBezTo>
                  <a:cubicBezTo>
                    <a:pt x="75" y="66"/>
                    <a:pt x="29" y="116"/>
                    <a:pt x="15" y="176"/>
                  </a:cubicBezTo>
                  <a:cubicBezTo>
                    <a:pt x="1" y="236"/>
                    <a:pt x="1" y="312"/>
                    <a:pt x="38" y="364"/>
                  </a:cubicBezTo>
                  <a:cubicBezTo>
                    <a:pt x="150" y="514"/>
                    <a:pt x="286" y="644"/>
                    <a:pt x="456" y="725"/>
                  </a:cubicBezTo>
                  <a:cubicBezTo>
                    <a:pt x="613" y="800"/>
                    <a:pt x="782" y="847"/>
                    <a:pt x="954" y="847"/>
                  </a:cubicBezTo>
                  <a:cubicBezTo>
                    <a:pt x="969" y="847"/>
                    <a:pt x="984" y="847"/>
                    <a:pt x="999" y="846"/>
                  </a:cubicBezTo>
                  <a:cubicBezTo>
                    <a:pt x="1126" y="842"/>
                    <a:pt x="1248" y="741"/>
                    <a:pt x="1243" y="605"/>
                  </a:cubicBezTo>
                  <a:cubicBezTo>
                    <a:pt x="1240" y="482"/>
                    <a:pt x="1143" y="360"/>
                    <a:pt x="1011" y="360"/>
                  </a:cubicBezTo>
                  <a:cubicBezTo>
                    <a:pt x="1008" y="360"/>
                    <a:pt x="1005" y="360"/>
                    <a:pt x="1002" y="360"/>
                  </a:cubicBezTo>
                  <a:cubicBezTo>
                    <a:pt x="991" y="361"/>
                    <a:pt x="980" y="361"/>
                    <a:pt x="969" y="361"/>
                  </a:cubicBezTo>
                  <a:cubicBezTo>
                    <a:pt x="940" y="361"/>
                    <a:pt x="910" y="359"/>
                    <a:pt x="882" y="357"/>
                  </a:cubicBezTo>
                  <a:cubicBezTo>
                    <a:pt x="823" y="346"/>
                    <a:pt x="766" y="330"/>
                    <a:pt x="713" y="309"/>
                  </a:cubicBezTo>
                  <a:cubicBezTo>
                    <a:pt x="658" y="284"/>
                    <a:pt x="607" y="254"/>
                    <a:pt x="559" y="218"/>
                  </a:cubicBezTo>
                  <a:cubicBezTo>
                    <a:pt x="520" y="184"/>
                    <a:pt x="483" y="148"/>
                    <a:pt x="449" y="108"/>
                  </a:cubicBezTo>
                  <a:lnTo>
                    <a:pt x="449" y="108"/>
                  </a:lnTo>
                  <a:cubicBezTo>
                    <a:pt x="451" y="110"/>
                    <a:pt x="453" y="113"/>
                    <a:pt x="454" y="116"/>
                  </a:cubicBezTo>
                  <a:cubicBezTo>
                    <a:pt x="417" y="66"/>
                    <a:pt x="378" y="27"/>
                    <a:pt x="314" y="9"/>
                  </a:cubicBezTo>
                  <a:cubicBezTo>
                    <a:pt x="294" y="4"/>
                    <a:pt x="272"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2570029" y="1508965"/>
              <a:ext cx="32428" cy="147738"/>
            </a:xfrm>
            <a:custGeom>
              <a:rect b="b" l="l" r="r" t="t"/>
              <a:pathLst>
                <a:path extrusionOk="0" h="2770" w="608">
                  <a:moveTo>
                    <a:pt x="245" y="1"/>
                  </a:moveTo>
                  <a:cubicBezTo>
                    <a:pt x="228" y="1"/>
                    <a:pt x="212" y="2"/>
                    <a:pt x="197" y="6"/>
                  </a:cubicBezTo>
                  <a:cubicBezTo>
                    <a:pt x="57" y="36"/>
                    <a:pt x="0" y="165"/>
                    <a:pt x="14" y="295"/>
                  </a:cubicBezTo>
                  <a:cubicBezTo>
                    <a:pt x="90" y="1035"/>
                    <a:pt x="122" y="1780"/>
                    <a:pt x="112" y="2522"/>
                  </a:cubicBezTo>
                  <a:cubicBezTo>
                    <a:pt x="109" y="2685"/>
                    <a:pt x="238" y="2769"/>
                    <a:pt x="364" y="2769"/>
                  </a:cubicBezTo>
                  <a:cubicBezTo>
                    <a:pt x="480" y="2769"/>
                    <a:pt x="594" y="2696"/>
                    <a:pt x="595" y="2545"/>
                  </a:cubicBezTo>
                  <a:cubicBezTo>
                    <a:pt x="608" y="1759"/>
                    <a:pt x="569" y="972"/>
                    <a:pt x="487" y="188"/>
                  </a:cubicBezTo>
                  <a:cubicBezTo>
                    <a:pt x="477" y="75"/>
                    <a:pt x="353"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2363091" y="1613501"/>
              <a:ext cx="80483" cy="74776"/>
            </a:xfrm>
            <a:custGeom>
              <a:rect b="b" l="l" r="r" t="t"/>
              <a:pathLst>
                <a:path extrusionOk="0" h="1402" w="1509">
                  <a:moveTo>
                    <a:pt x="292" y="0"/>
                  </a:moveTo>
                  <a:cubicBezTo>
                    <a:pt x="267" y="0"/>
                    <a:pt x="243" y="3"/>
                    <a:pt x="219" y="8"/>
                  </a:cubicBezTo>
                  <a:cubicBezTo>
                    <a:pt x="95" y="36"/>
                    <a:pt x="1" y="172"/>
                    <a:pt x="35" y="298"/>
                  </a:cubicBezTo>
                  <a:cubicBezTo>
                    <a:pt x="63" y="399"/>
                    <a:pt x="143" y="472"/>
                    <a:pt x="240" y="484"/>
                  </a:cubicBezTo>
                  <a:cubicBezTo>
                    <a:pt x="245" y="490"/>
                    <a:pt x="249" y="495"/>
                    <a:pt x="254" y="498"/>
                  </a:cubicBezTo>
                  <a:lnTo>
                    <a:pt x="371" y="621"/>
                  </a:lnTo>
                  <a:cubicBezTo>
                    <a:pt x="447" y="699"/>
                    <a:pt x="524" y="777"/>
                    <a:pt x="600" y="855"/>
                  </a:cubicBezTo>
                  <a:cubicBezTo>
                    <a:pt x="752" y="1011"/>
                    <a:pt x="903" y="1168"/>
                    <a:pt x="1055" y="1324"/>
                  </a:cubicBezTo>
                  <a:cubicBezTo>
                    <a:pt x="1104" y="1374"/>
                    <a:pt x="1174" y="1402"/>
                    <a:pt x="1243" y="1402"/>
                  </a:cubicBezTo>
                  <a:cubicBezTo>
                    <a:pt x="1299" y="1402"/>
                    <a:pt x="1356" y="1383"/>
                    <a:pt x="1399" y="1340"/>
                  </a:cubicBezTo>
                  <a:cubicBezTo>
                    <a:pt x="1489" y="1250"/>
                    <a:pt x="1509" y="1094"/>
                    <a:pt x="1415" y="996"/>
                  </a:cubicBezTo>
                  <a:cubicBezTo>
                    <a:pt x="1245" y="821"/>
                    <a:pt x="1075" y="646"/>
                    <a:pt x="905" y="470"/>
                  </a:cubicBezTo>
                  <a:cubicBezTo>
                    <a:pt x="821" y="385"/>
                    <a:pt x="738" y="300"/>
                    <a:pt x="655" y="215"/>
                  </a:cubicBezTo>
                  <a:cubicBezTo>
                    <a:pt x="605" y="164"/>
                    <a:pt x="556" y="109"/>
                    <a:pt x="497" y="66"/>
                  </a:cubicBezTo>
                  <a:cubicBezTo>
                    <a:pt x="437" y="22"/>
                    <a:pt x="365"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2758939" y="1619954"/>
              <a:ext cx="62829" cy="68642"/>
            </a:xfrm>
            <a:custGeom>
              <a:rect b="b" l="l" r="r" t="t"/>
              <a:pathLst>
                <a:path extrusionOk="0" h="1287" w="1178">
                  <a:moveTo>
                    <a:pt x="892" y="1"/>
                  </a:moveTo>
                  <a:cubicBezTo>
                    <a:pt x="836" y="1"/>
                    <a:pt x="780" y="20"/>
                    <a:pt x="738" y="64"/>
                  </a:cubicBezTo>
                  <a:cubicBezTo>
                    <a:pt x="484" y="321"/>
                    <a:pt x="257" y="606"/>
                    <a:pt x="68" y="914"/>
                  </a:cubicBezTo>
                  <a:cubicBezTo>
                    <a:pt x="0" y="1023"/>
                    <a:pt x="23" y="1182"/>
                    <a:pt x="139" y="1249"/>
                  </a:cubicBezTo>
                  <a:cubicBezTo>
                    <a:pt x="180" y="1274"/>
                    <a:pt x="227" y="1286"/>
                    <a:pt x="274" y="1286"/>
                  </a:cubicBezTo>
                  <a:cubicBezTo>
                    <a:pt x="353" y="1286"/>
                    <a:pt x="430" y="1251"/>
                    <a:pt x="475" y="1178"/>
                  </a:cubicBezTo>
                  <a:cubicBezTo>
                    <a:pt x="564" y="1035"/>
                    <a:pt x="660" y="898"/>
                    <a:pt x="762" y="766"/>
                  </a:cubicBezTo>
                  <a:cubicBezTo>
                    <a:pt x="787" y="734"/>
                    <a:pt x="812" y="702"/>
                    <a:pt x="839" y="672"/>
                  </a:cubicBezTo>
                  <a:cubicBezTo>
                    <a:pt x="844" y="663"/>
                    <a:pt x="851" y="656"/>
                    <a:pt x="858" y="649"/>
                  </a:cubicBezTo>
                  <a:cubicBezTo>
                    <a:pt x="860" y="645"/>
                    <a:pt x="867" y="638"/>
                    <a:pt x="871" y="633"/>
                  </a:cubicBezTo>
                  <a:cubicBezTo>
                    <a:pt x="878" y="626"/>
                    <a:pt x="883" y="617"/>
                    <a:pt x="890" y="610"/>
                  </a:cubicBezTo>
                  <a:cubicBezTo>
                    <a:pt x="947" y="546"/>
                    <a:pt x="1005" y="484"/>
                    <a:pt x="1064" y="422"/>
                  </a:cubicBezTo>
                  <a:cubicBezTo>
                    <a:pt x="1152" y="331"/>
                    <a:pt x="1177" y="175"/>
                    <a:pt x="1080" y="80"/>
                  </a:cubicBezTo>
                  <a:cubicBezTo>
                    <a:pt x="1032" y="30"/>
                    <a:pt x="961" y="1"/>
                    <a:pt x="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62"/>
          <p:cNvGrpSpPr/>
          <p:nvPr/>
        </p:nvGrpSpPr>
        <p:grpSpPr>
          <a:xfrm>
            <a:off x="1030083" y="1933438"/>
            <a:ext cx="605081" cy="560631"/>
            <a:chOff x="2874666" y="1089700"/>
            <a:chExt cx="535328" cy="496046"/>
          </a:xfrm>
        </p:grpSpPr>
        <p:sp>
          <p:nvSpPr>
            <p:cNvPr id="3344" name="Google Shape;3344;p62"/>
            <p:cNvSpPr/>
            <p:nvPr/>
          </p:nvSpPr>
          <p:spPr>
            <a:xfrm>
              <a:off x="2982056" y="1089700"/>
              <a:ext cx="317182" cy="89876"/>
            </a:xfrm>
            <a:custGeom>
              <a:rect b="b" l="l" r="r" t="t"/>
              <a:pathLst>
                <a:path extrusionOk="0" h="3228" w="11392">
                  <a:moveTo>
                    <a:pt x="1657" y="0"/>
                  </a:moveTo>
                  <a:cubicBezTo>
                    <a:pt x="743" y="0"/>
                    <a:pt x="0" y="743"/>
                    <a:pt x="0" y="1656"/>
                  </a:cubicBezTo>
                  <a:lnTo>
                    <a:pt x="0" y="2607"/>
                  </a:lnTo>
                  <a:cubicBezTo>
                    <a:pt x="0" y="2950"/>
                    <a:pt x="278" y="3227"/>
                    <a:pt x="621" y="3227"/>
                  </a:cubicBezTo>
                  <a:cubicBezTo>
                    <a:pt x="965" y="3227"/>
                    <a:pt x="1242" y="2950"/>
                    <a:pt x="1242" y="2607"/>
                  </a:cubicBezTo>
                  <a:lnTo>
                    <a:pt x="1242" y="1656"/>
                  </a:lnTo>
                  <a:cubicBezTo>
                    <a:pt x="1242" y="1428"/>
                    <a:pt x="1429" y="1242"/>
                    <a:pt x="1657" y="1242"/>
                  </a:cubicBezTo>
                  <a:lnTo>
                    <a:pt x="9737" y="1242"/>
                  </a:lnTo>
                  <a:cubicBezTo>
                    <a:pt x="9965" y="1242"/>
                    <a:pt x="10150" y="1428"/>
                    <a:pt x="10150" y="1656"/>
                  </a:cubicBezTo>
                  <a:lnTo>
                    <a:pt x="10150" y="2607"/>
                  </a:lnTo>
                  <a:cubicBezTo>
                    <a:pt x="10150" y="2950"/>
                    <a:pt x="10428" y="3227"/>
                    <a:pt x="10771" y="3227"/>
                  </a:cubicBezTo>
                  <a:cubicBezTo>
                    <a:pt x="11114" y="3227"/>
                    <a:pt x="11392" y="2950"/>
                    <a:pt x="11392" y="2607"/>
                  </a:cubicBezTo>
                  <a:lnTo>
                    <a:pt x="11392" y="1656"/>
                  </a:lnTo>
                  <a:cubicBezTo>
                    <a:pt x="11392" y="743"/>
                    <a:pt x="10649" y="0"/>
                    <a:pt x="97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2964181" y="1163289"/>
              <a:ext cx="76038" cy="50590"/>
            </a:xfrm>
            <a:custGeom>
              <a:rect b="b" l="l" r="r" t="t"/>
              <a:pathLst>
                <a:path extrusionOk="0" h="1817" w="2731">
                  <a:moveTo>
                    <a:pt x="622" y="0"/>
                  </a:moveTo>
                  <a:cubicBezTo>
                    <a:pt x="279" y="0"/>
                    <a:pt x="1" y="278"/>
                    <a:pt x="1" y="621"/>
                  </a:cubicBezTo>
                  <a:lnTo>
                    <a:pt x="1" y="1816"/>
                  </a:lnTo>
                  <a:lnTo>
                    <a:pt x="2730" y="1816"/>
                  </a:lnTo>
                  <a:lnTo>
                    <a:pt x="2730" y="621"/>
                  </a:lnTo>
                  <a:cubicBezTo>
                    <a:pt x="2730" y="278"/>
                    <a:pt x="2454" y="0"/>
                    <a:pt x="2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3244421" y="1163289"/>
              <a:ext cx="76010" cy="50590"/>
            </a:xfrm>
            <a:custGeom>
              <a:rect b="b" l="l" r="r" t="t"/>
              <a:pathLst>
                <a:path extrusionOk="0" h="1817" w="2730">
                  <a:moveTo>
                    <a:pt x="621" y="0"/>
                  </a:moveTo>
                  <a:cubicBezTo>
                    <a:pt x="278" y="0"/>
                    <a:pt x="0" y="278"/>
                    <a:pt x="0" y="621"/>
                  </a:cubicBezTo>
                  <a:lnTo>
                    <a:pt x="0" y="1816"/>
                  </a:lnTo>
                  <a:lnTo>
                    <a:pt x="2730" y="1816"/>
                  </a:lnTo>
                  <a:lnTo>
                    <a:pt x="2730" y="621"/>
                  </a:lnTo>
                  <a:cubicBezTo>
                    <a:pt x="2730" y="278"/>
                    <a:pt x="2452" y="0"/>
                    <a:pt x="2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2883325" y="1331071"/>
              <a:ext cx="517954" cy="254675"/>
            </a:xfrm>
            <a:custGeom>
              <a:rect b="b" l="l" r="r" t="t"/>
              <a:pathLst>
                <a:path extrusionOk="0" h="9147" w="18603">
                  <a:moveTo>
                    <a:pt x="1" y="0"/>
                  </a:moveTo>
                  <a:lnTo>
                    <a:pt x="1" y="8179"/>
                  </a:lnTo>
                  <a:cubicBezTo>
                    <a:pt x="1" y="8713"/>
                    <a:pt x="434" y="9146"/>
                    <a:pt x="968" y="9146"/>
                  </a:cubicBezTo>
                  <a:lnTo>
                    <a:pt x="17637" y="9146"/>
                  </a:lnTo>
                  <a:cubicBezTo>
                    <a:pt x="18170" y="9146"/>
                    <a:pt x="18603" y="8713"/>
                    <a:pt x="18603" y="8179"/>
                  </a:cubicBezTo>
                  <a:lnTo>
                    <a:pt x="18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2874666" y="1196756"/>
              <a:ext cx="535328" cy="218062"/>
            </a:xfrm>
            <a:custGeom>
              <a:rect b="b" l="l" r="r" t="t"/>
              <a:pathLst>
                <a:path extrusionOk="0" h="7832" w="19227">
                  <a:moveTo>
                    <a:pt x="968" y="1"/>
                  </a:moveTo>
                  <a:cubicBezTo>
                    <a:pt x="434" y="1"/>
                    <a:pt x="1" y="434"/>
                    <a:pt x="1" y="968"/>
                  </a:cubicBezTo>
                  <a:lnTo>
                    <a:pt x="1" y="4717"/>
                  </a:lnTo>
                  <a:cubicBezTo>
                    <a:pt x="1" y="5104"/>
                    <a:pt x="262" y="5441"/>
                    <a:pt x="636" y="5538"/>
                  </a:cubicBezTo>
                  <a:lnTo>
                    <a:pt x="9420" y="7806"/>
                  </a:lnTo>
                  <a:cubicBezTo>
                    <a:pt x="9484" y="7823"/>
                    <a:pt x="9549" y="7831"/>
                    <a:pt x="9614" y="7831"/>
                  </a:cubicBezTo>
                  <a:cubicBezTo>
                    <a:pt x="9678" y="7831"/>
                    <a:pt x="9743" y="7823"/>
                    <a:pt x="9807" y="7806"/>
                  </a:cubicBezTo>
                  <a:lnTo>
                    <a:pt x="18590" y="5538"/>
                  </a:lnTo>
                  <a:cubicBezTo>
                    <a:pt x="18964" y="5441"/>
                    <a:pt x="19225" y="5104"/>
                    <a:pt x="19226" y="4717"/>
                  </a:cubicBezTo>
                  <a:lnTo>
                    <a:pt x="19226" y="968"/>
                  </a:lnTo>
                  <a:cubicBezTo>
                    <a:pt x="19226" y="434"/>
                    <a:pt x="18793" y="1"/>
                    <a:pt x="182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3100305" y="1291701"/>
              <a:ext cx="84029" cy="84057"/>
            </a:xfrm>
            <a:custGeom>
              <a:rect b="b" l="l" r="r" t="t"/>
              <a:pathLst>
                <a:path extrusionOk="0" h="3019" w="3018">
                  <a:moveTo>
                    <a:pt x="1509" y="1"/>
                  </a:moveTo>
                  <a:cubicBezTo>
                    <a:pt x="676" y="1"/>
                    <a:pt x="0" y="676"/>
                    <a:pt x="0" y="1509"/>
                  </a:cubicBezTo>
                  <a:cubicBezTo>
                    <a:pt x="0" y="2342"/>
                    <a:pt x="676" y="3018"/>
                    <a:pt x="1509" y="3018"/>
                  </a:cubicBezTo>
                  <a:cubicBezTo>
                    <a:pt x="2342" y="3018"/>
                    <a:pt x="3018" y="2342"/>
                    <a:pt x="3018" y="1509"/>
                  </a:cubicBezTo>
                  <a:cubicBezTo>
                    <a:pt x="3018" y="676"/>
                    <a:pt x="2342" y="1"/>
                    <a:pt x="1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3092788" y="1317427"/>
              <a:ext cx="99064" cy="32659"/>
            </a:xfrm>
            <a:custGeom>
              <a:rect b="b" l="l" r="r" t="t"/>
              <a:pathLst>
                <a:path extrusionOk="0" h="1173" w="3558">
                  <a:moveTo>
                    <a:pt x="587" y="0"/>
                  </a:moveTo>
                  <a:cubicBezTo>
                    <a:pt x="263" y="0"/>
                    <a:pt x="1" y="262"/>
                    <a:pt x="1" y="585"/>
                  </a:cubicBezTo>
                  <a:cubicBezTo>
                    <a:pt x="1" y="910"/>
                    <a:pt x="263" y="1172"/>
                    <a:pt x="587" y="1172"/>
                  </a:cubicBezTo>
                  <a:lnTo>
                    <a:pt x="2972" y="1172"/>
                  </a:lnTo>
                  <a:cubicBezTo>
                    <a:pt x="3295" y="1172"/>
                    <a:pt x="3557" y="910"/>
                    <a:pt x="3557" y="585"/>
                  </a:cubicBezTo>
                  <a:cubicBezTo>
                    <a:pt x="3557" y="262"/>
                    <a:pt x="3295" y="0"/>
                    <a:pt x="29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2"/>
            <p:cNvSpPr/>
            <p:nvPr/>
          </p:nvSpPr>
          <p:spPr>
            <a:xfrm>
              <a:off x="3256866" y="1503975"/>
              <a:ext cx="100456" cy="42710"/>
            </a:xfrm>
            <a:custGeom>
              <a:rect b="b" l="l" r="r" t="t"/>
              <a:pathLst>
                <a:path extrusionOk="0" h="1534" w="3608">
                  <a:moveTo>
                    <a:pt x="388" y="1"/>
                  </a:moveTo>
                  <a:cubicBezTo>
                    <a:pt x="174" y="1"/>
                    <a:pt x="1" y="174"/>
                    <a:pt x="1" y="387"/>
                  </a:cubicBezTo>
                  <a:lnTo>
                    <a:pt x="1" y="1147"/>
                  </a:lnTo>
                  <a:cubicBezTo>
                    <a:pt x="1" y="1361"/>
                    <a:pt x="174" y="1534"/>
                    <a:pt x="388" y="1534"/>
                  </a:cubicBezTo>
                  <a:lnTo>
                    <a:pt x="3221" y="1534"/>
                  </a:lnTo>
                  <a:cubicBezTo>
                    <a:pt x="3434" y="1534"/>
                    <a:pt x="3607" y="1361"/>
                    <a:pt x="3607" y="1147"/>
                  </a:cubicBezTo>
                  <a:lnTo>
                    <a:pt x="3607" y="387"/>
                  </a:lnTo>
                  <a:cubicBezTo>
                    <a:pt x="3607" y="174"/>
                    <a:pt x="3434" y="1"/>
                    <a:pt x="3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62"/>
          <p:cNvGrpSpPr/>
          <p:nvPr/>
        </p:nvGrpSpPr>
        <p:grpSpPr>
          <a:xfrm>
            <a:off x="7596689" y="1975148"/>
            <a:ext cx="605049" cy="572683"/>
            <a:chOff x="4335920" y="2470849"/>
            <a:chExt cx="538731" cy="509913"/>
          </a:xfrm>
        </p:grpSpPr>
        <p:sp>
          <p:nvSpPr>
            <p:cNvPr id="3353" name="Google Shape;3353;p62"/>
            <p:cNvSpPr/>
            <p:nvPr/>
          </p:nvSpPr>
          <p:spPr>
            <a:xfrm>
              <a:off x="4335920" y="2879834"/>
              <a:ext cx="100400" cy="98646"/>
            </a:xfrm>
            <a:custGeom>
              <a:rect b="b" l="l" r="r" t="t"/>
              <a:pathLst>
                <a:path extrusionOk="0" h="3543" w="3606">
                  <a:moveTo>
                    <a:pt x="198" y="1"/>
                  </a:moveTo>
                  <a:cubicBezTo>
                    <a:pt x="0" y="1018"/>
                    <a:pt x="21" y="2069"/>
                    <a:pt x="258" y="3080"/>
                  </a:cubicBezTo>
                  <a:cubicBezTo>
                    <a:pt x="289" y="3213"/>
                    <a:pt x="393" y="3317"/>
                    <a:pt x="526" y="3349"/>
                  </a:cubicBezTo>
                  <a:cubicBezTo>
                    <a:pt x="1078" y="3478"/>
                    <a:pt x="1643" y="3543"/>
                    <a:pt x="2207" y="3543"/>
                  </a:cubicBezTo>
                  <a:cubicBezTo>
                    <a:pt x="2676" y="3543"/>
                    <a:pt x="3144" y="3498"/>
                    <a:pt x="3606" y="3408"/>
                  </a:cubicBezTo>
                  <a:cubicBezTo>
                    <a:pt x="3009" y="2943"/>
                    <a:pt x="2391" y="2392"/>
                    <a:pt x="1803" y="1803"/>
                  </a:cubicBezTo>
                  <a:cubicBezTo>
                    <a:pt x="1214" y="1214"/>
                    <a:pt x="664" y="597"/>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2"/>
            <p:cNvSpPr/>
            <p:nvPr/>
          </p:nvSpPr>
          <p:spPr>
            <a:xfrm>
              <a:off x="4347168" y="2724610"/>
              <a:ext cx="244374" cy="244401"/>
            </a:xfrm>
            <a:custGeom>
              <a:rect b="b" l="l" r="r" t="t"/>
              <a:pathLst>
                <a:path extrusionOk="0" h="8778" w="8777">
                  <a:moveTo>
                    <a:pt x="4770" y="1"/>
                  </a:moveTo>
                  <a:cubicBezTo>
                    <a:pt x="3683" y="343"/>
                    <a:pt x="2662" y="945"/>
                    <a:pt x="1801" y="1805"/>
                  </a:cubicBezTo>
                  <a:cubicBezTo>
                    <a:pt x="943" y="2663"/>
                    <a:pt x="343" y="3683"/>
                    <a:pt x="0" y="4766"/>
                  </a:cubicBezTo>
                  <a:cubicBezTo>
                    <a:pt x="509" y="5465"/>
                    <a:pt x="1151" y="6210"/>
                    <a:pt x="1860" y="6917"/>
                  </a:cubicBezTo>
                  <a:cubicBezTo>
                    <a:pt x="2567" y="7626"/>
                    <a:pt x="3314" y="8270"/>
                    <a:pt x="4011" y="8777"/>
                  </a:cubicBezTo>
                  <a:cubicBezTo>
                    <a:pt x="5094" y="8436"/>
                    <a:pt x="6114" y="7835"/>
                    <a:pt x="6973" y="6976"/>
                  </a:cubicBezTo>
                  <a:cubicBezTo>
                    <a:pt x="7834" y="6115"/>
                    <a:pt x="8434" y="5093"/>
                    <a:pt x="8777" y="4007"/>
                  </a:cubicBezTo>
                  <a:cubicBezTo>
                    <a:pt x="8264" y="3310"/>
                    <a:pt x="7622" y="2568"/>
                    <a:pt x="6915" y="1862"/>
                  </a:cubicBezTo>
                  <a:cubicBezTo>
                    <a:pt x="6209" y="1156"/>
                    <a:pt x="5468" y="514"/>
                    <a:pt x="4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4502922" y="2715227"/>
              <a:ext cx="99760" cy="98006"/>
            </a:xfrm>
            <a:custGeom>
              <a:rect b="b" l="l" r="r" t="t"/>
              <a:pathLst>
                <a:path extrusionOk="0" h="3520" w="3583">
                  <a:moveTo>
                    <a:pt x="1379" y="0"/>
                  </a:moveTo>
                  <a:cubicBezTo>
                    <a:pt x="917" y="0"/>
                    <a:pt x="456" y="44"/>
                    <a:pt x="1" y="130"/>
                  </a:cubicBezTo>
                  <a:cubicBezTo>
                    <a:pt x="594" y="598"/>
                    <a:pt x="1207" y="1145"/>
                    <a:pt x="1791" y="1729"/>
                  </a:cubicBezTo>
                  <a:cubicBezTo>
                    <a:pt x="2375" y="2314"/>
                    <a:pt x="2923" y="2926"/>
                    <a:pt x="3390" y="3520"/>
                  </a:cubicBezTo>
                  <a:cubicBezTo>
                    <a:pt x="3583" y="2509"/>
                    <a:pt x="3562" y="1466"/>
                    <a:pt x="3325" y="462"/>
                  </a:cubicBezTo>
                  <a:cubicBezTo>
                    <a:pt x="3295" y="330"/>
                    <a:pt x="3190" y="226"/>
                    <a:pt x="3058" y="195"/>
                  </a:cubicBezTo>
                  <a:cubicBezTo>
                    <a:pt x="2506" y="65"/>
                    <a:pt x="1943" y="0"/>
                    <a:pt x="1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4467339" y="2717204"/>
              <a:ext cx="131611" cy="131611"/>
            </a:xfrm>
            <a:custGeom>
              <a:rect b="b" l="l" r="r" t="t"/>
              <a:pathLst>
                <a:path extrusionOk="0" h="4727" w="4727">
                  <a:moveTo>
                    <a:pt x="1636" y="1"/>
                  </a:moveTo>
                  <a:cubicBezTo>
                    <a:pt x="1080" y="79"/>
                    <a:pt x="530" y="220"/>
                    <a:pt x="0" y="427"/>
                  </a:cubicBezTo>
                  <a:cubicBezTo>
                    <a:pt x="95" y="480"/>
                    <a:pt x="198" y="542"/>
                    <a:pt x="309" y="613"/>
                  </a:cubicBezTo>
                  <a:cubicBezTo>
                    <a:pt x="957" y="1029"/>
                    <a:pt x="1697" y="1640"/>
                    <a:pt x="2392" y="2335"/>
                  </a:cubicBezTo>
                  <a:cubicBezTo>
                    <a:pt x="3087" y="3030"/>
                    <a:pt x="3698" y="3771"/>
                    <a:pt x="4114" y="4418"/>
                  </a:cubicBezTo>
                  <a:cubicBezTo>
                    <a:pt x="4185" y="4529"/>
                    <a:pt x="4247" y="4632"/>
                    <a:pt x="4301" y="4727"/>
                  </a:cubicBezTo>
                  <a:cubicBezTo>
                    <a:pt x="4507" y="4198"/>
                    <a:pt x="4648" y="3648"/>
                    <a:pt x="4726" y="3091"/>
                  </a:cubicBezTo>
                  <a:cubicBezTo>
                    <a:pt x="4322" y="2551"/>
                    <a:pt x="3830" y="1989"/>
                    <a:pt x="3285" y="1442"/>
                  </a:cubicBezTo>
                  <a:cubicBezTo>
                    <a:pt x="2738" y="897"/>
                    <a:pt x="2176" y="406"/>
                    <a:pt x="1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4566292" y="2774198"/>
              <a:ext cx="32659" cy="74618"/>
            </a:xfrm>
            <a:custGeom>
              <a:rect b="b" l="l" r="r" t="t"/>
              <a:pathLst>
                <a:path extrusionOk="0" h="2680" w="1173">
                  <a:moveTo>
                    <a:pt x="307" y="0"/>
                  </a:moveTo>
                  <a:cubicBezTo>
                    <a:pt x="267" y="538"/>
                    <a:pt x="165" y="1072"/>
                    <a:pt x="0" y="1591"/>
                  </a:cubicBezTo>
                  <a:cubicBezTo>
                    <a:pt x="211" y="1859"/>
                    <a:pt x="400" y="2123"/>
                    <a:pt x="560" y="2371"/>
                  </a:cubicBezTo>
                  <a:cubicBezTo>
                    <a:pt x="631" y="2482"/>
                    <a:pt x="693" y="2585"/>
                    <a:pt x="747" y="2680"/>
                  </a:cubicBezTo>
                  <a:cubicBezTo>
                    <a:pt x="953" y="2151"/>
                    <a:pt x="1094" y="1601"/>
                    <a:pt x="1172" y="1044"/>
                  </a:cubicBezTo>
                  <a:cubicBezTo>
                    <a:pt x="916" y="703"/>
                    <a:pt x="625" y="350"/>
                    <a:pt x="307" y="0"/>
                  </a:cubicBezTo>
                  <a:close/>
                </a:path>
              </a:pathLst>
            </a:custGeom>
            <a:solidFill>
              <a:srgbClr val="E0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4339651" y="2844892"/>
              <a:ext cx="131611" cy="131611"/>
            </a:xfrm>
            <a:custGeom>
              <a:rect b="b" l="l" r="r" t="t"/>
              <a:pathLst>
                <a:path extrusionOk="0" h="4727" w="4727">
                  <a:moveTo>
                    <a:pt x="427" y="1"/>
                  </a:moveTo>
                  <a:cubicBezTo>
                    <a:pt x="221" y="530"/>
                    <a:pt x="79" y="1079"/>
                    <a:pt x="0" y="1635"/>
                  </a:cubicBezTo>
                  <a:cubicBezTo>
                    <a:pt x="407" y="2175"/>
                    <a:pt x="898" y="2739"/>
                    <a:pt x="1443" y="3284"/>
                  </a:cubicBezTo>
                  <a:cubicBezTo>
                    <a:pt x="1988" y="3829"/>
                    <a:pt x="2552" y="4321"/>
                    <a:pt x="3092" y="4727"/>
                  </a:cubicBezTo>
                  <a:cubicBezTo>
                    <a:pt x="3648" y="4649"/>
                    <a:pt x="4197" y="4507"/>
                    <a:pt x="4727" y="4301"/>
                  </a:cubicBezTo>
                  <a:cubicBezTo>
                    <a:pt x="4633" y="4248"/>
                    <a:pt x="4529" y="4185"/>
                    <a:pt x="4418" y="4113"/>
                  </a:cubicBezTo>
                  <a:cubicBezTo>
                    <a:pt x="3770" y="3699"/>
                    <a:pt x="3031" y="3088"/>
                    <a:pt x="2336" y="2391"/>
                  </a:cubicBezTo>
                  <a:cubicBezTo>
                    <a:pt x="1641" y="1696"/>
                    <a:pt x="1029" y="957"/>
                    <a:pt x="614" y="309"/>
                  </a:cubicBezTo>
                  <a:cubicBezTo>
                    <a:pt x="542" y="198"/>
                    <a:pt x="481" y="96"/>
                    <a:pt x="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4426966" y="2805299"/>
              <a:ext cx="84669" cy="83138"/>
            </a:xfrm>
            <a:custGeom>
              <a:rect b="b" l="l" r="r" t="t"/>
              <a:pathLst>
                <a:path extrusionOk="0" h="2986" w="3041">
                  <a:moveTo>
                    <a:pt x="2725" y="1"/>
                  </a:moveTo>
                  <a:cubicBezTo>
                    <a:pt x="2652" y="1"/>
                    <a:pt x="2579" y="29"/>
                    <a:pt x="2522" y="85"/>
                  </a:cubicBezTo>
                  <a:lnTo>
                    <a:pt x="114" y="2494"/>
                  </a:lnTo>
                  <a:cubicBezTo>
                    <a:pt x="0" y="2606"/>
                    <a:pt x="0" y="2788"/>
                    <a:pt x="114" y="2901"/>
                  </a:cubicBezTo>
                  <a:cubicBezTo>
                    <a:pt x="170" y="2957"/>
                    <a:pt x="243" y="2985"/>
                    <a:pt x="316" y="2985"/>
                  </a:cubicBezTo>
                  <a:cubicBezTo>
                    <a:pt x="390" y="2985"/>
                    <a:pt x="464" y="2957"/>
                    <a:pt x="520" y="2901"/>
                  </a:cubicBezTo>
                  <a:lnTo>
                    <a:pt x="2929" y="492"/>
                  </a:lnTo>
                  <a:cubicBezTo>
                    <a:pt x="3041" y="379"/>
                    <a:pt x="3041" y="197"/>
                    <a:pt x="2929" y="85"/>
                  </a:cubicBezTo>
                  <a:cubicBezTo>
                    <a:pt x="2872" y="29"/>
                    <a:pt x="2799"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4466559" y="2803712"/>
              <a:ext cx="46887" cy="44882"/>
            </a:xfrm>
            <a:custGeom>
              <a:rect b="b" l="l" r="r" t="t"/>
              <a:pathLst>
                <a:path extrusionOk="0" h="1612" w="1684">
                  <a:moveTo>
                    <a:pt x="325" y="1"/>
                  </a:moveTo>
                  <a:cubicBezTo>
                    <a:pt x="241" y="1"/>
                    <a:pt x="157" y="37"/>
                    <a:pt x="100" y="108"/>
                  </a:cubicBezTo>
                  <a:cubicBezTo>
                    <a:pt x="0" y="231"/>
                    <a:pt x="20" y="413"/>
                    <a:pt x="143" y="513"/>
                  </a:cubicBezTo>
                  <a:cubicBezTo>
                    <a:pt x="295" y="635"/>
                    <a:pt x="480" y="804"/>
                    <a:pt x="663" y="986"/>
                  </a:cubicBezTo>
                  <a:cubicBezTo>
                    <a:pt x="845" y="1170"/>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4445538" y="2824733"/>
              <a:ext cx="46887" cy="44882"/>
            </a:xfrm>
            <a:custGeom>
              <a:rect b="b" l="l" r="r" t="t"/>
              <a:pathLst>
                <a:path extrusionOk="0" h="1612" w="1684">
                  <a:moveTo>
                    <a:pt x="325" y="1"/>
                  </a:moveTo>
                  <a:cubicBezTo>
                    <a:pt x="241" y="1"/>
                    <a:pt x="157" y="37"/>
                    <a:pt x="100" y="108"/>
                  </a:cubicBezTo>
                  <a:cubicBezTo>
                    <a:pt x="0" y="231"/>
                    <a:pt x="20" y="412"/>
                    <a:pt x="143" y="513"/>
                  </a:cubicBezTo>
                  <a:cubicBezTo>
                    <a:pt x="294" y="634"/>
                    <a:pt x="480" y="803"/>
                    <a:pt x="663" y="986"/>
                  </a:cubicBezTo>
                  <a:cubicBezTo>
                    <a:pt x="846" y="1169"/>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4424516" y="2845755"/>
              <a:ext cx="46887" cy="44882"/>
            </a:xfrm>
            <a:custGeom>
              <a:rect b="b" l="l" r="r" t="t"/>
              <a:pathLst>
                <a:path extrusionOk="0" h="1612" w="1684">
                  <a:moveTo>
                    <a:pt x="325" y="1"/>
                  </a:moveTo>
                  <a:cubicBezTo>
                    <a:pt x="241" y="1"/>
                    <a:pt x="157" y="37"/>
                    <a:pt x="100" y="108"/>
                  </a:cubicBezTo>
                  <a:cubicBezTo>
                    <a:pt x="0" y="231"/>
                    <a:pt x="20" y="412"/>
                    <a:pt x="143" y="512"/>
                  </a:cubicBezTo>
                  <a:cubicBezTo>
                    <a:pt x="296" y="634"/>
                    <a:pt x="480" y="803"/>
                    <a:pt x="663" y="986"/>
                  </a:cubicBezTo>
                  <a:cubicBezTo>
                    <a:pt x="846" y="1169"/>
                    <a:pt x="1014" y="1354"/>
                    <a:pt x="1137" y="1505"/>
                  </a:cubicBezTo>
                  <a:cubicBezTo>
                    <a:pt x="1193" y="1575"/>
                    <a:pt x="1276" y="1611"/>
                    <a:pt x="1360" y="1611"/>
                  </a:cubicBezTo>
                  <a:cubicBezTo>
                    <a:pt x="1424" y="1611"/>
                    <a:pt x="1488"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2"/>
            <p:cNvSpPr/>
            <p:nvPr/>
          </p:nvSpPr>
          <p:spPr>
            <a:xfrm>
              <a:off x="4498105" y="2478924"/>
              <a:ext cx="314370" cy="301618"/>
            </a:xfrm>
            <a:custGeom>
              <a:rect b="b" l="l" r="r" t="t"/>
              <a:pathLst>
                <a:path extrusionOk="0" h="10833" w="11291">
                  <a:moveTo>
                    <a:pt x="4894" y="0"/>
                  </a:moveTo>
                  <a:cubicBezTo>
                    <a:pt x="4176" y="0"/>
                    <a:pt x="3470" y="175"/>
                    <a:pt x="2831" y="543"/>
                  </a:cubicBezTo>
                  <a:cubicBezTo>
                    <a:pt x="572" y="1848"/>
                    <a:pt x="0" y="5088"/>
                    <a:pt x="1553" y="7778"/>
                  </a:cubicBezTo>
                  <a:cubicBezTo>
                    <a:pt x="2667" y="9708"/>
                    <a:pt x="4573" y="10832"/>
                    <a:pt x="6395" y="10832"/>
                  </a:cubicBezTo>
                  <a:cubicBezTo>
                    <a:pt x="7114" y="10832"/>
                    <a:pt x="7819" y="10657"/>
                    <a:pt x="8459" y="10288"/>
                  </a:cubicBezTo>
                  <a:cubicBezTo>
                    <a:pt x="10717" y="8985"/>
                    <a:pt x="11291" y="5745"/>
                    <a:pt x="9737" y="3053"/>
                  </a:cubicBezTo>
                  <a:cubicBezTo>
                    <a:pt x="8622" y="1124"/>
                    <a:pt x="6717" y="0"/>
                    <a:pt x="48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4489028" y="2470849"/>
              <a:ext cx="319437" cy="375540"/>
            </a:xfrm>
            <a:custGeom>
              <a:rect b="b" l="l" r="r" t="t"/>
              <a:pathLst>
                <a:path extrusionOk="0" h="13488" w="11473">
                  <a:moveTo>
                    <a:pt x="5221" y="576"/>
                  </a:moveTo>
                  <a:cubicBezTo>
                    <a:pt x="5729" y="576"/>
                    <a:pt x="6254" y="671"/>
                    <a:pt x="6777" y="860"/>
                  </a:cubicBezTo>
                  <a:cubicBezTo>
                    <a:pt x="8017" y="1311"/>
                    <a:pt x="9096" y="2245"/>
                    <a:pt x="9814" y="3487"/>
                  </a:cubicBezTo>
                  <a:cubicBezTo>
                    <a:pt x="11286" y="6038"/>
                    <a:pt x="10759" y="9106"/>
                    <a:pt x="8641" y="10330"/>
                  </a:cubicBezTo>
                  <a:cubicBezTo>
                    <a:pt x="8048" y="10672"/>
                    <a:pt x="7392" y="10834"/>
                    <a:pt x="6723" y="10834"/>
                  </a:cubicBezTo>
                  <a:cubicBezTo>
                    <a:pt x="5001" y="10834"/>
                    <a:pt x="3189" y="9761"/>
                    <a:pt x="2129" y="7924"/>
                  </a:cubicBezTo>
                  <a:cubicBezTo>
                    <a:pt x="657" y="5375"/>
                    <a:pt x="1183" y="2305"/>
                    <a:pt x="3302" y="1082"/>
                  </a:cubicBezTo>
                  <a:cubicBezTo>
                    <a:pt x="3885" y="746"/>
                    <a:pt x="4539" y="576"/>
                    <a:pt x="5221" y="576"/>
                  </a:cubicBezTo>
                  <a:close/>
                  <a:moveTo>
                    <a:pt x="5220" y="0"/>
                  </a:moveTo>
                  <a:cubicBezTo>
                    <a:pt x="4438" y="0"/>
                    <a:pt x="3687" y="196"/>
                    <a:pt x="3014" y="585"/>
                  </a:cubicBezTo>
                  <a:cubicBezTo>
                    <a:pt x="620" y="1966"/>
                    <a:pt x="1" y="5389"/>
                    <a:pt x="1630" y="8212"/>
                  </a:cubicBezTo>
                  <a:cubicBezTo>
                    <a:pt x="2660" y="9995"/>
                    <a:pt x="4345" y="11120"/>
                    <a:pt x="6049" y="11359"/>
                  </a:cubicBezTo>
                  <a:cubicBezTo>
                    <a:pt x="7273" y="11747"/>
                    <a:pt x="8380" y="12449"/>
                    <a:pt x="9252" y="13394"/>
                  </a:cubicBezTo>
                  <a:cubicBezTo>
                    <a:pt x="9308" y="13455"/>
                    <a:pt x="9386" y="13487"/>
                    <a:pt x="9463" y="13487"/>
                  </a:cubicBezTo>
                  <a:cubicBezTo>
                    <a:pt x="9532" y="13487"/>
                    <a:pt x="9603" y="13462"/>
                    <a:pt x="9658" y="13410"/>
                  </a:cubicBezTo>
                  <a:cubicBezTo>
                    <a:pt x="9775" y="13303"/>
                    <a:pt x="9782" y="13121"/>
                    <a:pt x="9675" y="13004"/>
                  </a:cubicBezTo>
                  <a:cubicBezTo>
                    <a:pt x="9049" y="12326"/>
                    <a:pt x="8311" y="11765"/>
                    <a:pt x="7499" y="11342"/>
                  </a:cubicBezTo>
                  <a:cubicBezTo>
                    <a:pt x="7995" y="11258"/>
                    <a:pt x="8477" y="11088"/>
                    <a:pt x="8929" y="10828"/>
                  </a:cubicBezTo>
                  <a:cubicBezTo>
                    <a:pt x="9379" y="10569"/>
                    <a:pt x="9765" y="10236"/>
                    <a:pt x="10087" y="9849"/>
                  </a:cubicBezTo>
                  <a:lnTo>
                    <a:pt x="10087" y="9849"/>
                  </a:lnTo>
                  <a:cubicBezTo>
                    <a:pt x="10048" y="10764"/>
                    <a:pt x="10165" y="11683"/>
                    <a:pt x="10440" y="12563"/>
                  </a:cubicBezTo>
                  <a:cubicBezTo>
                    <a:pt x="10477" y="12685"/>
                    <a:pt x="10592" y="12764"/>
                    <a:pt x="10714" y="12764"/>
                  </a:cubicBezTo>
                  <a:cubicBezTo>
                    <a:pt x="10742" y="12764"/>
                    <a:pt x="10771" y="12760"/>
                    <a:pt x="10799" y="12752"/>
                  </a:cubicBezTo>
                  <a:cubicBezTo>
                    <a:pt x="10952" y="12704"/>
                    <a:pt x="11036" y="12543"/>
                    <a:pt x="10988" y="12391"/>
                  </a:cubicBezTo>
                  <a:cubicBezTo>
                    <a:pt x="10607" y="11165"/>
                    <a:pt x="10552" y="9855"/>
                    <a:pt x="10827" y="8601"/>
                  </a:cubicBezTo>
                  <a:cubicBezTo>
                    <a:pt x="11473" y="7006"/>
                    <a:pt x="11341" y="4984"/>
                    <a:pt x="10312" y="3201"/>
                  </a:cubicBezTo>
                  <a:cubicBezTo>
                    <a:pt x="9526" y="1840"/>
                    <a:pt x="8341" y="818"/>
                    <a:pt x="6973" y="320"/>
                  </a:cubicBezTo>
                  <a:cubicBezTo>
                    <a:pt x="6386" y="106"/>
                    <a:pt x="5795" y="0"/>
                    <a:pt x="5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4745852" y="2815712"/>
              <a:ext cx="128799" cy="165050"/>
            </a:xfrm>
            <a:custGeom>
              <a:rect b="b" l="l" r="r" t="t"/>
              <a:pathLst>
                <a:path extrusionOk="0" h="5928" w="4626">
                  <a:moveTo>
                    <a:pt x="1645" y="1"/>
                  </a:moveTo>
                  <a:cubicBezTo>
                    <a:pt x="1594" y="1"/>
                    <a:pt x="1542" y="14"/>
                    <a:pt x="1495" y="41"/>
                  </a:cubicBezTo>
                  <a:lnTo>
                    <a:pt x="194" y="793"/>
                  </a:lnTo>
                  <a:cubicBezTo>
                    <a:pt x="51" y="876"/>
                    <a:pt x="1" y="1058"/>
                    <a:pt x="84" y="1201"/>
                  </a:cubicBezTo>
                  <a:lnTo>
                    <a:pt x="2668" y="5677"/>
                  </a:lnTo>
                  <a:cubicBezTo>
                    <a:pt x="2761" y="5838"/>
                    <a:pt x="2929" y="5927"/>
                    <a:pt x="3101" y="5927"/>
                  </a:cubicBezTo>
                  <a:cubicBezTo>
                    <a:pt x="3186" y="5927"/>
                    <a:pt x="3272" y="5906"/>
                    <a:pt x="3350" y="5860"/>
                  </a:cubicBezTo>
                  <a:lnTo>
                    <a:pt x="4306" y="5309"/>
                  </a:lnTo>
                  <a:cubicBezTo>
                    <a:pt x="4544" y="5171"/>
                    <a:pt x="4626" y="4866"/>
                    <a:pt x="4488" y="4627"/>
                  </a:cubicBezTo>
                  <a:lnTo>
                    <a:pt x="1904" y="151"/>
                  </a:lnTo>
                  <a:cubicBezTo>
                    <a:pt x="1849" y="55"/>
                    <a:pt x="1748" y="1"/>
                    <a:pt x="1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4762140" y="2844056"/>
              <a:ext cx="66711" cy="57049"/>
            </a:xfrm>
            <a:custGeom>
              <a:rect b="b" l="l" r="r" t="t"/>
              <a:pathLst>
                <a:path extrusionOk="0" h="2049" w="2396">
                  <a:moveTo>
                    <a:pt x="1819" y="0"/>
                  </a:moveTo>
                  <a:lnTo>
                    <a:pt x="0" y="1050"/>
                  </a:lnTo>
                  <a:lnTo>
                    <a:pt x="576" y="2048"/>
                  </a:lnTo>
                  <a:lnTo>
                    <a:pt x="2395" y="997"/>
                  </a:lnTo>
                  <a:lnTo>
                    <a:pt x="1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4544074" y="2609424"/>
              <a:ext cx="84057" cy="129885"/>
            </a:xfrm>
            <a:custGeom>
              <a:rect b="b" l="l" r="r" t="t"/>
              <a:pathLst>
                <a:path extrusionOk="0" h="4665" w="3019">
                  <a:moveTo>
                    <a:pt x="328" y="0"/>
                  </a:moveTo>
                  <a:cubicBezTo>
                    <a:pt x="279" y="0"/>
                    <a:pt x="230" y="13"/>
                    <a:pt x="185" y="39"/>
                  </a:cubicBezTo>
                  <a:cubicBezTo>
                    <a:pt x="48" y="118"/>
                    <a:pt x="1" y="295"/>
                    <a:pt x="80" y="431"/>
                  </a:cubicBezTo>
                  <a:lnTo>
                    <a:pt x="2440" y="4521"/>
                  </a:lnTo>
                  <a:cubicBezTo>
                    <a:pt x="2494" y="4612"/>
                    <a:pt x="2590" y="4665"/>
                    <a:pt x="2690" y="4665"/>
                  </a:cubicBezTo>
                  <a:cubicBezTo>
                    <a:pt x="2739" y="4665"/>
                    <a:pt x="2788" y="4651"/>
                    <a:pt x="2834" y="4626"/>
                  </a:cubicBezTo>
                  <a:cubicBezTo>
                    <a:pt x="2971" y="4546"/>
                    <a:pt x="3018" y="4371"/>
                    <a:pt x="2939" y="4233"/>
                  </a:cubicBezTo>
                  <a:lnTo>
                    <a:pt x="578" y="145"/>
                  </a:lnTo>
                  <a:cubicBezTo>
                    <a:pt x="524" y="52"/>
                    <a:pt x="428" y="0"/>
                    <a:pt x="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4548417" y="2551204"/>
              <a:ext cx="128911" cy="207510"/>
            </a:xfrm>
            <a:custGeom>
              <a:rect b="b" l="l" r="r" t="t"/>
              <a:pathLst>
                <a:path extrusionOk="0" h="7453" w="4630">
                  <a:moveTo>
                    <a:pt x="330" y="0"/>
                  </a:moveTo>
                  <a:cubicBezTo>
                    <a:pt x="281" y="0"/>
                    <a:pt x="232" y="13"/>
                    <a:pt x="186" y="39"/>
                  </a:cubicBezTo>
                  <a:cubicBezTo>
                    <a:pt x="48" y="118"/>
                    <a:pt x="1" y="294"/>
                    <a:pt x="81" y="432"/>
                  </a:cubicBezTo>
                  <a:lnTo>
                    <a:pt x="4051" y="7308"/>
                  </a:lnTo>
                  <a:cubicBezTo>
                    <a:pt x="4105" y="7401"/>
                    <a:pt x="4201" y="7452"/>
                    <a:pt x="4300" y="7452"/>
                  </a:cubicBezTo>
                  <a:cubicBezTo>
                    <a:pt x="4349" y="7452"/>
                    <a:pt x="4399" y="7440"/>
                    <a:pt x="4444" y="7414"/>
                  </a:cubicBezTo>
                  <a:cubicBezTo>
                    <a:pt x="4582" y="7335"/>
                    <a:pt x="4629" y="7158"/>
                    <a:pt x="4549" y="7022"/>
                  </a:cubicBezTo>
                  <a:lnTo>
                    <a:pt x="579" y="144"/>
                  </a:lnTo>
                  <a:cubicBezTo>
                    <a:pt x="526" y="52"/>
                    <a:pt x="430"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4570330" y="2523361"/>
              <a:ext cx="141050" cy="228615"/>
            </a:xfrm>
            <a:custGeom>
              <a:rect b="b" l="l" r="r" t="t"/>
              <a:pathLst>
                <a:path extrusionOk="0" h="8211" w="5066">
                  <a:moveTo>
                    <a:pt x="330" y="0"/>
                  </a:moveTo>
                  <a:cubicBezTo>
                    <a:pt x="281" y="0"/>
                    <a:pt x="231" y="13"/>
                    <a:pt x="186" y="39"/>
                  </a:cubicBezTo>
                  <a:cubicBezTo>
                    <a:pt x="48" y="118"/>
                    <a:pt x="1" y="294"/>
                    <a:pt x="81" y="432"/>
                  </a:cubicBezTo>
                  <a:lnTo>
                    <a:pt x="4489" y="8067"/>
                  </a:lnTo>
                  <a:cubicBezTo>
                    <a:pt x="4541" y="8158"/>
                    <a:pt x="4639" y="8211"/>
                    <a:pt x="4738" y="8211"/>
                  </a:cubicBezTo>
                  <a:cubicBezTo>
                    <a:pt x="4786" y="8211"/>
                    <a:pt x="4836" y="8197"/>
                    <a:pt x="4882" y="8172"/>
                  </a:cubicBezTo>
                  <a:cubicBezTo>
                    <a:pt x="5019" y="8092"/>
                    <a:pt x="5066" y="7917"/>
                    <a:pt x="4986" y="7779"/>
                  </a:cubicBezTo>
                  <a:lnTo>
                    <a:pt x="579" y="144"/>
                  </a:lnTo>
                  <a:cubicBezTo>
                    <a:pt x="526" y="52"/>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4598813" y="2506906"/>
              <a:ext cx="141050" cy="228615"/>
            </a:xfrm>
            <a:custGeom>
              <a:rect b="b" l="l" r="r" t="t"/>
              <a:pathLst>
                <a:path extrusionOk="0" h="8211" w="5066">
                  <a:moveTo>
                    <a:pt x="329" y="0"/>
                  </a:moveTo>
                  <a:cubicBezTo>
                    <a:pt x="281" y="0"/>
                    <a:pt x="231" y="12"/>
                    <a:pt x="186" y="38"/>
                  </a:cubicBezTo>
                  <a:cubicBezTo>
                    <a:pt x="48" y="118"/>
                    <a:pt x="1" y="295"/>
                    <a:pt x="80" y="431"/>
                  </a:cubicBezTo>
                  <a:lnTo>
                    <a:pt x="4489" y="8066"/>
                  </a:lnTo>
                  <a:cubicBezTo>
                    <a:pt x="4542" y="8159"/>
                    <a:pt x="4638" y="8210"/>
                    <a:pt x="4738" y="8210"/>
                  </a:cubicBezTo>
                  <a:cubicBezTo>
                    <a:pt x="4787" y="8210"/>
                    <a:pt x="4835" y="8198"/>
                    <a:pt x="4882" y="8172"/>
                  </a:cubicBezTo>
                  <a:cubicBezTo>
                    <a:pt x="5018" y="8092"/>
                    <a:pt x="5066" y="7916"/>
                    <a:pt x="4987" y="7778"/>
                  </a:cubicBezTo>
                  <a:lnTo>
                    <a:pt x="579" y="145"/>
                  </a:lnTo>
                  <a:cubicBezTo>
                    <a:pt x="526" y="52"/>
                    <a:pt x="429"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4633895" y="2501866"/>
              <a:ext cx="128883" cy="207482"/>
            </a:xfrm>
            <a:custGeom>
              <a:rect b="b" l="l" r="r" t="t"/>
              <a:pathLst>
                <a:path extrusionOk="0" h="7452" w="4629">
                  <a:moveTo>
                    <a:pt x="329" y="0"/>
                  </a:moveTo>
                  <a:cubicBezTo>
                    <a:pt x="280" y="0"/>
                    <a:pt x="230" y="13"/>
                    <a:pt x="185" y="39"/>
                  </a:cubicBezTo>
                  <a:cubicBezTo>
                    <a:pt x="48" y="118"/>
                    <a:pt x="1" y="294"/>
                    <a:pt x="80" y="432"/>
                  </a:cubicBezTo>
                  <a:lnTo>
                    <a:pt x="4050" y="7308"/>
                  </a:lnTo>
                  <a:cubicBezTo>
                    <a:pt x="4104" y="7401"/>
                    <a:pt x="4200" y="7452"/>
                    <a:pt x="4300" y="7452"/>
                  </a:cubicBezTo>
                  <a:cubicBezTo>
                    <a:pt x="4349" y="7452"/>
                    <a:pt x="4399" y="7440"/>
                    <a:pt x="4444" y="7414"/>
                  </a:cubicBezTo>
                  <a:cubicBezTo>
                    <a:pt x="4580" y="7335"/>
                    <a:pt x="4628" y="7158"/>
                    <a:pt x="4549" y="7021"/>
                  </a:cubicBezTo>
                  <a:lnTo>
                    <a:pt x="579" y="144"/>
                  </a:lnTo>
                  <a:cubicBezTo>
                    <a:pt x="525" y="52"/>
                    <a:pt x="428"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4686490" y="2527204"/>
              <a:ext cx="79657" cy="122256"/>
            </a:xfrm>
            <a:custGeom>
              <a:rect b="b" l="l" r="r" t="t"/>
              <a:pathLst>
                <a:path extrusionOk="0" h="4391" w="2861">
                  <a:moveTo>
                    <a:pt x="330" y="0"/>
                  </a:moveTo>
                  <a:cubicBezTo>
                    <a:pt x="281" y="0"/>
                    <a:pt x="231" y="13"/>
                    <a:pt x="186" y="39"/>
                  </a:cubicBezTo>
                  <a:cubicBezTo>
                    <a:pt x="49" y="118"/>
                    <a:pt x="1" y="294"/>
                    <a:pt x="80" y="432"/>
                  </a:cubicBezTo>
                  <a:lnTo>
                    <a:pt x="2283" y="4247"/>
                  </a:lnTo>
                  <a:cubicBezTo>
                    <a:pt x="2337" y="4338"/>
                    <a:pt x="2433" y="4390"/>
                    <a:pt x="2532" y="4390"/>
                  </a:cubicBezTo>
                  <a:cubicBezTo>
                    <a:pt x="2582" y="4390"/>
                    <a:pt x="2630" y="4377"/>
                    <a:pt x="2676" y="4351"/>
                  </a:cubicBezTo>
                  <a:cubicBezTo>
                    <a:pt x="2813" y="4272"/>
                    <a:pt x="2861" y="4097"/>
                    <a:pt x="2782" y="3959"/>
                  </a:cubicBezTo>
                  <a:lnTo>
                    <a:pt x="579" y="144"/>
                  </a:lnTo>
                  <a:cubicBezTo>
                    <a:pt x="526" y="51"/>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2"/>
            <p:cNvSpPr/>
            <p:nvPr/>
          </p:nvSpPr>
          <p:spPr>
            <a:xfrm>
              <a:off x="4551062" y="2519714"/>
              <a:ext cx="126850" cy="78711"/>
            </a:xfrm>
            <a:custGeom>
              <a:rect b="b" l="l" r="r" t="t"/>
              <a:pathLst>
                <a:path extrusionOk="0" h="2827" w="4556">
                  <a:moveTo>
                    <a:pt x="4227" y="1"/>
                  </a:moveTo>
                  <a:cubicBezTo>
                    <a:pt x="4178" y="1"/>
                    <a:pt x="4129" y="13"/>
                    <a:pt x="4083" y="39"/>
                  </a:cubicBezTo>
                  <a:lnTo>
                    <a:pt x="185" y="2290"/>
                  </a:lnTo>
                  <a:cubicBezTo>
                    <a:pt x="47" y="2369"/>
                    <a:pt x="1" y="2545"/>
                    <a:pt x="80" y="2682"/>
                  </a:cubicBezTo>
                  <a:cubicBezTo>
                    <a:pt x="133" y="2775"/>
                    <a:pt x="230" y="2826"/>
                    <a:pt x="329" y="2826"/>
                  </a:cubicBezTo>
                  <a:cubicBezTo>
                    <a:pt x="378" y="2826"/>
                    <a:pt x="428" y="2814"/>
                    <a:pt x="473" y="2787"/>
                  </a:cubicBezTo>
                  <a:lnTo>
                    <a:pt x="4371" y="537"/>
                  </a:lnTo>
                  <a:cubicBezTo>
                    <a:pt x="4509" y="458"/>
                    <a:pt x="4555" y="282"/>
                    <a:pt x="4476" y="144"/>
                  </a:cubicBezTo>
                  <a:cubicBezTo>
                    <a:pt x="4423" y="52"/>
                    <a:pt x="4326" y="1"/>
                    <a:pt x="4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4539675" y="2532132"/>
              <a:ext cx="182508" cy="110841"/>
            </a:xfrm>
            <a:custGeom>
              <a:rect b="b" l="l" r="r" t="t"/>
              <a:pathLst>
                <a:path extrusionOk="0" h="3981" w="6555">
                  <a:moveTo>
                    <a:pt x="6227" y="1"/>
                  </a:moveTo>
                  <a:cubicBezTo>
                    <a:pt x="6178" y="1"/>
                    <a:pt x="6128" y="13"/>
                    <a:pt x="6083" y="40"/>
                  </a:cubicBezTo>
                  <a:lnTo>
                    <a:pt x="186" y="3444"/>
                  </a:lnTo>
                  <a:cubicBezTo>
                    <a:pt x="48" y="3523"/>
                    <a:pt x="0" y="3699"/>
                    <a:pt x="81" y="3837"/>
                  </a:cubicBezTo>
                  <a:cubicBezTo>
                    <a:pt x="133" y="3929"/>
                    <a:pt x="231" y="3981"/>
                    <a:pt x="329" y="3981"/>
                  </a:cubicBezTo>
                  <a:cubicBezTo>
                    <a:pt x="378" y="3981"/>
                    <a:pt x="428" y="3968"/>
                    <a:pt x="473" y="3941"/>
                  </a:cubicBezTo>
                  <a:lnTo>
                    <a:pt x="6370" y="537"/>
                  </a:lnTo>
                  <a:cubicBezTo>
                    <a:pt x="6507" y="458"/>
                    <a:pt x="6555" y="283"/>
                    <a:pt x="6475" y="145"/>
                  </a:cubicBezTo>
                  <a:cubicBezTo>
                    <a:pt x="6422" y="52"/>
                    <a:pt x="6326" y="1"/>
                    <a:pt x="6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4549865" y="2556995"/>
              <a:ext cx="195065" cy="118108"/>
            </a:xfrm>
            <a:custGeom>
              <a:rect b="b" l="l" r="r" t="t"/>
              <a:pathLst>
                <a:path extrusionOk="0" h="4242" w="7006">
                  <a:moveTo>
                    <a:pt x="6677" y="0"/>
                  </a:moveTo>
                  <a:cubicBezTo>
                    <a:pt x="6628" y="0"/>
                    <a:pt x="6578" y="13"/>
                    <a:pt x="6533" y="40"/>
                  </a:cubicBezTo>
                  <a:lnTo>
                    <a:pt x="184" y="3705"/>
                  </a:lnTo>
                  <a:cubicBezTo>
                    <a:pt x="46" y="3784"/>
                    <a:pt x="0" y="3960"/>
                    <a:pt x="79" y="4097"/>
                  </a:cubicBezTo>
                  <a:cubicBezTo>
                    <a:pt x="133" y="4189"/>
                    <a:pt x="229" y="4241"/>
                    <a:pt x="328" y="4241"/>
                  </a:cubicBezTo>
                  <a:cubicBezTo>
                    <a:pt x="377" y="4241"/>
                    <a:pt x="427" y="4229"/>
                    <a:pt x="472" y="4202"/>
                  </a:cubicBezTo>
                  <a:lnTo>
                    <a:pt x="6820" y="537"/>
                  </a:lnTo>
                  <a:cubicBezTo>
                    <a:pt x="6958" y="458"/>
                    <a:pt x="7006" y="282"/>
                    <a:pt x="6925" y="145"/>
                  </a:cubicBezTo>
                  <a:cubicBezTo>
                    <a:pt x="6872"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4566292" y="2585479"/>
              <a:ext cx="195092" cy="118108"/>
            </a:xfrm>
            <a:custGeom>
              <a:rect b="b" l="l" r="r" t="t"/>
              <a:pathLst>
                <a:path extrusionOk="0" h="4242" w="7007">
                  <a:moveTo>
                    <a:pt x="6677" y="0"/>
                  </a:moveTo>
                  <a:cubicBezTo>
                    <a:pt x="6628" y="0"/>
                    <a:pt x="6579" y="13"/>
                    <a:pt x="6534" y="39"/>
                  </a:cubicBezTo>
                  <a:lnTo>
                    <a:pt x="185" y="3705"/>
                  </a:lnTo>
                  <a:cubicBezTo>
                    <a:pt x="48" y="3784"/>
                    <a:pt x="0" y="3960"/>
                    <a:pt x="80" y="4098"/>
                  </a:cubicBezTo>
                  <a:cubicBezTo>
                    <a:pt x="133" y="4189"/>
                    <a:pt x="230" y="4242"/>
                    <a:pt x="330" y="4242"/>
                  </a:cubicBezTo>
                  <a:cubicBezTo>
                    <a:pt x="378" y="4242"/>
                    <a:pt x="427" y="4228"/>
                    <a:pt x="472" y="4203"/>
                  </a:cubicBezTo>
                  <a:lnTo>
                    <a:pt x="6821" y="538"/>
                  </a:lnTo>
                  <a:cubicBezTo>
                    <a:pt x="6958" y="458"/>
                    <a:pt x="7006" y="281"/>
                    <a:pt x="6927" y="145"/>
                  </a:cubicBezTo>
                  <a:cubicBezTo>
                    <a:pt x="6873"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4589012" y="2617610"/>
              <a:ext cx="182508" cy="110841"/>
            </a:xfrm>
            <a:custGeom>
              <a:rect b="b" l="l" r="r" t="t"/>
              <a:pathLst>
                <a:path extrusionOk="0" h="3981" w="6555">
                  <a:moveTo>
                    <a:pt x="6226" y="0"/>
                  </a:moveTo>
                  <a:cubicBezTo>
                    <a:pt x="6177" y="0"/>
                    <a:pt x="6128" y="12"/>
                    <a:pt x="6083" y="38"/>
                  </a:cubicBezTo>
                  <a:lnTo>
                    <a:pt x="186" y="3444"/>
                  </a:lnTo>
                  <a:cubicBezTo>
                    <a:pt x="48" y="3523"/>
                    <a:pt x="0" y="3699"/>
                    <a:pt x="81" y="3836"/>
                  </a:cubicBezTo>
                  <a:cubicBezTo>
                    <a:pt x="133" y="3928"/>
                    <a:pt x="230" y="3980"/>
                    <a:pt x="330" y="3980"/>
                  </a:cubicBezTo>
                  <a:cubicBezTo>
                    <a:pt x="378" y="3980"/>
                    <a:pt x="428" y="3967"/>
                    <a:pt x="474" y="3941"/>
                  </a:cubicBezTo>
                  <a:lnTo>
                    <a:pt x="6371" y="537"/>
                  </a:lnTo>
                  <a:cubicBezTo>
                    <a:pt x="6507" y="457"/>
                    <a:pt x="6555" y="281"/>
                    <a:pt x="6475" y="143"/>
                  </a:cubicBezTo>
                  <a:cubicBezTo>
                    <a:pt x="6422" y="52"/>
                    <a:pt x="6326"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4646118" y="2662158"/>
              <a:ext cx="114043" cy="71277"/>
            </a:xfrm>
            <a:custGeom>
              <a:rect b="b" l="l" r="r" t="t"/>
              <a:pathLst>
                <a:path extrusionOk="0" h="2560" w="4096">
                  <a:moveTo>
                    <a:pt x="3766" y="0"/>
                  </a:moveTo>
                  <a:cubicBezTo>
                    <a:pt x="3718" y="0"/>
                    <a:pt x="3668" y="13"/>
                    <a:pt x="3623" y="39"/>
                  </a:cubicBezTo>
                  <a:lnTo>
                    <a:pt x="185" y="2023"/>
                  </a:lnTo>
                  <a:cubicBezTo>
                    <a:pt x="48" y="2102"/>
                    <a:pt x="1" y="2279"/>
                    <a:pt x="80" y="2416"/>
                  </a:cubicBezTo>
                  <a:cubicBezTo>
                    <a:pt x="134" y="2508"/>
                    <a:pt x="230" y="2560"/>
                    <a:pt x="329" y="2560"/>
                  </a:cubicBezTo>
                  <a:cubicBezTo>
                    <a:pt x="379" y="2560"/>
                    <a:pt x="428" y="2547"/>
                    <a:pt x="473" y="2522"/>
                  </a:cubicBezTo>
                  <a:lnTo>
                    <a:pt x="3911" y="536"/>
                  </a:lnTo>
                  <a:cubicBezTo>
                    <a:pt x="4048" y="457"/>
                    <a:pt x="4095" y="281"/>
                    <a:pt x="4016" y="144"/>
                  </a:cubicBezTo>
                  <a:cubicBezTo>
                    <a:pt x="3963" y="52"/>
                    <a:pt x="386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2"/>
            <p:cNvSpPr/>
            <p:nvPr/>
          </p:nvSpPr>
          <p:spPr>
            <a:xfrm>
              <a:off x="4524194" y="2733297"/>
              <a:ext cx="245153" cy="245181"/>
            </a:xfrm>
            <a:custGeom>
              <a:rect b="b" l="l" r="r" t="t"/>
              <a:pathLst>
                <a:path extrusionOk="0" h="8806" w="8805">
                  <a:moveTo>
                    <a:pt x="4402" y="1"/>
                  </a:moveTo>
                  <a:cubicBezTo>
                    <a:pt x="1971" y="1"/>
                    <a:pt x="0" y="1972"/>
                    <a:pt x="0" y="4404"/>
                  </a:cubicBezTo>
                  <a:cubicBezTo>
                    <a:pt x="0" y="6835"/>
                    <a:pt x="1971" y="8806"/>
                    <a:pt x="4402" y="8806"/>
                  </a:cubicBezTo>
                  <a:cubicBezTo>
                    <a:pt x="6834" y="8806"/>
                    <a:pt x="8805" y="6835"/>
                    <a:pt x="8805" y="4404"/>
                  </a:cubicBezTo>
                  <a:cubicBezTo>
                    <a:pt x="8805" y="1972"/>
                    <a:pt x="6834" y="1"/>
                    <a:pt x="4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4524138" y="2733297"/>
              <a:ext cx="242898" cy="245181"/>
            </a:xfrm>
            <a:custGeom>
              <a:rect b="b" l="l" r="r" t="t"/>
              <a:pathLst>
                <a:path extrusionOk="0" h="8806" w="8724">
                  <a:moveTo>
                    <a:pt x="4404" y="1"/>
                  </a:moveTo>
                  <a:cubicBezTo>
                    <a:pt x="4271" y="1"/>
                    <a:pt x="4140" y="7"/>
                    <a:pt x="4011" y="19"/>
                  </a:cubicBezTo>
                  <a:cubicBezTo>
                    <a:pt x="3820" y="260"/>
                    <a:pt x="3512" y="696"/>
                    <a:pt x="3230" y="1318"/>
                  </a:cubicBezTo>
                  <a:cubicBezTo>
                    <a:pt x="2834" y="2193"/>
                    <a:pt x="2413" y="3617"/>
                    <a:pt x="2629" y="5472"/>
                  </a:cubicBezTo>
                  <a:cubicBezTo>
                    <a:pt x="2277" y="5397"/>
                    <a:pt x="1939" y="5289"/>
                    <a:pt x="1622" y="5152"/>
                  </a:cubicBezTo>
                  <a:cubicBezTo>
                    <a:pt x="1753" y="3699"/>
                    <a:pt x="862" y="2705"/>
                    <a:pt x="573" y="2424"/>
                  </a:cubicBezTo>
                  <a:cubicBezTo>
                    <a:pt x="556" y="2409"/>
                    <a:pt x="530" y="2390"/>
                    <a:pt x="498" y="2371"/>
                  </a:cubicBezTo>
                  <a:cubicBezTo>
                    <a:pt x="406" y="2549"/>
                    <a:pt x="325" y="2733"/>
                    <a:pt x="257" y="2923"/>
                  </a:cubicBezTo>
                  <a:cubicBezTo>
                    <a:pt x="529" y="3214"/>
                    <a:pt x="1059" y="3905"/>
                    <a:pt x="1059" y="4865"/>
                  </a:cubicBezTo>
                  <a:cubicBezTo>
                    <a:pt x="744" y="4677"/>
                    <a:pt x="456" y="4455"/>
                    <a:pt x="204" y="4204"/>
                  </a:cubicBezTo>
                  <a:cubicBezTo>
                    <a:pt x="172" y="4171"/>
                    <a:pt x="102" y="4103"/>
                    <a:pt x="18" y="4025"/>
                  </a:cubicBezTo>
                  <a:cubicBezTo>
                    <a:pt x="7" y="4149"/>
                    <a:pt x="1" y="4276"/>
                    <a:pt x="1" y="4404"/>
                  </a:cubicBezTo>
                  <a:cubicBezTo>
                    <a:pt x="1" y="4544"/>
                    <a:pt x="8" y="4682"/>
                    <a:pt x="22" y="4820"/>
                  </a:cubicBezTo>
                  <a:cubicBezTo>
                    <a:pt x="309" y="5073"/>
                    <a:pt x="633" y="5294"/>
                    <a:pt x="981" y="5481"/>
                  </a:cubicBezTo>
                  <a:cubicBezTo>
                    <a:pt x="889" y="5809"/>
                    <a:pt x="703" y="6081"/>
                    <a:pt x="426" y="6292"/>
                  </a:cubicBezTo>
                  <a:lnTo>
                    <a:pt x="708" y="6797"/>
                  </a:lnTo>
                  <a:cubicBezTo>
                    <a:pt x="718" y="6791"/>
                    <a:pt x="724" y="6787"/>
                    <a:pt x="729" y="6785"/>
                  </a:cubicBezTo>
                  <a:cubicBezTo>
                    <a:pt x="1108" y="6509"/>
                    <a:pt x="1369" y="6154"/>
                    <a:pt x="1508" y="5727"/>
                  </a:cubicBezTo>
                  <a:cubicBezTo>
                    <a:pt x="1891" y="5883"/>
                    <a:pt x="2299" y="6002"/>
                    <a:pt x="2721" y="6077"/>
                  </a:cubicBezTo>
                  <a:cubicBezTo>
                    <a:pt x="3005" y="7555"/>
                    <a:pt x="3613" y="8401"/>
                    <a:pt x="3966" y="8785"/>
                  </a:cubicBezTo>
                  <a:cubicBezTo>
                    <a:pt x="4110" y="8798"/>
                    <a:pt x="4256" y="8806"/>
                    <a:pt x="4404" y="8806"/>
                  </a:cubicBezTo>
                  <a:cubicBezTo>
                    <a:pt x="4557" y="8806"/>
                    <a:pt x="4710" y="8798"/>
                    <a:pt x="4859" y="8782"/>
                  </a:cubicBezTo>
                  <a:cubicBezTo>
                    <a:pt x="4737" y="8691"/>
                    <a:pt x="4624" y="8613"/>
                    <a:pt x="4578" y="8577"/>
                  </a:cubicBezTo>
                  <a:cubicBezTo>
                    <a:pt x="4568" y="8570"/>
                    <a:pt x="3709" y="7885"/>
                    <a:pt x="3326" y="6155"/>
                  </a:cubicBezTo>
                  <a:lnTo>
                    <a:pt x="3326" y="6155"/>
                  </a:lnTo>
                  <a:cubicBezTo>
                    <a:pt x="3506" y="6171"/>
                    <a:pt x="3690" y="6178"/>
                    <a:pt x="3876" y="6178"/>
                  </a:cubicBezTo>
                  <a:cubicBezTo>
                    <a:pt x="4265" y="6178"/>
                    <a:pt x="4648" y="6144"/>
                    <a:pt x="5018" y="6078"/>
                  </a:cubicBezTo>
                  <a:cubicBezTo>
                    <a:pt x="5362" y="6475"/>
                    <a:pt x="5858" y="6610"/>
                    <a:pt x="6376" y="6610"/>
                  </a:cubicBezTo>
                  <a:cubicBezTo>
                    <a:pt x="7181" y="6610"/>
                    <a:pt x="8042" y="6283"/>
                    <a:pt x="8469" y="6096"/>
                  </a:cubicBezTo>
                  <a:lnTo>
                    <a:pt x="8697" y="5382"/>
                  </a:lnTo>
                  <a:lnTo>
                    <a:pt x="8697" y="5382"/>
                  </a:lnTo>
                  <a:cubicBezTo>
                    <a:pt x="8601" y="5408"/>
                    <a:pt x="8519" y="5436"/>
                    <a:pt x="8477" y="5456"/>
                  </a:cubicBezTo>
                  <a:cubicBezTo>
                    <a:pt x="8461" y="5465"/>
                    <a:pt x="7310" y="6038"/>
                    <a:pt x="6375" y="6038"/>
                  </a:cubicBezTo>
                  <a:cubicBezTo>
                    <a:pt x="6138" y="6038"/>
                    <a:pt x="5915" y="6001"/>
                    <a:pt x="5728" y="5909"/>
                  </a:cubicBezTo>
                  <a:cubicBezTo>
                    <a:pt x="6181" y="5772"/>
                    <a:pt x="6610" y="5583"/>
                    <a:pt x="7005" y="5345"/>
                  </a:cubicBezTo>
                  <a:cubicBezTo>
                    <a:pt x="7771" y="4886"/>
                    <a:pt x="8370" y="4258"/>
                    <a:pt x="8724" y="3550"/>
                  </a:cubicBezTo>
                  <a:cubicBezTo>
                    <a:pt x="8663" y="3243"/>
                    <a:pt x="8571" y="2948"/>
                    <a:pt x="8451" y="2667"/>
                  </a:cubicBezTo>
                  <a:cubicBezTo>
                    <a:pt x="8396" y="2815"/>
                    <a:pt x="8352" y="2954"/>
                    <a:pt x="8336" y="3000"/>
                  </a:cubicBezTo>
                  <a:cubicBezTo>
                    <a:pt x="7899" y="4170"/>
                    <a:pt x="6730" y="5069"/>
                    <a:pt x="5287" y="5431"/>
                  </a:cubicBezTo>
                  <a:cubicBezTo>
                    <a:pt x="5209" y="5242"/>
                    <a:pt x="5194" y="5036"/>
                    <a:pt x="5243" y="4808"/>
                  </a:cubicBezTo>
                  <a:cubicBezTo>
                    <a:pt x="5362" y="4244"/>
                    <a:pt x="5862" y="3557"/>
                    <a:pt x="6688" y="2822"/>
                  </a:cubicBezTo>
                  <a:cubicBezTo>
                    <a:pt x="7331" y="2250"/>
                    <a:pt x="7947" y="1851"/>
                    <a:pt x="7957" y="1845"/>
                  </a:cubicBezTo>
                  <a:cubicBezTo>
                    <a:pt x="7963" y="1841"/>
                    <a:pt x="7970" y="1837"/>
                    <a:pt x="7977" y="1832"/>
                  </a:cubicBezTo>
                  <a:cubicBezTo>
                    <a:pt x="7864" y="1674"/>
                    <a:pt x="7741" y="1526"/>
                    <a:pt x="7608" y="1385"/>
                  </a:cubicBezTo>
                  <a:cubicBezTo>
                    <a:pt x="7276" y="1605"/>
                    <a:pt x="5007" y="3146"/>
                    <a:pt x="4681" y="4688"/>
                  </a:cubicBezTo>
                  <a:cubicBezTo>
                    <a:pt x="4616" y="4991"/>
                    <a:pt x="4628" y="5277"/>
                    <a:pt x="4715" y="5543"/>
                  </a:cubicBezTo>
                  <a:cubicBezTo>
                    <a:pt x="4442" y="5582"/>
                    <a:pt x="4161" y="5604"/>
                    <a:pt x="3876" y="5604"/>
                  </a:cubicBezTo>
                  <a:cubicBezTo>
                    <a:pt x="3654" y="5604"/>
                    <a:pt x="3435" y="5592"/>
                    <a:pt x="3221" y="5569"/>
                  </a:cubicBezTo>
                  <a:cubicBezTo>
                    <a:pt x="3218" y="5550"/>
                    <a:pt x="3216" y="5533"/>
                    <a:pt x="3213" y="5516"/>
                  </a:cubicBezTo>
                  <a:cubicBezTo>
                    <a:pt x="2985" y="3750"/>
                    <a:pt x="3376" y="2401"/>
                    <a:pt x="3744" y="1580"/>
                  </a:cubicBezTo>
                  <a:cubicBezTo>
                    <a:pt x="4142" y="693"/>
                    <a:pt x="4601" y="212"/>
                    <a:pt x="4610" y="202"/>
                  </a:cubicBezTo>
                  <a:cubicBezTo>
                    <a:pt x="4638" y="173"/>
                    <a:pt x="4711" y="106"/>
                    <a:pt x="4800" y="19"/>
                  </a:cubicBezTo>
                  <a:cubicBezTo>
                    <a:pt x="4670" y="7"/>
                    <a:pt x="4538" y="1"/>
                    <a:pt x="4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62"/>
          <p:cNvGrpSpPr/>
          <p:nvPr/>
        </p:nvGrpSpPr>
        <p:grpSpPr>
          <a:xfrm>
            <a:off x="7596678" y="3565183"/>
            <a:ext cx="605073" cy="534278"/>
            <a:chOff x="5045915" y="3153558"/>
            <a:chExt cx="535273" cy="472687"/>
          </a:xfrm>
        </p:grpSpPr>
        <p:sp>
          <p:nvSpPr>
            <p:cNvPr id="3382" name="Google Shape;3382;p62"/>
            <p:cNvSpPr/>
            <p:nvPr/>
          </p:nvSpPr>
          <p:spPr>
            <a:xfrm>
              <a:off x="5045915" y="3468685"/>
              <a:ext cx="178387" cy="157561"/>
            </a:xfrm>
            <a:custGeom>
              <a:rect b="b" l="l" r="r" t="t"/>
              <a:pathLst>
                <a:path extrusionOk="0" h="5659" w="6407">
                  <a:moveTo>
                    <a:pt x="2830" y="0"/>
                  </a:moveTo>
                  <a:cubicBezTo>
                    <a:pt x="1270" y="0"/>
                    <a:pt x="1" y="1269"/>
                    <a:pt x="1" y="2829"/>
                  </a:cubicBezTo>
                  <a:cubicBezTo>
                    <a:pt x="1" y="4390"/>
                    <a:pt x="1270" y="5658"/>
                    <a:pt x="2830" y="5658"/>
                  </a:cubicBezTo>
                  <a:lnTo>
                    <a:pt x="6406" y="5658"/>
                  </a:lnTo>
                  <a:lnTo>
                    <a:pt x="64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5140804" y="3491238"/>
              <a:ext cx="412375" cy="112456"/>
            </a:xfrm>
            <a:custGeom>
              <a:rect b="b" l="l" r="r" t="t"/>
              <a:pathLst>
                <a:path extrusionOk="0" h="4039" w="14811">
                  <a:moveTo>
                    <a:pt x="2020" y="0"/>
                  </a:moveTo>
                  <a:cubicBezTo>
                    <a:pt x="905" y="0"/>
                    <a:pt x="0" y="904"/>
                    <a:pt x="0" y="2019"/>
                  </a:cubicBezTo>
                  <a:cubicBezTo>
                    <a:pt x="0" y="3135"/>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5407261" y="3548037"/>
              <a:ext cx="57161" cy="16149"/>
            </a:xfrm>
            <a:custGeom>
              <a:rect b="b" l="l" r="r" t="t"/>
              <a:pathLst>
                <a:path extrusionOk="0" h="580" w="2053">
                  <a:moveTo>
                    <a:pt x="290" y="1"/>
                  </a:moveTo>
                  <a:cubicBezTo>
                    <a:pt x="130" y="1"/>
                    <a:pt x="1" y="130"/>
                    <a:pt x="1" y="291"/>
                  </a:cubicBezTo>
                  <a:cubicBezTo>
                    <a:pt x="1" y="451"/>
                    <a:pt x="130" y="580"/>
                    <a:pt x="290" y="580"/>
                  </a:cubicBezTo>
                  <a:lnTo>
                    <a:pt x="1763" y="580"/>
                  </a:lnTo>
                  <a:cubicBezTo>
                    <a:pt x="1923" y="580"/>
                    <a:pt x="2052" y="451"/>
                    <a:pt x="2052" y="291"/>
                  </a:cubicBezTo>
                  <a:cubicBezTo>
                    <a:pt x="2052" y="130"/>
                    <a:pt x="1923" y="1"/>
                    <a:pt x="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5143560" y="3548037"/>
              <a:ext cx="238415" cy="16149"/>
            </a:xfrm>
            <a:custGeom>
              <a:rect b="b" l="l" r="r" t="t"/>
              <a:pathLst>
                <a:path extrusionOk="0" h="580" w="8563">
                  <a:moveTo>
                    <a:pt x="290" y="1"/>
                  </a:moveTo>
                  <a:cubicBezTo>
                    <a:pt x="129" y="1"/>
                    <a:pt x="0" y="130"/>
                    <a:pt x="0" y="291"/>
                  </a:cubicBezTo>
                  <a:cubicBezTo>
                    <a:pt x="0" y="451"/>
                    <a:pt x="129" y="580"/>
                    <a:pt x="290" y="580"/>
                  </a:cubicBezTo>
                  <a:lnTo>
                    <a:pt x="8272" y="580"/>
                  </a:lnTo>
                  <a:cubicBezTo>
                    <a:pt x="8432" y="580"/>
                    <a:pt x="8562" y="451"/>
                    <a:pt x="8562" y="291"/>
                  </a:cubicBezTo>
                  <a:cubicBezTo>
                    <a:pt x="8562" y="130"/>
                    <a:pt x="8432" y="1"/>
                    <a:pt x="82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5515375" y="3491238"/>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5112794" y="3468685"/>
              <a:ext cx="468394" cy="157561"/>
            </a:xfrm>
            <a:custGeom>
              <a:rect b="b" l="l" r="r" t="t"/>
              <a:pathLst>
                <a:path extrusionOk="0" h="5659" w="16823">
                  <a:moveTo>
                    <a:pt x="2830" y="0"/>
                  </a:moveTo>
                  <a:cubicBezTo>
                    <a:pt x="1269" y="0"/>
                    <a:pt x="0" y="1269"/>
                    <a:pt x="0" y="2829"/>
                  </a:cubicBezTo>
                  <a:cubicBezTo>
                    <a:pt x="0" y="4390"/>
                    <a:pt x="1269" y="5658"/>
                    <a:pt x="2830" y="5658"/>
                  </a:cubicBezTo>
                  <a:lnTo>
                    <a:pt x="16123" y="5658"/>
                  </a:lnTo>
                  <a:cubicBezTo>
                    <a:pt x="16509" y="5658"/>
                    <a:pt x="16823" y="5345"/>
                    <a:pt x="16823" y="4958"/>
                  </a:cubicBezTo>
                  <a:cubicBezTo>
                    <a:pt x="16823" y="4572"/>
                    <a:pt x="16509" y="4258"/>
                    <a:pt x="16123" y="4258"/>
                  </a:cubicBezTo>
                  <a:lnTo>
                    <a:pt x="2830" y="4258"/>
                  </a:lnTo>
                  <a:cubicBezTo>
                    <a:pt x="2042" y="4258"/>
                    <a:pt x="1400" y="3617"/>
                    <a:pt x="1400" y="2829"/>
                  </a:cubicBezTo>
                  <a:cubicBezTo>
                    <a:pt x="1400" y="2041"/>
                    <a:pt x="2042" y="1400"/>
                    <a:pt x="2830" y="1400"/>
                  </a:cubicBezTo>
                  <a:lnTo>
                    <a:pt x="16123" y="1400"/>
                  </a:lnTo>
                  <a:cubicBezTo>
                    <a:pt x="16509" y="1400"/>
                    <a:pt x="16823" y="1087"/>
                    <a:pt x="16823" y="700"/>
                  </a:cubicBezTo>
                  <a:cubicBezTo>
                    <a:pt x="16823" y="314"/>
                    <a:pt x="16509" y="0"/>
                    <a:pt x="16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5045915" y="3311122"/>
              <a:ext cx="199909" cy="157561"/>
            </a:xfrm>
            <a:custGeom>
              <a:rect b="b" l="l" r="r" t="t"/>
              <a:pathLst>
                <a:path extrusionOk="0" h="5659" w="7180">
                  <a:moveTo>
                    <a:pt x="2830" y="0"/>
                  </a:moveTo>
                  <a:cubicBezTo>
                    <a:pt x="1270" y="0"/>
                    <a:pt x="1" y="1269"/>
                    <a:pt x="1" y="2830"/>
                  </a:cubicBezTo>
                  <a:cubicBezTo>
                    <a:pt x="1" y="4390"/>
                    <a:pt x="1270" y="5658"/>
                    <a:pt x="2830" y="5658"/>
                  </a:cubicBezTo>
                  <a:lnTo>
                    <a:pt x="7180" y="5658"/>
                  </a:lnTo>
                  <a:lnTo>
                    <a:pt x="7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2"/>
            <p:cNvSpPr/>
            <p:nvPr/>
          </p:nvSpPr>
          <p:spPr>
            <a:xfrm>
              <a:off x="5140804" y="3333674"/>
              <a:ext cx="412375" cy="112456"/>
            </a:xfrm>
            <a:custGeom>
              <a:rect b="b" l="l" r="r" t="t"/>
              <a:pathLst>
                <a:path extrusionOk="0" h="4039" w="14811">
                  <a:moveTo>
                    <a:pt x="2020" y="0"/>
                  </a:moveTo>
                  <a:cubicBezTo>
                    <a:pt x="905" y="0"/>
                    <a:pt x="0" y="904"/>
                    <a:pt x="0" y="2020"/>
                  </a:cubicBezTo>
                  <a:cubicBezTo>
                    <a:pt x="0" y="3134"/>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2"/>
            <p:cNvSpPr/>
            <p:nvPr/>
          </p:nvSpPr>
          <p:spPr>
            <a:xfrm>
              <a:off x="5515375" y="3333674"/>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5112794" y="3311122"/>
              <a:ext cx="468394" cy="157589"/>
            </a:xfrm>
            <a:custGeom>
              <a:rect b="b" l="l" r="r" t="t"/>
              <a:pathLst>
                <a:path extrusionOk="0" h="5660" w="16823">
                  <a:moveTo>
                    <a:pt x="2830" y="0"/>
                  </a:moveTo>
                  <a:cubicBezTo>
                    <a:pt x="1269" y="0"/>
                    <a:pt x="0" y="1269"/>
                    <a:pt x="0" y="2830"/>
                  </a:cubicBezTo>
                  <a:cubicBezTo>
                    <a:pt x="0" y="4390"/>
                    <a:pt x="1269" y="5659"/>
                    <a:pt x="2830" y="5659"/>
                  </a:cubicBezTo>
                  <a:lnTo>
                    <a:pt x="16123" y="5659"/>
                  </a:lnTo>
                  <a:cubicBezTo>
                    <a:pt x="16509" y="5659"/>
                    <a:pt x="16823" y="5345"/>
                    <a:pt x="16823" y="4958"/>
                  </a:cubicBezTo>
                  <a:cubicBezTo>
                    <a:pt x="16823" y="4571"/>
                    <a:pt x="16509" y="4258"/>
                    <a:pt x="16123" y="4258"/>
                  </a:cubicBezTo>
                  <a:lnTo>
                    <a:pt x="2830" y="4258"/>
                  </a:lnTo>
                  <a:cubicBezTo>
                    <a:pt x="2042" y="4258"/>
                    <a:pt x="1400" y="3618"/>
                    <a:pt x="1400" y="2830"/>
                  </a:cubicBezTo>
                  <a:cubicBezTo>
                    <a:pt x="1400" y="2042"/>
                    <a:pt x="2042" y="1400"/>
                    <a:pt x="2830" y="1400"/>
                  </a:cubicBezTo>
                  <a:lnTo>
                    <a:pt x="16123" y="1400"/>
                  </a:lnTo>
                  <a:cubicBezTo>
                    <a:pt x="16509" y="1400"/>
                    <a:pt x="16823" y="1087"/>
                    <a:pt x="16823" y="700"/>
                  </a:cubicBezTo>
                  <a:cubicBezTo>
                    <a:pt x="16823" y="314"/>
                    <a:pt x="16509" y="0"/>
                    <a:pt x="16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5095476" y="3153558"/>
              <a:ext cx="178359" cy="157589"/>
            </a:xfrm>
            <a:custGeom>
              <a:rect b="b" l="l" r="r" t="t"/>
              <a:pathLst>
                <a:path extrusionOk="0" h="5660" w="6406">
                  <a:moveTo>
                    <a:pt x="2830" y="0"/>
                  </a:moveTo>
                  <a:cubicBezTo>
                    <a:pt x="1270" y="0"/>
                    <a:pt x="0" y="1270"/>
                    <a:pt x="0" y="2830"/>
                  </a:cubicBezTo>
                  <a:cubicBezTo>
                    <a:pt x="0" y="4390"/>
                    <a:pt x="1270" y="5659"/>
                    <a:pt x="2830" y="5659"/>
                  </a:cubicBezTo>
                  <a:lnTo>
                    <a:pt x="6406" y="5659"/>
                  </a:lnTo>
                  <a:lnTo>
                    <a:pt x="6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5190336" y="3176083"/>
              <a:ext cx="326203" cy="112512"/>
            </a:xfrm>
            <a:custGeom>
              <a:rect b="b" l="l" r="r" t="t"/>
              <a:pathLst>
                <a:path extrusionOk="0" h="4041" w="11716">
                  <a:moveTo>
                    <a:pt x="2021" y="1"/>
                  </a:moveTo>
                  <a:cubicBezTo>
                    <a:pt x="906" y="1"/>
                    <a:pt x="1" y="905"/>
                    <a:pt x="1" y="2021"/>
                  </a:cubicBezTo>
                  <a:cubicBezTo>
                    <a:pt x="1" y="3135"/>
                    <a:pt x="906" y="4040"/>
                    <a:pt x="2021" y="4040"/>
                  </a:cubicBezTo>
                  <a:lnTo>
                    <a:pt x="11716" y="4040"/>
                  </a:lnTo>
                  <a:lnTo>
                    <a:pt x="1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5478762" y="3176083"/>
              <a:ext cx="37810" cy="112512"/>
            </a:xfrm>
            <a:custGeom>
              <a:rect b="b" l="l" r="r" t="t"/>
              <a:pathLst>
                <a:path extrusionOk="0" h="4041" w="1358">
                  <a:moveTo>
                    <a:pt x="0" y="1"/>
                  </a:moveTo>
                  <a:lnTo>
                    <a:pt x="0" y="4040"/>
                  </a:lnTo>
                  <a:lnTo>
                    <a:pt x="1358" y="4040"/>
                  </a:lnTo>
                  <a:lnTo>
                    <a:pt x="13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5162326" y="3153558"/>
              <a:ext cx="382250" cy="157589"/>
            </a:xfrm>
            <a:custGeom>
              <a:rect b="b" l="l" r="r" t="t"/>
              <a:pathLst>
                <a:path extrusionOk="0" h="5660" w="13729">
                  <a:moveTo>
                    <a:pt x="2829" y="0"/>
                  </a:moveTo>
                  <a:cubicBezTo>
                    <a:pt x="1269" y="0"/>
                    <a:pt x="1" y="1270"/>
                    <a:pt x="1" y="2830"/>
                  </a:cubicBezTo>
                  <a:cubicBezTo>
                    <a:pt x="1" y="4390"/>
                    <a:pt x="1269" y="5659"/>
                    <a:pt x="2829" y="5659"/>
                  </a:cubicBezTo>
                  <a:lnTo>
                    <a:pt x="13029" y="5659"/>
                  </a:lnTo>
                  <a:cubicBezTo>
                    <a:pt x="13416" y="5659"/>
                    <a:pt x="13729" y="5346"/>
                    <a:pt x="13729" y="4959"/>
                  </a:cubicBezTo>
                  <a:cubicBezTo>
                    <a:pt x="13729" y="4571"/>
                    <a:pt x="13416" y="4258"/>
                    <a:pt x="13029" y="4258"/>
                  </a:cubicBezTo>
                  <a:lnTo>
                    <a:pt x="2829" y="4258"/>
                  </a:lnTo>
                  <a:cubicBezTo>
                    <a:pt x="2041" y="4258"/>
                    <a:pt x="1401" y="3618"/>
                    <a:pt x="1401" y="2830"/>
                  </a:cubicBezTo>
                  <a:cubicBezTo>
                    <a:pt x="1401" y="2042"/>
                    <a:pt x="2041" y="1400"/>
                    <a:pt x="2829" y="1400"/>
                  </a:cubicBezTo>
                  <a:lnTo>
                    <a:pt x="13029" y="1400"/>
                  </a:lnTo>
                  <a:cubicBezTo>
                    <a:pt x="13416" y="1400"/>
                    <a:pt x="13729" y="1087"/>
                    <a:pt x="13729" y="700"/>
                  </a:cubicBezTo>
                  <a:cubicBezTo>
                    <a:pt x="13729" y="313"/>
                    <a:pt x="13416" y="0"/>
                    <a:pt x="13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2"/>
            <p:cNvSpPr/>
            <p:nvPr/>
          </p:nvSpPr>
          <p:spPr>
            <a:xfrm>
              <a:off x="5322813" y="3219491"/>
              <a:ext cx="193756" cy="16149"/>
            </a:xfrm>
            <a:custGeom>
              <a:rect b="b" l="l" r="r" t="t"/>
              <a:pathLst>
                <a:path extrusionOk="0" h="580" w="6959">
                  <a:moveTo>
                    <a:pt x="291" y="1"/>
                  </a:moveTo>
                  <a:cubicBezTo>
                    <a:pt x="131" y="1"/>
                    <a:pt x="1" y="130"/>
                    <a:pt x="1" y="290"/>
                  </a:cubicBezTo>
                  <a:cubicBezTo>
                    <a:pt x="1" y="451"/>
                    <a:pt x="131" y="580"/>
                    <a:pt x="291" y="580"/>
                  </a:cubicBezTo>
                  <a:lnTo>
                    <a:pt x="6959" y="580"/>
                  </a:lnTo>
                  <a:lnTo>
                    <a:pt x="69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2"/>
            <p:cNvSpPr/>
            <p:nvPr/>
          </p:nvSpPr>
          <p:spPr>
            <a:xfrm>
              <a:off x="5248918" y="3219491"/>
              <a:ext cx="55212" cy="16149"/>
            </a:xfrm>
            <a:custGeom>
              <a:rect b="b" l="l" r="r" t="t"/>
              <a:pathLst>
                <a:path extrusionOk="0" h="580" w="1983">
                  <a:moveTo>
                    <a:pt x="291" y="1"/>
                  </a:moveTo>
                  <a:cubicBezTo>
                    <a:pt x="130" y="1"/>
                    <a:pt x="1" y="130"/>
                    <a:pt x="1" y="290"/>
                  </a:cubicBezTo>
                  <a:cubicBezTo>
                    <a:pt x="1" y="451"/>
                    <a:pt x="130" y="580"/>
                    <a:pt x="291" y="580"/>
                  </a:cubicBezTo>
                  <a:lnTo>
                    <a:pt x="1692" y="580"/>
                  </a:lnTo>
                  <a:cubicBezTo>
                    <a:pt x="1853" y="580"/>
                    <a:pt x="1983" y="451"/>
                    <a:pt x="1983" y="290"/>
                  </a:cubicBezTo>
                  <a:cubicBezTo>
                    <a:pt x="1983" y="130"/>
                    <a:pt x="1853" y="1"/>
                    <a:pt x="1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5313542" y="3307530"/>
              <a:ext cx="165997" cy="77597"/>
            </a:xfrm>
            <a:custGeom>
              <a:rect b="b" l="l" r="r" t="t"/>
              <a:pathLst>
                <a:path extrusionOk="0" h="2787" w="5962">
                  <a:moveTo>
                    <a:pt x="2980" y="0"/>
                  </a:moveTo>
                  <a:cubicBezTo>
                    <a:pt x="2861" y="0"/>
                    <a:pt x="2742" y="46"/>
                    <a:pt x="2651" y="136"/>
                  </a:cubicBezTo>
                  <a:lnTo>
                    <a:pt x="1" y="2787"/>
                  </a:lnTo>
                  <a:lnTo>
                    <a:pt x="5961" y="2787"/>
                  </a:lnTo>
                  <a:lnTo>
                    <a:pt x="3311" y="136"/>
                  </a:lnTo>
                  <a:cubicBezTo>
                    <a:pt x="3219" y="46"/>
                    <a:pt x="3100" y="0"/>
                    <a:pt x="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5199385" y="3377026"/>
              <a:ext cx="353795" cy="16204"/>
            </a:xfrm>
            <a:custGeom>
              <a:rect b="b" l="l" r="r" t="t"/>
              <a:pathLst>
                <a:path extrusionOk="0" h="582" w="12707">
                  <a:moveTo>
                    <a:pt x="291" y="1"/>
                  </a:moveTo>
                  <a:cubicBezTo>
                    <a:pt x="130" y="1"/>
                    <a:pt x="0" y="131"/>
                    <a:pt x="0" y="291"/>
                  </a:cubicBezTo>
                  <a:cubicBezTo>
                    <a:pt x="0" y="452"/>
                    <a:pt x="130" y="581"/>
                    <a:pt x="291" y="581"/>
                  </a:cubicBezTo>
                  <a:lnTo>
                    <a:pt x="12707" y="581"/>
                  </a:lnTo>
                  <a:lnTo>
                    <a:pt x="127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0" name="Google Shape;3400;p62"/>
          <p:cNvGrpSpPr/>
          <p:nvPr/>
        </p:nvGrpSpPr>
        <p:grpSpPr>
          <a:xfrm>
            <a:off x="1030087" y="3529782"/>
            <a:ext cx="605072" cy="605081"/>
            <a:chOff x="1258633" y="3930739"/>
            <a:chExt cx="535272" cy="535328"/>
          </a:xfrm>
        </p:grpSpPr>
        <p:sp>
          <p:nvSpPr>
            <p:cNvPr id="3401" name="Google Shape;3401;p62"/>
            <p:cNvSpPr/>
            <p:nvPr/>
          </p:nvSpPr>
          <p:spPr>
            <a:xfrm>
              <a:off x="1258633" y="3930739"/>
              <a:ext cx="535272" cy="535328"/>
            </a:xfrm>
            <a:custGeom>
              <a:rect b="b" l="l" r="r" t="t"/>
              <a:pathLst>
                <a:path extrusionOk="0" h="19227" w="19225">
                  <a:moveTo>
                    <a:pt x="579" y="1"/>
                  </a:moveTo>
                  <a:cubicBezTo>
                    <a:pt x="260" y="1"/>
                    <a:pt x="0" y="261"/>
                    <a:pt x="0" y="582"/>
                  </a:cubicBezTo>
                  <a:lnTo>
                    <a:pt x="0" y="18646"/>
                  </a:lnTo>
                  <a:cubicBezTo>
                    <a:pt x="0" y="18966"/>
                    <a:pt x="260" y="19226"/>
                    <a:pt x="579" y="19226"/>
                  </a:cubicBezTo>
                  <a:lnTo>
                    <a:pt x="18644" y="19226"/>
                  </a:lnTo>
                  <a:cubicBezTo>
                    <a:pt x="18964" y="19226"/>
                    <a:pt x="19224" y="18966"/>
                    <a:pt x="19224" y="18646"/>
                  </a:cubicBezTo>
                  <a:lnTo>
                    <a:pt x="19224" y="582"/>
                  </a:lnTo>
                  <a:cubicBezTo>
                    <a:pt x="19224" y="261"/>
                    <a:pt x="18964" y="1"/>
                    <a:pt x="18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1296305" y="3968438"/>
              <a:ext cx="459902" cy="459930"/>
            </a:xfrm>
            <a:custGeom>
              <a:rect b="b" l="l" r="r" t="t"/>
              <a:pathLst>
                <a:path extrusionOk="0" h="16519" w="16518">
                  <a:moveTo>
                    <a:pt x="375" y="1"/>
                  </a:moveTo>
                  <a:cubicBezTo>
                    <a:pt x="168" y="1"/>
                    <a:pt x="1" y="169"/>
                    <a:pt x="1" y="376"/>
                  </a:cubicBezTo>
                  <a:lnTo>
                    <a:pt x="1" y="16143"/>
                  </a:lnTo>
                  <a:cubicBezTo>
                    <a:pt x="1" y="16350"/>
                    <a:pt x="168" y="16518"/>
                    <a:pt x="375" y="16518"/>
                  </a:cubicBezTo>
                  <a:lnTo>
                    <a:pt x="16142" y="16518"/>
                  </a:lnTo>
                  <a:cubicBezTo>
                    <a:pt x="16349" y="16518"/>
                    <a:pt x="16517" y="16350"/>
                    <a:pt x="16517" y="16143"/>
                  </a:cubicBezTo>
                  <a:lnTo>
                    <a:pt x="16517" y="376"/>
                  </a:lnTo>
                  <a:cubicBezTo>
                    <a:pt x="16517" y="169"/>
                    <a:pt x="16349" y="1"/>
                    <a:pt x="16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1296305" y="3968438"/>
              <a:ext cx="459902" cy="459930"/>
            </a:xfrm>
            <a:custGeom>
              <a:rect b="b" l="l" r="r" t="t"/>
              <a:pathLst>
                <a:path extrusionOk="0" h="16519" w="16518">
                  <a:moveTo>
                    <a:pt x="7969" y="1"/>
                  </a:moveTo>
                  <a:lnTo>
                    <a:pt x="7969" y="7970"/>
                  </a:lnTo>
                  <a:lnTo>
                    <a:pt x="1" y="7970"/>
                  </a:lnTo>
                  <a:lnTo>
                    <a:pt x="1" y="8549"/>
                  </a:lnTo>
                  <a:lnTo>
                    <a:pt x="7969" y="8549"/>
                  </a:lnTo>
                  <a:lnTo>
                    <a:pt x="7969" y="16518"/>
                  </a:lnTo>
                  <a:lnTo>
                    <a:pt x="8549" y="16518"/>
                  </a:lnTo>
                  <a:lnTo>
                    <a:pt x="8549" y="8549"/>
                  </a:lnTo>
                  <a:lnTo>
                    <a:pt x="16517" y="8549"/>
                  </a:lnTo>
                  <a:lnTo>
                    <a:pt x="16517" y="7970"/>
                  </a:lnTo>
                  <a:lnTo>
                    <a:pt x="8549" y="7970"/>
                  </a:lnTo>
                  <a:lnTo>
                    <a:pt x="8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1347341" y="4019530"/>
              <a:ext cx="127881" cy="127881"/>
            </a:xfrm>
            <a:custGeom>
              <a:rect b="b" l="l" r="r" t="t"/>
              <a:pathLst>
                <a:path extrusionOk="0" h="4593" w="4593">
                  <a:moveTo>
                    <a:pt x="2035" y="0"/>
                  </a:moveTo>
                  <a:cubicBezTo>
                    <a:pt x="1802" y="0"/>
                    <a:pt x="1612" y="189"/>
                    <a:pt x="1612" y="422"/>
                  </a:cubicBezTo>
                  <a:lnTo>
                    <a:pt x="1612" y="1610"/>
                  </a:lnTo>
                  <a:lnTo>
                    <a:pt x="423" y="1610"/>
                  </a:lnTo>
                  <a:cubicBezTo>
                    <a:pt x="190" y="1610"/>
                    <a:pt x="1" y="1799"/>
                    <a:pt x="1" y="2032"/>
                  </a:cubicBezTo>
                  <a:lnTo>
                    <a:pt x="1" y="2558"/>
                  </a:lnTo>
                  <a:cubicBezTo>
                    <a:pt x="1" y="2791"/>
                    <a:pt x="190" y="2980"/>
                    <a:pt x="423" y="2980"/>
                  </a:cubicBezTo>
                  <a:lnTo>
                    <a:pt x="1612" y="2981"/>
                  </a:lnTo>
                  <a:lnTo>
                    <a:pt x="1611" y="4169"/>
                  </a:lnTo>
                  <a:cubicBezTo>
                    <a:pt x="1611" y="4403"/>
                    <a:pt x="1800" y="4592"/>
                    <a:pt x="2034" y="4592"/>
                  </a:cubicBezTo>
                  <a:lnTo>
                    <a:pt x="2559" y="4592"/>
                  </a:lnTo>
                  <a:cubicBezTo>
                    <a:pt x="2793" y="4592"/>
                    <a:pt x="2982" y="4403"/>
                    <a:pt x="2982" y="4169"/>
                  </a:cubicBezTo>
                  <a:lnTo>
                    <a:pt x="2982" y="2981"/>
                  </a:lnTo>
                  <a:lnTo>
                    <a:pt x="4169" y="2981"/>
                  </a:lnTo>
                  <a:cubicBezTo>
                    <a:pt x="4401" y="2981"/>
                    <a:pt x="4589" y="2793"/>
                    <a:pt x="4591" y="2560"/>
                  </a:cubicBezTo>
                  <a:lnTo>
                    <a:pt x="4592" y="2034"/>
                  </a:lnTo>
                  <a:cubicBezTo>
                    <a:pt x="4593" y="1800"/>
                    <a:pt x="4403" y="1611"/>
                    <a:pt x="4170" y="1611"/>
                  </a:cubicBezTo>
                  <a:lnTo>
                    <a:pt x="2982" y="1611"/>
                  </a:lnTo>
                  <a:lnTo>
                    <a:pt x="2982" y="425"/>
                  </a:lnTo>
                  <a:cubicBezTo>
                    <a:pt x="2982" y="192"/>
                    <a:pt x="2794" y="3"/>
                    <a:pt x="2561" y="1"/>
                  </a:cubicBezTo>
                  <a:lnTo>
                    <a:pt x="20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1356808" y="4258701"/>
              <a:ext cx="111676" cy="109393"/>
            </a:xfrm>
            <a:custGeom>
              <a:rect b="b" l="l" r="r" t="t"/>
              <a:pathLst>
                <a:path extrusionOk="0" h="3929" w="4011">
                  <a:moveTo>
                    <a:pt x="848" y="1"/>
                  </a:moveTo>
                  <a:cubicBezTo>
                    <a:pt x="739" y="1"/>
                    <a:pt x="629" y="43"/>
                    <a:pt x="545" y="127"/>
                  </a:cubicBezTo>
                  <a:lnTo>
                    <a:pt x="167" y="504"/>
                  </a:lnTo>
                  <a:cubicBezTo>
                    <a:pt x="0" y="671"/>
                    <a:pt x="0" y="943"/>
                    <a:pt x="167" y="1110"/>
                  </a:cubicBezTo>
                  <a:lnTo>
                    <a:pt x="1021" y="1965"/>
                  </a:lnTo>
                  <a:lnTo>
                    <a:pt x="167" y="2819"/>
                  </a:lnTo>
                  <a:cubicBezTo>
                    <a:pt x="0" y="2986"/>
                    <a:pt x="0" y="3258"/>
                    <a:pt x="167" y="3425"/>
                  </a:cubicBezTo>
                  <a:lnTo>
                    <a:pt x="544" y="3803"/>
                  </a:lnTo>
                  <a:cubicBezTo>
                    <a:pt x="628" y="3886"/>
                    <a:pt x="738" y="3928"/>
                    <a:pt x="848" y="3928"/>
                  </a:cubicBezTo>
                  <a:cubicBezTo>
                    <a:pt x="958" y="3928"/>
                    <a:pt x="1068" y="3886"/>
                    <a:pt x="1151" y="3803"/>
                  </a:cubicBezTo>
                  <a:lnTo>
                    <a:pt x="2005" y="2949"/>
                  </a:lnTo>
                  <a:lnTo>
                    <a:pt x="2858" y="3802"/>
                  </a:lnTo>
                  <a:cubicBezTo>
                    <a:pt x="2941" y="3885"/>
                    <a:pt x="3051" y="3927"/>
                    <a:pt x="3160" y="3927"/>
                  </a:cubicBezTo>
                  <a:cubicBezTo>
                    <a:pt x="3270" y="3927"/>
                    <a:pt x="3379" y="3885"/>
                    <a:pt x="3463" y="3802"/>
                  </a:cubicBezTo>
                  <a:lnTo>
                    <a:pt x="3842" y="3426"/>
                  </a:lnTo>
                  <a:cubicBezTo>
                    <a:pt x="4010" y="3259"/>
                    <a:pt x="4010" y="2986"/>
                    <a:pt x="3842" y="2819"/>
                  </a:cubicBezTo>
                  <a:lnTo>
                    <a:pt x="2989" y="1965"/>
                  </a:lnTo>
                  <a:lnTo>
                    <a:pt x="3842" y="1112"/>
                  </a:lnTo>
                  <a:cubicBezTo>
                    <a:pt x="4009" y="945"/>
                    <a:pt x="4010" y="675"/>
                    <a:pt x="3843" y="507"/>
                  </a:cubicBezTo>
                  <a:lnTo>
                    <a:pt x="3466" y="128"/>
                  </a:lnTo>
                  <a:cubicBezTo>
                    <a:pt x="3383" y="44"/>
                    <a:pt x="3273" y="2"/>
                    <a:pt x="3163" y="2"/>
                  </a:cubicBezTo>
                  <a:cubicBezTo>
                    <a:pt x="3053" y="2"/>
                    <a:pt x="2943" y="44"/>
                    <a:pt x="2859" y="128"/>
                  </a:cubicBezTo>
                  <a:lnTo>
                    <a:pt x="2006" y="981"/>
                  </a:lnTo>
                  <a:lnTo>
                    <a:pt x="1151" y="127"/>
                  </a:lnTo>
                  <a:cubicBezTo>
                    <a:pt x="1068" y="43"/>
                    <a:pt x="958" y="1"/>
                    <a:pt x="8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1665781" y="4249735"/>
              <a:ext cx="41541" cy="37754"/>
            </a:xfrm>
            <a:custGeom>
              <a:rect b="b" l="l" r="r" t="t"/>
              <a:pathLst>
                <a:path extrusionOk="0" h="1356" w="1492">
                  <a:moveTo>
                    <a:pt x="757" y="1"/>
                  </a:moveTo>
                  <a:cubicBezTo>
                    <a:pt x="582" y="1"/>
                    <a:pt x="406" y="69"/>
                    <a:pt x="271" y="204"/>
                  </a:cubicBezTo>
                  <a:cubicBezTo>
                    <a:pt x="4" y="470"/>
                    <a:pt x="1" y="899"/>
                    <a:pt x="263" y="1161"/>
                  </a:cubicBezTo>
                  <a:cubicBezTo>
                    <a:pt x="392" y="1291"/>
                    <a:pt x="563" y="1355"/>
                    <a:pt x="734" y="1355"/>
                  </a:cubicBezTo>
                  <a:cubicBezTo>
                    <a:pt x="910" y="1355"/>
                    <a:pt x="1086" y="1288"/>
                    <a:pt x="1221" y="1153"/>
                  </a:cubicBezTo>
                  <a:cubicBezTo>
                    <a:pt x="1487" y="887"/>
                    <a:pt x="1491" y="457"/>
                    <a:pt x="1229" y="195"/>
                  </a:cubicBezTo>
                  <a:cubicBezTo>
                    <a:pt x="1099" y="66"/>
                    <a:pt x="929" y="1"/>
                    <a:pt x="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1576043" y="4338137"/>
              <a:ext cx="41485" cy="37754"/>
            </a:xfrm>
            <a:custGeom>
              <a:rect b="b" l="l" r="r" t="t"/>
              <a:pathLst>
                <a:path extrusionOk="0" h="1356" w="1490">
                  <a:moveTo>
                    <a:pt x="756" y="1"/>
                  </a:moveTo>
                  <a:cubicBezTo>
                    <a:pt x="581" y="1"/>
                    <a:pt x="405" y="69"/>
                    <a:pt x="270" y="203"/>
                  </a:cubicBezTo>
                  <a:cubicBezTo>
                    <a:pt x="4" y="469"/>
                    <a:pt x="0" y="899"/>
                    <a:pt x="262" y="1161"/>
                  </a:cubicBezTo>
                  <a:cubicBezTo>
                    <a:pt x="392" y="1291"/>
                    <a:pt x="562" y="1355"/>
                    <a:pt x="734" y="1355"/>
                  </a:cubicBezTo>
                  <a:cubicBezTo>
                    <a:pt x="909" y="1355"/>
                    <a:pt x="1085" y="1288"/>
                    <a:pt x="1220" y="1154"/>
                  </a:cubicBezTo>
                  <a:cubicBezTo>
                    <a:pt x="1487" y="886"/>
                    <a:pt x="1489" y="458"/>
                    <a:pt x="1227" y="196"/>
                  </a:cubicBezTo>
                  <a:cubicBezTo>
                    <a:pt x="1097" y="66"/>
                    <a:pt x="927" y="1"/>
                    <a:pt x="7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1587793" y="4260037"/>
              <a:ext cx="110563" cy="108474"/>
            </a:xfrm>
            <a:custGeom>
              <a:rect b="b" l="l" r="r" t="t"/>
              <a:pathLst>
                <a:path extrusionOk="0" h="3896" w="3971">
                  <a:moveTo>
                    <a:pt x="846" y="1"/>
                  </a:moveTo>
                  <a:cubicBezTo>
                    <a:pt x="747" y="1"/>
                    <a:pt x="648" y="39"/>
                    <a:pt x="572" y="114"/>
                  </a:cubicBezTo>
                  <a:lnTo>
                    <a:pt x="151" y="536"/>
                  </a:lnTo>
                  <a:cubicBezTo>
                    <a:pt x="0" y="686"/>
                    <a:pt x="0" y="931"/>
                    <a:pt x="151" y="1083"/>
                  </a:cubicBezTo>
                  <a:lnTo>
                    <a:pt x="2849" y="3782"/>
                  </a:lnTo>
                  <a:cubicBezTo>
                    <a:pt x="2924" y="3857"/>
                    <a:pt x="3023" y="3895"/>
                    <a:pt x="3123" y="3895"/>
                  </a:cubicBezTo>
                  <a:cubicBezTo>
                    <a:pt x="3221" y="3895"/>
                    <a:pt x="3320" y="3858"/>
                    <a:pt x="3396" y="3783"/>
                  </a:cubicBezTo>
                  <a:lnTo>
                    <a:pt x="3818" y="3362"/>
                  </a:lnTo>
                  <a:cubicBezTo>
                    <a:pt x="3970" y="3211"/>
                    <a:pt x="3970" y="2966"/>
                    <a:pt x="3819" y="2815"/>
                  </a:cubicBezTo>
                  <a:lnTo>
                    <a:pt x="1120" y="114"/>
                  </a:lnTo>
                  <a:cubicBezTo>
                    <a:pt x="1044" y="39"/>
                    <a:pt x="945" y="1"/>
                    <a:pt x="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1576683" y="4063995"/>
              <a:ext cx="127881" cy="38200"/>
            </a:xfrm>
            <a:custGeom>
              <a:rect b="b" l="l" r="r" t="t"/>
              <a:pathLst>
                <a:path extrusionOk="0" h="1372" w="4593">
                  <a:moveTo>
                    <a:pt x="388" y="1"/>
                  </a:moveTo>
                  <a:cubicBezTo>
                    <a:pt x="173" y="1"/>
                    <a:pt x="0" y="174"/>
                    <a:pt x="0" y="389"/>
                  </a:cubicBezTo>
                  <a:lnTo>
                    <a:pt x="0" y="985"/>
                  </a:lnTo>
                  <a:cubicBezTo>
                    <a:pt x="0" y="1199"/>
                    <a:pt x="173" y="1372"/>
                    <a:pt x="387" y="1372"/>
                  </a:cubicBezTo>
                  <a:lnTo>
                    <a:pt x="4203" y="1372"/>
                  </a:lnTo>
                  <a:cubicBezTo>
                    <a:pt x="4417" y="1372"/>
                    <a:pt x="4590" y="1200"/>
                    <a:pt x="4591" y="986"/>
                  </a:cubicBezTo>
                  <a:lnTo>
                    <a:pt x="4592" y="390"/>
                  </a:lnTo>
                  <a:cubicBezTo>
                    <a:pt x="4592" y="176"/>
                    <a:pt x="4419" y="2"/>
                    <a:pt x="4206" y="2"/>
                  </a:cubicBezTo>
                  <a:lnTo>
                    <a:pt x="3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3" name="Shape 3413"/>
        <p:cNvGrpSpPr/>
        <p:nvPr/>
      </p:nvGrpSpPr>
      <p:grpSpPr>
        <a:xfrm>
          <a:off x="0" y="0"/>
          <a:ext cx="0" cy="0"/>
          <a:chOff x="0" y="0"/>
          <a:chExt cx="0" cy="0"/>
        </a:xfrm>
      </p:grpSpPr>
      <p:sp>
        <p:nvSpPr>
          <p:cNvPr id="3414" name="Google Shape;3414;p63"/>
          <p:cNvSpPr txBox="1"/>
          <p:nvPr/>
        </p:nvSpPr>
        <p:spPr>
          <a:xfrm>
            <a:off x="726950" y="1112200"/>
            <a:ext cx="7704000" cy="46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Which </a:t>
            </a:r>
            <a:r>
              <a:rPr b="1" lang="en">
                <a:solidFill>
                  <a:schemeClr val="dk1"/>
                </a:solidFill>
                <a:latin typeface="Varela Round"/>
                <a:ea typeface="Varela Round"/>
                <a:cs typeface="Varela Round"/>
                <a:sym typeface="Varela Round"/>
              </a:rPr>
              <a:t>tasks</a:t>
            </a:r>
            <a:r>
              <a:rPr lang="en">
                <a:solidFill>
                  <a:schemeClr val="dk1"/>
                </a:solidFill>
                <a:latin typeface="Varela Round"/>
                <a:ea typeface="Varela Round"/>
                <a:cs typeface="Varela Round"/>
                <a:sym typeface="Varela Round"/>
              </a:rPr>
              <a:t> can you</a:t>
            </a:r>
            <a:r>
              <a:rPr b="1" lang="en">
                <a:solidFill>
                  <a:schemeClr val="dk1"/>
                </a:solidFill>
                <a:latin typeface="Varela Round"/>
                <a:ea typeface="Varela Round"/>
                <a:cs typeface="Varela Round"/>
                <a:sym typeface="Varela Round"/>
              </a:rPr>
              <a:t> start doing</a:t>
            </a:r>
            <a:r>
              <a:rPr lang="en">
                <a:solidFill>
                  <a:schemeClr val="dk1"/>
                </a:solidFill>
                <a:latin typeface="Varela Round"/>
                <a:ea typeface="Varela Round"/>
                <a:cs typeface="Varela Round"/>
                <a:sym typeface="Varela Round"/>
              </a:rPr>
              <a:t>?</a:t>
            </a:r>
            <a:endParaRPr>
              <a:solidFill>
                <a:schemeClr val="dk1"/>
              </a:solidFill>
              <a:latin typeface="Varela Round"/>
              <a:ea typeface="Varela Round"/>
              <a:cs typeface="Varela Round"/>
              <a:sym typeface="Varela Round"/>
            </a:endParaRPr>
          </a:p>
          <a:p>
            <a:pPr indent="0" lvl="0" marL="0" rtl="0" algn="ctr">
              <a:spcBef>
                <a:spcPts val="0"/>
              </a:spcBef>
              <a:spcAft>
                <a:spcPts val="0"/>
              </a:spcAft>
              <a:buNone/>
            </a:pPr>
            <a:r>
              <a:t/>
            </a:r>
            <a:endParaRPr b="1" sz="2800">
              <a:solidFill>
                <a:srgbClr val="A06F29"/>
              </a:solidFill>
              <a:latin typeface="Lexend"/>
              <a:ea typeface="Lexend"/>
              <a:cs typeface="Lexend"/>
              <a:sym typeface="Lexend"/>
            </a:endParaRPr>
          </a:p>
        </p:txBody>
      </p:sp>
      <p:graphicFrame>
        <p:nvGraphicFramePr>
          <p:cNvPr id="3415" name="Google Shape;3415;p63"/>
          <p:cNvGraphicFramePr/>
          <p:nvPr/>
        </p:nvGraphicFramePr>
        <p:xfrm>
          <a:off x="1244388" y="1723600"/>
          <a:ext cx="3000000" cy="3000000"/>
        </p:xfrm>
        <a:graphic>
          <a:graphicData uri="http://schemas.openxmlformats.org/drawingml/2006/table">
            <a:tbl>
              <a:tblPr>
                <a:noFill/>
                <a:tableStyleId>{787D3915-8147-47B5-915A-8A6B44E20CAA}</a:tableStyleId>
              </a:tblPr>
              <a:tblGrid>
                <a:gridCol w="5606000"/>
                <a:gridCol w="1060725"/>
              </a:tblGrid>
              <a:tr h="560375">
                <a:tc>
                  <a:txBody>
                    <a:bodyPr/>
                    <a:lstStyle/>
                    <a:p>
                      <a:pPr indent="0" lvl="0" marL="0" rtl="0" algn="l">
                        <a:lnSpc>
                          <a:spcPct val="115000"/>
                        </a:lnSpc>
                        <a:spcBef>
                          <a:spcPts val="0"/>
                        </a:spcBef>
                        <a:spcAft>
                          <a:spcPts val="1600"/>
                        </a:spcAft>
                        <a:buNone/>
                      </a:pPr>
                      <a:r>
                        <a:rPr lang="en">
                          <a:solidFill>
                            <a:schemeClr val="dk1"/>
                          </a:solidFill>
                          <a:latin typeface="Varela Round"/>
                          <a:ea typeface="Varela Round"/>
                          <a:cs typeface="Varela Round"/>
                          <a:sym typeface="Varela Round"/>
                        </a:rPr>
                        <a:t>You can write your </a:t>
                      </a:r>
                      <a:r>
                        <a:rPr b="1" lang="en">
                          <a:solidFill>
                            <a:schemeClr val="dk1"/>
                          </a:solidFill>
                          <a:latin typeface="Varela Round"/>
                          <a:ea typeface="Varela Round"/>
                          <a:cs typeface="Varela Round"/>
                          <a:sym typeface="Varela Round"/>
                        </a:rPr>
                        <a:t>task</a:t>
                      </a:r>
                      <a:r>
                        <a:rPr lang="en">
                          <a:solidFill>
                            <a:schemeClr val="dk1"/>
                          </a:solidFill>
                          <a:latin typeface="Varela Round"/>
                          <a:ea typeface="Varela Round"/>
                          <a:cs typeface="Varela Round"/>
                          <a:sym typeface="Varela Round"/>
                        </a:rPr>
                        <a:t> here</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400">
                        <a:solidFill>
                          <a:srgbClr val="E6CFE4"/>
                        </a:solidFill>
                        <a:latin typeface="Lexend"/>
                        <a:ea typeface="Lexend"/>
                        <a:cs typeface="Lexend"/>
                        <a:sym typeface="Lexend"/>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560375">
                <a:tc>
                  <a:txBody>
                    <a:bodyPr/>
                    <a:lstStyle/>
                    <a:p>
                      <a:pPr indent="0" lvl="0" marL="0" rtl="0" algn="l">
                        <a:lnSpc>
                          <a:spcPct val="115000"/>
                        </a:lnSpc>
                        <a:spcBef>
                          <a:spcPts val="0"/>
                        </a:spcBef>
                        <a:spcAft>
                          <a:spcPts val="1600"/>
                        </a:spcAft>
                        <a:buNone/>
                      </a:pPr>
                      <a:r>
                        <a:rPr lang="en">
                          <a:solidFill>
                            <a:schemeClr val="dk1"/>
                          </a:solidFill>
                          <a:latin typeface="Varela Round"/>
                          <a:ea typeface="Varela Round"/>
                          <a:cs typeface="Varela Round"/>
                          <a:sym typeface="Varela Round"/>
                        </a:rPr>
                        <a:t>You can write your </a:t>
                      </a:r>
                      <a:r>
                        <a:rPr b="1" lang="en">
                          <a:solidFill>
                            <a:schemeClr val="dk1"/>
                          </a:solidFill>
                          <a:latin typeface="Varela Round"/>
                          <a:ea typeface="Varela Round"/>
                          <a:cs typeface="Varela Round"/>
                          <a:sym typeface="Varela Round"/>
                        </a:rPr>
                        <a:t>task</a:t>
                      </a:r>
                      <a:r>
                        <a:rPr lang="en">
                          <a:solidFill>
                            <a:schemeClr val="dk1"/>
                          </a:solidFill>
                          <a:latin typeface="Varela Round"/>
                          <a:ea typeface="Varela Round"/>
                          <a:cs typeface="Varela Round"/>
                          <a:sym typeface="Varela Round"/>
                        </a:rPr>
                        <a:t> here</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400">
                        <a:solidFill>
                          <a:srgbClr val="E6CFE4"/>
                        </a:solidFill>
                        <a:latin typeface="Lexend"/>
                        <a:ea typeface="Lexend"/>
                        <a:cs typeface="Lexend"/>
                        <a:sym typeface="Lexend"/>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560375">
                <a:tc>
                  <a:txBody>
                    <a:bodyPr/>
                    <a:lstStyle/>
                    <a:p>
                      <a:pPr indent="0" lvl="0" marL="0" rtl="0" algn="l">
                        <a:lnSpc>
                          <a:spcPct val="115000"/>
                        </a:lnSpc>
                        <a:spcBef>
                          <a:spcPts val="0"/>
                        </a:spcBef>
                        <a:spcAft>
                          <a:spcPts val="1600"/>
                        </a:spcAft>
                        <a:buNone/>
                      </a:pPr>
                      <a:r>
                        <a:rPr lang="en">
                          <a:solidFill>
                            <a:schemeClr val="dk1"/>
                          </a:solidFill>
                          <a:latin typeface="Varela Round"/>
                          <a:ea typeface="Varela Round"/>
                          <a:cs typeface="Varela Round"/>
                          <a:sym typeface="Varela Round"/>
                        </a:rPr>
                        <a:t>You can write your </a:t>
                      </a:r>
                      <a:r>
                        <a:rPr b="1" lang="en">
                          <a:solidFill>
                            <a:schemeClr val="dk1"/>
                          </a:solidFill>
                          <a:latin typeface="Varela Round"/>
                          <a:ea typeface="Varela Round"/>
                          <a:cs typeface="Varela Round"/>
                          <a:sym typeface="Varela Round"/>
                        </a:rPr>
                        <a:t>task</a:t>
                      </a:r>
                      <a:r>
                        <a:rPr lang="en">
                          <a:solidFill>
                            <a:schemeClr val="dk1"/>
                          </a:solidFill>
                          <a:latin typeface="Varela Round"/>
                          <a:ea typeface="Varela Round"/>
                          <a:cs typeface="Varela Round"/>
                          <a:sym typeface="Varela Round"/>
                        </a:rPr>
                        <a:t> here</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400">
                        <a:solidFill>
                          <a:srgbClr val="E6CFE4"/>
                        </a:solidFill>
                        <a:latin typeface="Lexend"/>
                        <a:ea typeface="Lexend"/>
                        <a:cs typeface="Lexend"/>
                        <a:sym typeface="Lexend"/>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560375">
                <a:tc>
                  <a:txBody>
                    <a:bodyPr/>
                    <a:lstStyle/>
                    <a:p>
                      <a:pPr indent="0" lvl="0" marL="0" rtl="0" algn="l">
                        <a:lnSpc>
                          <a:spcPct val="115000"/>
                        </a:lnSpc>
                        <a:spcBef>
                          <a:spcPts val="0"/>
                        </a:spcBef>
                        <a:spcAft>
                          <a:spcPts val="1600"/>
                        </a:spcAft>
                        <a:buNone/>
                      </a:pPr>
                      <a:r>
                        <a:rPr lang="en">
                          <a:solidFill>
                            <a:schemeClr val="dk1"/>
                          </a:solidFill>
                          <a:latin typeface="Varela Round"/>
                          <a:ea typeface="Varela Round"/>
                          <a:cs typeface="Varela Round"/>
                          <a:sym typeface="Varela Round"/>
                        </a:rPr>
                        <a:t>You can write your </a:t>
                      </a:r>
                      <a:r>
                        <a:rPr b="1" lang="en">
                          <a:solidFill>
                            <a:schemeClr val="dk1"/>
                          </a:solidFill>
                          <a:latin typeface="Varela Round"/>
                          <a:ea typeface="Varela Round"/>
                          <a:cs typeface="Varela Round"/>
                          <a:sym typeface="Varela Round"/>
                        </a:rPr>
                        <a:t>task</a:t>
                      </a:r>
                      <a:r>
                        <a:rPr lang="en">
                          <a:solidFill>
                            <a:schemeClr val="dk1"/>
                          </a:solidFill>
                          <a:latin typeface="Varela Round"/>
                          <a:ea typeface="Varela Round"/>
                          <a:cs typeface="Varela Round"/>
                          <a:sym typeface="Varela Round"/>
                        </a:rPr>
                        <a:t> here</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400">
                        <a:solidFill>
                          <a:srgbClr val="E6CFE4"/>
                        </a:solidFill>
                        <a:latin typeface="Lexend"/>
                        <a:ea typeface="Lexend"/>
                        <a:cs typeface="Lexend"/>
                        <a:sym typeface="Lexend"/>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560375">
                <a:tc>
                  <a:txBody>
                    <a:bodyPr/>
                    <a:lstStyle/>
                    <a:p>
                      <a:pPr indent="0" lvl="0" marL="0" rtl="0" algn="l">
                        <a:lnSpc>
                          <a:spcPct val="115000"/>
                        </a:lnSpc>
                        <a:spcBef>
                          <a:spcPts val="0"/>
                        </a:spcBef>
                        <a:spcAft>
                          <a:spcPts val="1600"/>
                        </a:spcAft>
                        <a:buNone/>
                      </a:pPr>
                      <a:r>
                        <a:rPr lang="en">
                          <a:solidFill>
                            <a:schemeClr val="dk1"/>
                          </a:solidFill>
                          <a:latin typeface="Varela Round"/>
                          <a:ea typeface="Varela Round"/>
                          <a:cs typeface="Varela Round"/>
                          <a:sym typeface="Varela Round"/>
                        </a:rPr>
                        <a:t>You can write your </a:t>
                      </a:r>
                      <a:r>
                        <a:rPr b="1" lang="en">
                          <a:solidFill>
                            <a:schemeClr val="dk1"/>
                          </a:solidFill>
                          <a:latin typeface="Varela Round"/>
                          <a:ea typeface="Varela Round"/>
                          <a:cs typeface="Varela Round"/>
                          <a:sym typeface="Varela Round"/>
                        </a:rPr>
                        <a:t>task</a:t>
                      </a:r>
                      <a:r>
                        <a:rPr lang="en">
                          <a:solidFill>
                            <a:schemeClr val="dk1"/>
                          </a:solidFill>
                          <a:latin typeface="Varela Round"/>
                          <a:ea typeface="Varela Round"/>
                          <a:cs typeface="Varela Round"/>
                          <a:sym typeface="Varela Round"/>
                        </a:rPr>
                        <a:t> here</a:t>
                      </a:r>
                      <a:endParaRPr>
                        <a:solidFill>
                          <a:schemeClr val="dk1"/>
                        </a:solidFill>
                        <a:latin typeface="Varela Round"/>
                        <a:ea typeface="Varela Round"/>
                        <a:cs typeface="Varela Round"/>
                        <a:sym typeface="Varela Roun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400">
                        <a:solidFill>
                          <a:srgbClr val="E6CFE4"/>
                        </a:solidFill>
                        <a:latin typeface="Lexend"/>
                        <a:ea typeface="Lexend"/>
                        <a:cs typeface="Lexend"/>
                        <a:sym typeface="Lexend"/>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bl>
          </a:graphicData>
        </a:graphic>
      </p:graphicFrame>
      <p:sp>
        <p:nvSpPr>
          <p:cNvPr id="3416" name="Google Shape;3416;p63"/>
          <p:cNvSpPr/>
          <p:nvPr/>
        </p:nvSpPr>
        <p:spPr>
          <a:xfrm>
            <a:off x="7230010" y="1861025"/>
            <a:ext cx="330138" cy="254368"/>
          </a:xfrm>
          <a:custGeom>
            <a:rect b="b" l="l" r="r" t="t"/>
            <a:pathLst>
              <a:path extrusionOk="0" h="41751" w="56003">
                <a:moveTo>
                  <a:pt x="49348" y="1"/>
                </a:moveTo>
                <a:lnTo>
                  <a:pt x="20906" y="28443"/>
                </a:lnTo>
                <a:lnTo>
                  <a:pt x="6654" y="14191"/>
                </a:lnTo>
                <a:lnTo>
                  <a:pt x="0" y="20845"/>
                </a:lnTo>
                <a:lnTo>
                  <a:pt x="20906" y="41751"/>
                </a:lnTo>
                <a:lnTo>
                  <a:pt x="56002" y="66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7230010" y="2436450"/>
            <a:ext cx="330138" cy="254368"/>
          </a:xfrm>
          <a:custGeom>
            <a:rect b="b" l="l" r="r" t="t"/>
            <a:pathLst>
              <a:path extrusionOk="0" h="41751" w="56003">
                <a:moveTo>
                  <a:pt x="49348" y="1"/>
                </a:moveTo>
                <a:lnTo>
                  <a:pt x="20906" y="28443"/>
                </a:lnTo>
                <a:lnTo>
                  <a:pt x="6654" y="14191"/>
                </a:lnTo>
                <a:lnTo>
                  <a:pt x="0" y="20845"/>
                </a:lnTo>
                <a:lnTo>
                  <a:pt x="20906" y="41751"/>
                </a:lnTo>
                <a:lnTo>
                  <a:pt x="56002" y="66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3"/>
          <p:cNvSpPr/>
          <p:nvPr/>
        </p:nvSpPr>
        <p:spPr>
          <a:xfrm>
            <a:off x="7230010" y="3587300"/>
            <a:ext cx="330138" cy="254368"/>
          </a:xfrm>
          <a:custGeom>
            <a:rect b="b" l="l" r="r" t="t"/>
            <a:pathLst>
              <a:path extrusionOk="0" h="41751" w="56003">
                <a:moveTo>
                  <a:pt x="49348" y="1"/>
                </a:moveTo>
                <a:lnTo>
                  <a:pt x="20906" y="28443"/>
                </a:lnTo>
                <a:lnTo>
                  <a:pt x="6654" y="14191"/>
                </a:lnTo>
                <a:lnTo>
                  <a:pt x="0" y="20845"/>
                </a:lnTo>
                <a:lnTo>
                  <a:pt x="20906" y="41751"/>
                </a:lnTo>
                <a:lnTo>
                  <a:pt x="56002" y="665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a:t>
            </a:r>
            <a:r>
              <a:rPr lang="en"/>
              <a:t>organize</a:t>
            </a:r>
            <a:r>
              <a:rPr lang="en"/>
              <a:t> </a:t>
            </a:r>
            <a:r>
              <a:rPr lang="en">
                <a:highlight>
                  <a:schemeClr val="dk2"/>
                </a:highlight>
              </a:rPr>
              <a:t>the work</a:t>
            </a:r>
            <a:endParaRPr>
              <a:highlight>
                <a:schemeClr val="dk2"/>
              </a:highlight>
            </a:endParaRPr>
          </a:p>
        </p:txBody>
      </p:sp>
      <p:sp>
        <p:nvSpPr>
          <p:cNvPr id="3420" name="Google Shape;3420;p63"/>
          <p:cNvSpPr/>
          <p:nvPr/>
        </p:nvSpPr>
        <p:spPr>
          <a:xfrm>
            <a:off x="7878766" y="4461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3"/>
          <p:cNvSpPr/>
          <p:nvPr/>
        </p:nvSpPr>
        <p:spPr>
          <a:xfrm>
            <a:off x="8327066" y="8817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3"/>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3" name="Google Shape;3423;p63"/>
          <p:cNvGrpSpPr/>
          <p:nvPr/>
        </p:nvGrpSpPr>
        <p:grpSpPr>
          <a:xfrm>
            <a:off x="375988" y="211280"/>
            <a:ext cx="1658977" cy="1673861"/>
            <a:chOff x="414300" y="1475332"/>
            <a:chExt cx="815703" cy="823062"/>
          </a:xfrm>
        </p:grpSpPr>
        <p:sp>
          <p:nvSpPr>
            <p:cNvPr id="3424" name="Google Shape;3424;p63"/>
            <p:cNvSpPr/>
            <p:nvPr/>
          </p:nvSpPr>
          <p:spPr>
            <a:xfrm>
              <a:off x="625451" y="1475332"/>
              <a:ext cx="230087" cy="561564"/>
            </a:xfrm>
            <a:custGeom>
              <a:rect b="b" l="l" r="r" t="t"/>
              <a:pathLst>
                <a:path extrusionOk="0" h="10529" w="4314">
                  <a:moveTo>
                    <a:pt x="857" y="0"/>
                  </a:moveTo>
                  <a:cubicBezTo>
                    <a:pt x="811" y="0"/>
                    <a:pt x="765" y="6"/>
                    <a:pt x="720" y="17"/>
                  </a:cubicBezTo>
                  <a:cubicBezTo>
                    <a:pt x="378" y="97"/>
                    <a:pt x="187" y="412"/>
                    <a:pt x="103" y="733"/>
                  </a:cubicBezTo>
                  <a:cubicBezTo>
                    <a:pt x="8" y="1098"/>
                    <a:pt x="1" y="1484"/>
                    <a:pt x="22" y="1860"/>
                  </a:cubicBezTo>
                  <a:cubicBezTo>
                    <a:pt x="73" y="2693"/>
                    <a:pt x="192" y="3526"/>
                    <a:pt x="293" y="4353"/>
                  </a:cubicBezTo>
                  <a:cubicBezTo>
                    <a:pt x="396" y="5213"/>
                    <a:pt x="502" y="6072"/>
                    <a:pt x="617" y="6932"/>
                  </a:cubicBezTo>
                  <a:cubicBezTo>
                    <a:pt x="672" y="7352"/>
                    <a:pt x="734" y="7771"/>
                    <a:pt x="818" y="8186"/>
                  </a:cubicBezTo>
                  <a:cubicBezTo>
                    <a:pt x="897" y="8592"/>
                    <a:pt x="984" y="9003"/>
                    <a:pt x="1126" y="9393"/>
                  </a:cubicBezTo>
                  <a:cubicBezTo>
                    <a:pt x="1252" y="9739"/>
                    <a:pt x="1441" y="10065"/>
                    <a:pt x="1751" y="10275"/>
                  </a:cubicBezTo>
                  <a:cubicBezTo>
                    <a:pt x="1995" y="10442"/>
                    <a:pt x="2296" y="10529"/>
                    <a:pt x="2590" y="10529"/>
                  </a:cubicBezTo>
                  <a:cubicBezTo>
                    <a:pt x="2612" y="10529"/>
                    <a:pt x="2635" y="10528"/>
                    <a:pt x="2657" y="10527"/>
                  </a:cubicBezTo>
                  <a:cubicBezTo>
                    <a:pt x="3320" y="10497"/>
                    <a:pt x="3867" y="10034"/>
                    <a:pt x="4069" y="9411"/>
                  </a:cubicBezTo>
                  <a:cubicBezTo>
                    <a:pt x="4314" y="8661"/>
                    <a:pt x="3922" y="7931"/>
                    <a:pt x="3669" y="7240"/>
                  </a:cubicBezTo>
                  <a:cubicBezTo>
                    <a:pt x="3376" y="6441"/>
                    <a:pt x="3118" y="5629"/>
                    <a:pt x="2863" y="4817"/>
                  </a:cubicBezTo>
                  <a:cubicBezTo>
                    <a:pt x="2606" y="3999"/>
                    <a:pt x="2356" y="3178"/>
                    <a:pt x="2083" y="2365"/>
                  </a:cubicBezTo>
                  <a:cubicBezTo>
                    <a:pt x="1946" y="1961"/>
                    <a:pt x="1805" y="1559"/>
                    <a:pt x="1656" y="1158"/>
                  </a:cubicBezTo>
                  <a:cubicBezTo>
                    <a:pt x="1530" y="821"/>
                    <a:pt x="1416" y="451"/>
                    <a:pt x="1202" y="157"/>
                  </a:cubicBezTo>
                  <a:cubicBezTo>
                    <a:pt x="1202" y="155"/>
                    <a:pt x="1202" y="155"/>
                    <a:pt x="1202" y="153"/>
                  </a:cubicBezTo>
                  <a:cubicBezTo>
                    <a:pt x="1200" y="151"/>
                    <a:pt x="1199" y="150"/>
                    <a:pt x="1197" y="148"/>
                  </a:cubicBezTo>
                  <a:lnTo>
                    <a:pt x="1197" y="148"/>
                  </a:lnTo>
                  <a:cubicBezTo>
                    <a:pt x="1197" y="150"/>
                    <a:pt x="1199" y="151"/>
                    <a:pt x="1199" y="151"/>
                  </a:cubicBezTo>
                  <a:cubicBezTo>
                    <a:pt x="1199" y="151"/>
                    <a:pt x="1191" y="144"/>
                    <a:pt x="1191" y="143"/>
                  </a:cubicBezTo>
                  <a:cubicBezTo>
                    <a:pt x="1189" y="140"/>
                    <a:pt x="1182" y="134"/>
                    <a:pt x="1180" y="133"/>
                  </a:cubicBezTo>
                  <a:lnTo>
                    <a:pt x="1180" y="133"/>
                  </a:lnTo>
                  <a:cubicBezTo>
                    <a:pt x="1181" y="134"/>
                    <a:pt x="1183" y="135"/>
                    <a:pt x="1184" y="136"/>
                  </a:cubicBezTo>
                  <a:cubicBezTo>
                    <a:pt x="1181" y="133"/>
                    <a:pt x="1180" y="132"/>
                    <a:pt x="1180" y="132"/>
                  </a:cubicBezTo>
                  <a:lnTo>
                    <a:pt x="1180" y="132"/>
                  </a:lnTo>
                  <a:cubicBezTo>
                    <a:pt x="1180" y="132"/>
                    <a:pt x="1180" y="133"/>
                    <a:pt x="1180" y="133"/>
                  </a:cubicBezTo>
                  <a:lnTo>
                    <a:pt x="1180" y="133"/>
                  </a:lnTo>
                  <a:cubicBezTo>
                    <a:pt x="1168" y="125"/>
                    <a:pt x="1156" y="117"/>
                    <a:pt x="1145" y="107"/>
                  </a:cubicBezTo>
                  <a:cubicBezTo>
                    <a:pt x="1119" y="88"/>
                    <a:pt x="1090" y="68"/>
                    <a:pt x="1062" y="50"/>
                  </a:cubicBezTo>
                  <a:cubicBezTo>
                    <a:pt x="1053" y="47"/>
                    <a:pt x="1046" y="43"/>
                    <a:pt x="1039" y="40"/>
                  </a:cubicBezTo>
                  <a:cubicBezTo>
                    <a:pt x="1035" y="38"/>
                    <a:pt x="1032" y="36"/>
                    <a:pt x="1028" y="35"/>
                  </a:cubicBezTo>
                  <a:cubicBezTo>
                    <a:pt x="1025" y="33"/>
                    <a:pt x="1023" y="33"/>
                    <a:pt x="1023" y="33"/>
                  </a:cubicBezTo>
                  <a:cubicBezTo>
                    <a:pt x="1009" y="26"/>
                    <a:pt x="995" y="19"/>
                    <a:pt x="981" y="13"/>
                  </a:cubicBezTo>
                  <a:cubicBezTo>
                    <a:pt x="940" y="5"/>
                    <a:pt x="899" y="0"/>
                    <a:pt x="8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3"/>
            <p:cNvSpPr/>
            <p:nvPr/>
          </p:nvSpPr>
          <p:spPr>
            <a:xfrm>
              <a:off x="684226" y="2001585"/>
              <a:ext cx="233821" cy="296809"/>
            </a:xfrm>
            <a:custGeom>
              <a:rect b="b" l="l" r="r" t="t"/>
              <a:pathLst>
                <a:path extrusionOk="0" h="5565" w="4384">
                  <a:moveTo>
                    <a:pt x="2217" y="2418"/>
                  </a:moveTo>
                  <a:cubicBezTo>
                    <a:pt x="2336" y="2418"/>
                    <a:pt x="2453" y="2438"/>
                    <a:pt x="2561" y="2482"/>
                  </a:cubicBezTo>
                  <a:cubicBezTo>
                    <a:pt x="2999" y="2655"/>
                    <a:pt x="3329" y="3130"/>
                    <a:pt x="3302" y="3604"/>
                  </a:cubicBezTo>
                  <a:cubicBezTo>
                    <a:pt x="3274" y="4116"/>
                    <a:pt x="2865" y="4521"/>
                    <a:pt x="2361" y="4591"/>
                  </a:cubicBezTo>
                  <a:cubicBezTo>
                    <a:pt x="2282" y="4612"/>
                    <a:pt x="2203" y="4623"/>
                    <a:pt x="2126" y="4623"/>
                  </a:cubicBezTo>
                  <a:cubicBezTo>
                    <a:pt x="1760" y="4623"/>
                    <a:pt x="1434" y="4391"/>
                    <a:pt x="1227" y="4082"/>
                  </a:cubicBezTo>
                  <a:cubicBezTo>
                    <a:pt x="972" y="3696"/>
                    <a:pt x="890" y="3200"/>
                    <a:pt x="1252" y="2834"/>
                  </a:cubicBezTo>
                  <a:cubicBezTo>
                    <a:pt x="1490" y="2592"/>
                    <a:pt x="1864" y="2418"/>
                    <a:pt x="2217" y="2418"/>
                  </a:cubicBezTo>
                  <a:close/>
                  <a:moveTo>
                    <a:pt x="2203" y="0"/>
                  </a:moveTo>
                  <a:cubicBezTo>
                    <a:pt x="2191" y="0"/>
                    <a:pt x="2177" y="3"/>
                    <a:pt x="2163" y="8"/>
                  </a:cubicBezTo>
                  <a:cubicBezTo>
                    <a:pt x="2012" y="61"/>
                    <a:pt x="1858" y="95"/>
                    <a:pt x="1698" y="98"/>
                  </a:cubicBezTo>
                  <a:cubicBezTo>
                    <a:pt x="1558" y="102"/>
                    <a:pt x="1413" y="93"/>
                    <a:pt x="1280" y="143"/>
                  </a:cubicBezTo>
                  <a:cubicBezTo>
                    <a:pt x="1006" y="245"/>
                    <a:pt x="977" y="540"/>
                    <a:pt x="956" y="793"/>
                  </a:cubicBezTo>
                  <a:cubicBezTo>
                    <a:pt x="935" y="1055"/>
                    <a:pt x="935" y="1325"/>
                    <a:pt x="882" y="1583"/>
                  </a:cubicBezTo>
                  <a:cubicBezTo>
                    <a:pt x="821" y="1867"/>
                    <a:pt x="674" y="2083"/>
                    <a:pt x="518" y="2322"/>
                  </a:cubicBezTo>
                  <a:cubicBezTo>
                    <a:pt x="1" y="3120"/>
                    <a:pt x="91" y="4171"/>
                    <a:pt x="715" y="4883"/>
                  </a:cubicBezTo>
                  <a:cubicBezTo>
                    <a:pt x="1027" y="5239"/>
                    <a:pt x="1399" y="5447"/>
                    <a:pt x="1867" y="5535"/>
                  </a:cubicBezTo>
                  <a:cubicBezTo>
                    <a:pt x="1968" y="5555"/>
                    <a:pt x="2072" y="5564"/>
                    <a:pt x="2178" y="5564"/>
                  </a:cubicBezTo>
                  <a:cubicBezTo>
                    <a:pt x="2613" y="5564"/>
                    <a:pt x="3073" y="5406"/>
                    <a:pt x="3400" y="5161"/>
                  </a:cubicBezTo>
                  <a:cubicBezTo>
                    <a:pt x="4124" y="4621"/>
                    <a:pt x="4383" y="3623"/>
                    <a:pt x="4061" y="2790"/>
                  </a:cubicBezTo>
                  <a:cubicBezTo>
                    <a:pt x="3860" y="2273"/>
                    <a:pt x="3485" y="1849"/>
                    <a:pt x="3113" y="1449"/>
                  </a:cubicBezTo>
                  <a:cubicBezTo>
                    <a:pt x="2776" y="1085"/>
                    <a:pt x="2308" y="676"/>
                    <a:pt x="2305" y="141"/>
                  </a:cubicBezTo>
                  <a:cubicBezTo>
                    <a:pt x="2305" y="125"/>
                    <a:pt x="2303" y="113"/>
                    <a:pt x="2297" y="100"/>
                  </a:cubicBezTo>
                  <a:cubicBezTo>
                    <a:pt x="2292" y="47"/>
                    <a:pt x="2258" y="0"/>
                    <a:pt x="2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3"/>
            <p:cNvSpPr/>
            <p:nvPr/>
          </p:nvSpPr>
          <p:spPr>
            <a:xfrm>
              <a:off x="419793" y="1922276"/>
              <a:ext cx="295583" cy="213927"/>
            </a:xfrm>
            <a:custGeom>
              <a:rect b="b" l="l" r="r" t="t"/>
              <a:pathLst>
                <a:path extrusionOk="0" h="4011" w="5542">
                  <a:moveTo>
                    <a:pt x="2060" y="919"/>
                  </a:moveTo>
                  <a:cubicBezTo>
                    <a:pt x="2341" y="919"/>
                    <a:pt x="2625" y="1016"/>
                    <a:pt x="2836" y="1194"/>
                  </a:cubicBezTo>
                  <a:cubicBezTo>
                    <a:pt x="3190" y="1491"/>
                    <a:pt x="3277" y="2082"/>
                    <a:pt x="3142" y="2516"/>
                  </a:cubicBezTo>
                  <a:cubicBezTo>
                    <a:pt x="3006" y="2956"/>
                    <a:pt x="2609" y="3132"/>
                    <a:pt x="2196" y="3132"/>
                  </a:cubicBezTo>
                  <a:cubicBezTo>
                    <a:pt x="2148" y="3132"/>
                    <a:pt x="2100" y="3130"/>
                    <a:pt x="2053" y="3125"/>
                  </a:cubicBezTo>
                  <a:cubicBezTo>
                    <a:pt x="1606" y="3081"/>
                    <a:pt x="1174" y="2829"/>
                    <a:pt x="1071" y="2365"/>
                  </a:cubicBezTo>
                  <a:cubicBezTo>
                    <a:pt x="894" y="1888"/>
                    <a:pt x="1058" y="1337"/>
                    <a:pt x="1498" y="1070"/>
                  </a:cubicBezTo>
                  <a:cubicBezTo>
                    <a:pt x="1665" y="968"/>
                    <a:pt x="1862" y="919"/>
                    <a:pt x="2060" y="919"/>
                  </a:cubicBezTo>
                  <a:close/>
                  <a:moveTo>
                    <a:pt x="2165" y="1"/>
                  </a:moveTo>
                  <a:cubicBezTo>
                    <a:pt x="2063" y="1"/>
                    <a:pt x="1960" y="6"/>
                    <a:pt x="1858" y="19"/>
                  </a:cubicBezTo>
                  <a:cubicBezTo>
                    <a:pt x="972" y="127"/>
                    <a:pt x="211" y="825"/>
                    <a:pt x="77" y="1718"/>
                  </a:cubicBezTo>
                  <a:cubicBezTo>
                    <a:pt x="1" y="2220"/>
                    <a:pt x="139" y="2840"/>
                    <a:pt x="468" y="3248"/>
                  </a:cubicBezTo>
                  <a:cubicBezTo>
                    <a:pt x="770" y="3616"/>
                    <a:pt x="1128" y="3848"/>
                    <a:pt x="1587" y="3955"/>
                  </a:cubicBezTo>
                  <a:cubicBezTo>
                    <a:pt x="1748" y="3992"/>
                    <a:pt x="1911" y="4010"/>
                    <a:pt x="2073" y="4010"/>
                  </a:cubicBezTo>
                  <a:cubicBezTo>
                    <a:pt x="2834" y="4010"/>
                    <a:pt x="3560" y="3607"/>
                    <a:pt x="3938" y="2922"/>
                  </a:cubicBezTo>
                  <a:cubicBezTo>
                    <a:pt x="4076" y="2672"/>
                    <a:pt x="4199" y="2439"/>
                    <a:pt x="4420" y="2253"/>
                  </a:cubicBezTo>
                  <a:cubicBezTo>
                    <a:pt x="4622" y="2083"/>
                    <a:pt x="4860" y="1957"/>
                    <a:pt x="5081" y="1816"/>
                  </a:cubicBezTo>
                  <a:cubicBezTo>
                    <a:pt x="5296" y="1676"/>
                    <a:pt x="5542" y="1514"/>
                    <a:pt x="5503" y="1224"/>
                  </a:cubicBezTo>
                  <a:cubicBezTo>
                    <a:pt x="5483" y="1080"/>
                    <a:pt x="5407" y="958"/>
                    <a:pt x="5343" y="834"/>
                  </a:cubicBezTo>
                  <a:cubicBezTo>
                    <a:pt x="5272" y="690"/>
                    <a:pt x="5228" y="538"/>
                    <a:pt x="5205" y="380"/>
                  </a:cubicBezTo>
                  <a:cubicBezTo>
                    <a:pt x="5197" y="321"/>
                    <a:pt x="5157" y="296"/>
                    <a:pt x="5112" y="296"/>
                  </a:cubicBezTo>
                  <a:cubicBezTo>
                    <a:pt x="5094" y="296"/>
                    <a:pt x="5077" y="299"/>
                    <a:pt x="5060" y="306"/>
                  </a:cubicBezTo>
                  <a:cubicBezTo>
                    <a:pt x="5047" y="308"/>
                    <a:pt x="5035" y="311"/>
                    <a:pt x="5021" y="318"/>
                  </a:cubicBezTo>
                  <a:cubicBezTo>
                    <a:pt x="4864" y="401"/>
                    <a:pt x="4695" y="432"/>
                    <a:pt x="4522" y="432"/>
                  </a:cubicBezTo>
                  <a:cubicBezTo>
                    <a:pt x="4173" y="432"/>
                    <a:pt x="3808" y="306"/>
                    <a:pt x="3488" y="221"/>
                  </a:cubicBezTo>
                  <a:cubicBezTo>
                    <a:pt x="3057" y="108"/>
                    <a:pt x="2612" y="1"/>
                    <a:pt x="21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3"/>
            <p:cNvSpPr/>
            <p:nvPr/>
          </p:nvSpPr>
          <p:spPr>
            <a:xfrm>
              <a:off x="666732" y="1794433"/>
              <a:ext cx="563271" cy="238034"/>
            </a:xfrm>
            <a:custGeom>
              <a:rect b="b" l="l" r="r" t="t"/>
              <a:pathLst>
                <a:path extrusionOk="0" h="4463" w="10561">
                  <a:moveTo>
                    <a:pt x="9858" y="1"/>
                  </a:moveTo>
                  <a:cubicBezTo>
                    <a:pt x="9578" y="1"/>
                    <a:pt x="9293" y="53"/>
                    <a:pt x="9021" y="89"/>
                  </a:cubicBezTo>
                  <a:cubicBezTo>
                    <a:pt x="8599" y="146"/>
                    <a:pt x="8177" y="211"/>
                    <a:pt x="7757" y="282"/>
                  </a:cubicBezTo>
                  <a:cubicBezTo>
                    <a:pt x="6910" y="424"/>
                    <a:pt x="6069" y="589"/>
                    <a:pt x="5227" y="748"/>
                  </a:cubicBezTo>
                  <a:cubicBezTo>
                    <a:pt x="4390" y="908"/>
                    <a:pt x="3552" y="1060"/>
                    <a:pt x="2709" y="1179"/>
                  </a:cubicBezTo>
                  <a:cubicBezTo>
                    <a:pt x="1980" y="1283"/>
                    <a:pt x="1151" y="1282"/>
                    <a:pt x="605" y="1851"/>
                  </a:cubicBezTo>
                  <a:cubicBezTo>
                    <a:pt x="150" y="2322"/>
                    <a:pt x="1" y="3022"/>
                    <a:pt x="286" y="3621"/>
                  </a:cubicBezTo>
                  <a:cubicBezTo>
                    <a:pt x="423" y="3906"/>
                    <a:pt x="653" y="4154"/>
                    <a:pt x="935" y="4301"/>
                  </a:cubicBezTo>
                  <a:cubicBezTo>
                    <a:pt x="1159" y="4419"/>
                    <a:pt x="1405" y="4463"/>
                    <a:pt x="1653" y="4463"/>
                  </a:cubicBezTo>
                  <a:cubicBezTo>
                    <a:pt x="1772" y="4463"/>
                    <a:pt x="1891" y="4453"/>
                    <a:pt x="2009" y="4436"/>
                  </a:cubicBezTo>
                  <a:cubicBezTo>
                    <a:pt x="2418" y="4378"/>
                    <a:pt x="2822" y="4261"/>
                    <a:pt x="3217" y="4140"/>
                  </a:cubicBezTo>
                  <a:cubicBezTo>
                    <a:pt x="3623" y="4018"/>
                    <a:pt x="4022" y="3874"/>
                    <a:pt x="4419" y="3725"/>
                  </a:cubicBezTo>
                  <a:cubicBezTo>
                    <a:pt x="5230" y="3422"/>
                    <a:pt x="6038" y="3110"/>
                    <a:pt x="6847" y="2799"/>
                  </a:cubicBezTo>
                  <a:cubicBezTo>
                    <a:pt x="7625" y="2496"/>
                    <a:pt x="8415" y="2208"/>
                    <a:pt x="9173" y="1861"/>
                  </a:cubicBezTo>
                  <a:cubicBezTo>
                    <a:pt x="9515" y="1703"/>
                    <a:pt x="9852" y="1516"/>
                    <a:pt x="10128" y="1259"/>
                  </a:cubicBezTo>
                  <a:cubicBezTo>
                    <a:pt x="10371" y="1034"/>
                    <a:pt x="10561" y="716"/>
                    <a:pt x="10470" y="376"/>
                  </a:cubicBezTo>
                  <a:cubicBezTo>
                    <a:pt x="10447" y="289"/>
                    <a:pt x="10407" y="211"/>
                    <a:pt x="10350" y="146"/>
                  </a:cubicBezTo>
                  <a:cubicBezTo>
                    <a:pt x="10338" y="137"/>
                    <a:pt x="10325" y="126"/>
                    <a:pt x="10313" y="117"/>
                  </a:cubicBezTo>
                  <a:cubicBezTo>
                    <a:pt x="10313" y="117"/>
                    <a:pt x="10311" y="116"/>
                    <a:pt x="10309" y="114"/>
                  </a:cubicBezTo>
                  <a:cubicBezTo>
                    <a:pt x="10306" y="112"/>
                    <a:pt x="10302" y="109"/>
                    <a:pt x="10299" y="107"/>
                  </a:cubicBezTo>
                  <a:cubicBezTo>
                    <a:pt x="10292" y="101"/>
                    <a:pt x="10286" y="96"/>
                    <a:pt x="10279" y="93"/>
                  </a:cubicBezTo>
                  <a:cubicBezTo>
                    <a:pt x="10249" y="73"/>
                    <a:pt x="10221" y="59"/>
                    <a:pt x="10189" y="45"/>
                  </a:cubicBezTo>
                  <a:cubicBezTo>
                    <a:pt x="10175" y="38"/>
                    <a:pt x="10160" y="31"/>
                    <a:pt x="10146" y="23"/>
                  </a:cubicBezTo>
                  <a:lnTo>
                    <a:pt x="10146" y="23"/>
                  </a:lnTo>
                  <a:cubicBezTo>
                    <a:pt x="10150" y="26"/>
                    <a:pt x="10151" y="26"/>
                    <a:pt x="10150" y="26"/>
                  </a:cubicBezTo>
                  <a:cubicBezTo>
                    <a:pt x="10149" y="26"/>
                    <a:pt x="10139" y="22"/>
                    <a:pt x="10136" y="22"/>
                  </a:cubicBezTo>
                  <a:cubicBezTo>
                    <a:pt x="10136" y="20"/>
                    <a:pt x="10125" y="18"/>
                    <a:pt x="10125" y="18"/>
                  </a:cubicBezTo>
                  <a:lnTo>
                    <a:pt x="10128" y="18"/>
                  </a:lnTo>
                  <a:cubicBezTo>
                    <a:pt x="10127" y="18"/>
                    <a:pt x="10125" y="18"/>
                    <a:pt x="10121" y="16"/>
                  </a:cubicBezTo>
                  <a:cubicBezTo>
                    <a:pt x="10121" y="18"/>
                    <a:pt x="10120" y="18"/>
                    <a:pt x="10120" y="18"/>
                  </a:cubicBezTo>
                  <a:cubicBezTo>
                    <a:pt x="10033" y="6"/>
                    <a:pt x="9946" y="1"/>
                    <a:pt x="98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3"/>
            <p:cNvSpPr/>
            <p:nvPr/>
          </p:nvSpPr>
          <p:spPr>
            <a:xfrm>
              <a:off x="745294" y="1930436"/>
              <a:ext cx="40908" cy="40908"/>
            </a:xfrm>
            <a:custGeom>
              <a:rect b="b" l="l" r="r" t="t"/>
              <a:pathLst>
                <a:path extrusionOk="0" h="767" w="767">
                  <a:moveTo>
                    <a:pt x="383" y="0"/>
                  </a:moveTo>
                  <a:cubicBezTo>
                    <a:pt x="172" y="0"/>
                    <a:pt x="1" y="172"/>
                    <a:pt x="1" y="383"/>
                  </a:cubicBezTo>
                  <a:cubicBezTo>
                    <a:pt x="1" y="594"/>
                    <a:pt x="172" y="766"/>
                    <a:pt x="383" y="766"/>
                  </a:cubicBezTo>
                  <a:cubicBezTo>
                    <a:pt x="596" y="766"/>
                    <a:pt x="766" y="594"/>
                    <a:pt x="766" y="383"/>
                  </a:cubicBezTo>
                  <a:cubicBezTo>
                    <a:pt x="766" y="172"/>
                    <a:pt x="596" y="0"/>
                    <a:pt x="3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3"/>
            <p:cNvSpPr/>
            <p:nvPr/>
          </p:nvSpPr>
          <p:spPr>
            <a:xfrm>
              <a:off x="689986" y="1836354"/>
              <a:ext cx="206513" cy="60482"/>
            </a:xfrm>
            <a:custGeom>
              <a:rect b="b" l="l" r="r" t="t"/>
              <a:pathLst>
                <a:path extrusionOk="0" h="1134" w="3872">
                  <a:moveTo>
                    <a:pt x="3690" y="0"/>
                  </a:moveTo>
                  <a:cubicBezTo>
                    <a:pt x="3685" y="0"/>
                    <a:pt x="3680" y="1"/>
                    <a:pt x="3674" y="1"/>
                  </a:cubicBezTo>
                  <a:cubicBezTo>
                    <a:pt x="3044" y="83"/>
                    <a:pt x="2415" y="163"/>
                    <a:pt x="1784" y="242"/>
                  </a:cubicBezTo>
                  <a:cubicBezTo>
                    <a:pt x="1482" y="279"/>
                    <a:pt x="1169" y="301"/>
                    <a:pt x="873" y="375"/>
                  </a:cubicBezTo>
                  <a:cubicBezTo>
                    <a:pt x="593" y="444"/>
                    <a:pt x="341" y="591"/>
                    <a:pt x="139" y="795"/>
                  </a:cubicBezTo>
                  <a:cubicBezTo>
                    <a:pt x="1" y="935"/>
                    <a:pt x="135" y="1134"/>
                    <a:pt x="286" y="1134"/>
                  </a:cubicBezTo>
                  <a:cubicBezTo>
                    <a:pt x="331" y="1134"/>
                    <a:pt x="377" y="1116"/>
                    <a:pt x="417" y="1075"/>
                  </a:cubicBezTo>
                  <a:cubicBezTo>
                    <a:pt x="805" y="682"/>
                    <a:pt x="1387" y="687"/>
                    <a:pt x="1901" y="621"/>
                  </a:cubicBezTo>
                  <a:cubicBezTo>
                    <a:pt x="2492" y="547"/>
                    <a:pt x="3083" y="471"/>
                    <a:pt x="3674" y="396"/>
                  </a:cubicBezTo>
                  <a:cubicBezTo>
                    <a:pt x="3781" y="384"/>
                    <a:pt x="3871" y="315"/>
                    <a:pt x="3871" y="200"/>
                  </a:cubicBezTo>
                  <a:cubicBezTo>
                    <a:pt x="3871" y="109"/>
                    <a:pt x="3790" y="0"/>
                    <a:pt x="36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3"/>
            <p:cNvSpPr/>
            <p:nvPr/>
          </p:nvSpPr>
          <p:spPr>
            <a:xfrm>
              <a:off x="962899" y="1877582"/>
              <a:ext cx="216647" cy="92590"/>
            </a:xfrm>
            <a:custGeom>
              <a:rect b="b" l="l" r="r" t="t"/>
              <a:pathLst>
                <a:path extrusionOk="0" h="1736" w="4062">
                  <a:moveTo>
                    <a:pt x="3848" y="1"/>
                  </a:moveTo>
                  <a:cubicBezTo>
                    <a:pt x="3813" y="1"/>
                    <a:pt x="3777" y="9"/>
                    <a:pt x="3743" y="24"/>
                  </a:cubicBezTo>
                  <a:cubicBezTo>
                    <a:pt x="2593" y="525"/>
                    <a:pt x="1416" y="967"/>
                    <a:pt x="220" y="1344"/>
                  </a:cubicBezTo>
                  <a:cubicBezTo>
                    <a:pt x="0" y="1413"/>
                    <a:pt x="66" y="1735"/>
                    <a:pt x="262" y="1735"/>
                  </a:cubicBezTo>
                  <a:cubicBezTo>
                    <a:pt x="282" y="1735"/>
                    <a:pt x="302" y="1732"/>
                    <a:pt x="324" y="1725"/>
                  </a:cubicBezTo>
                  <a:cubicBezTo>
                    <a:pt x="1554" y="1337"/>
                    <a:pt x="2761" y="882"/>
                    <a:pt x="3941" y="364"/>
                  </a:cubicBezTo>
                  <a:cubicBezTo>
                    <a:pt x="4039" y="322"/>
                    <a:pt x="4062" y="178"/>
                    <a:pt x="4012" y="95"/>
                  </a:cubicBezTo>
                  <a:cubicBezTo>
                    <a:pt x="3974" y="29"/>
                    <a:pt x="3913" y="1"/>
                    <a:pt x="3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3"/>
            <p:cNvSpPr/>
            <p:nvPr/>
          </p:nvSpPr>
          <p:spPr>
            <a:xfrm>
              <a:off x="678093" y="2091827"/>
              <a:ext cx="78136" cy="195046"/>
            </a:xfrm>
            <a:custGeom>
              <a:rect b="b" l="l" r="r" t="t"/>
              <a:pathLst>
                <a:path extrusionOk="0" h="3657" w="1465">
                  <a:moveTo>
                    <a:pt x="845" y="1"/>
                  </a:moveTo>
                  <a:cubicBezTo>
                    <a:pt x="795" y="1"/>
                    <a:pt x="745" y="18"/>
                    <a:pt x="713" y="58"/>
                  </a:cubicBezTo>
                  <a:cubicBezTo>
                    <a:pt x="272" y="611"/>
                    <a:pt x="1" y="1320"/>
                    <a:pt x="87" y="2036"/>
                  </a:cubicBezTo>
                  <a:cubicBezTo>
                    <a:pt x="165" y="2682"/>
                    <a:pt x="516" y="3287"/>
                    <a:pt x="1082" y="3627"/>
                  </a:cubicBezTo>
                  <a:cubicBezTo>
                    <a:pt x="1116" y="3647"/>
                    <a:pt x="1149" y="3656"/>
                    <a:pt x="1181" y="3656"/>
                  </a:cubicBezTo>
                  <a:cubicBezTo>
                    <a:pt x="1351" y="3656"/>
                    <a:pt x="1464" y="3396"/>
                    <a:pt x="1282" y="3285"/>
                  </a:cubicBezTo>
                  <a:cubicBezTo>
                    <a:pt x="832" y="3016"/>
                    <a:pt x="541" y="2523"/>
                    <a:pt x="477" y="2005"/>
                  </a:cubicBezTo>
                  <a:cubicBezTo>
                    <a:pt x="406" y="1412"/>
                    <a:pt x="623" y="800"/>
                    <a:pt x="993" y="336"/>
                  </a:cubicBezTo>
                  <a:cubicBezTo>
                    <a:pt x="1059" y="253"/>
                    <a:pt x="1075" y="139"/>
                    <a:pt x="993" y="58"/>
                  </a:cubicBezTo>
                  <a:cubicBezTo>
                    <a:pt x="957" y="22"/>
                    <a:pt x="900" y="1"/>
                    <a:pt x="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843003" y="2157642"/>
              <a:ext cx="28908" cy="62775"/>
            </a:xfrm>
            <a:custGeom>
              <a:rect b="b" l="l" r="r" t="t"/>
              <a:pathLst>
                <a:path extrusionOk="0" h="1177" w="542">
                  <a:moveTo>
                    <a:pt x="228" y="1"/>
                  </a:moveTo>
                  <a:cubicBezTo>
                    <a:pt x="211" y="1"/>
                    <a:pt x="195" y="3"/>
                    <a:pt x="180" y="8"/>
                  </a:cubicBezTo>
                  <a:cubicBezTo>
                    <a:pt x="86" y="38"/>
                    <a:pt x="1" y="148"/>
                    <a:pt x="42" y="250"/>
                  </a:cubicBezTo>
                  <a:cubicBezTo>
                    <a:pt x="65" y="312"/>
                    <a:pt x="84" y="375"/>
                    <a:pt x="98" y="438"/>
                  </a:cubicBezTo>
                  <a:cubicBezTo>
                    <a:pt x="100" y="452"/>
                    <a:pt x="104" y="465"/>
                    <a:pt x="105" y="479"/>
                  </a:cubicBezTo>
                  <a:cubicBezTo>
                    <a:pt x="107" y="488"/>
                    <a:pt x="109" y="497"/>
                    <a:pt x="111" y="507"/>
                  </a:cubicBezTo>
                  <a:cubicBezTo>
                    <a:pt x="112" y="516"/>
                    <a:pt x="113" y="521"/>
                    <a:pt x="113" y="521"/>
                  </a:cubicBezTo>
                  <a:cubicBezTo>
                    <a:pt x="113" y="521"/>
                    <a:pt x="112" y="512"/>
                    <a:pt x="109" y="495"/>
                  </a:cubicBezTo>
                  <a:lnTo>
                    <a:pt x="109" y="495"/>
                  </a:lnTo>
                  <a:cubicBezTo>
                    <a:pt x="120" y="520"/>
                    <a:pt x="116" y="561"/>
                    <a:pt x="118" y="587"/>
                  </a:cubicBezTo>
                  <a:cubicBezTo>
                    <a:pt x="120" y="649"/>
                    <a:pt x="116" y="711"/>
                    <a:pt x="113" y="775"/>
                  </a:cubicBezTo>
                  <a:cubicBezTo>
                    <a:pt x="113" y="777"/>
                    <a:pt x="113" y="777"/>
                    <a:pt x="111" y="779"/>
                  </a:cubicBezTo>
                  <a:cubicBezTo>
                    <a:pt x="109" y="796"/>
                    <a:pt x="105" y="816"/>
                    <a:pt x="102" y="833"/>
                  </a:cubicBezTo>
                  <a:cubicBezTo>
                    <a:pt x="95" y="865"/>
                    <a:pt x="88" y="897"/>
                    <a:pt x="79" y="927"/>
                  </a:cubicBezTo>
                  <a:cubicBezTo>
                    <a:pt x="51" y="1027"/>
                    <a:pt x="113" y="1147"/>
                    <a:pt x="217" y="1170"/>
                  </a:cubicBezTo>
                  <a:cubicBezTo>
                    <a:pt x="234" y="1174"/>
                    <a:pt x="251" y="1176"/>
                    <a:pt x="267" y="1176"/>
                  </a:cubicBezTo>
                  <a:cubicBezTo>
                    <a:pt x="354" y="1176"/>
                    <a:pt x="435" y="1123"/>
                    <a:pt x="460" y="1034"/>
                  </a:cubicBezTo>
                  <a:cubicBezTo>
                    <a:pt x="541" y="745"/>
                    <a:pt x="531" y="426"/>
                    <a:pt x="421" y="146"/>
                  </a:cubicBezTo>
                  <a:cubicBezTo>
                    <a:pt x="403" y="96"/>
                    <a:pt x="378" y="56"/>
                    <a:pt x="331" y="27"/>
                  </a:cubicBezTo>
                  <a:cubicBezTo>
                    <a:pt x="302" y="10"/>
                    <a:pt x="264"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3"/>
            <p:cNvSpPr/>
            <p:nvPr/>
          </p:nvSpPr>
          <p:spPr>
            <a:xfrm>
              <a:off x="486622" y="1961584"/>
              <a:ext cx="97283" cy="42135"/>
            </a:xfrm>
            <a:custGeom>
              <a:rect b="b" l="l" r="r" t="t"/>
              <a:pathLst>
                <a:path extrusionOk="0" h="790" w="1824">
                  <a:moveTo>
                    <a:pt x="823" y="0"/>
                  </a:moveTo>
                  <a:cubicBezTo>
                    <a:pt x="548" y="0"/>
                    <a:pt x="280" y="106"/>
                    <a:pt x="78" y="295"/>
                  </a:cubicBezTo>
                  <a:cubicBezTo>
                    <a:pt x="0" y="368"/>
                    <a:pt x="4" y="501"/>
                    <a:pt x="78" y="574"/>
                  </a:cubicBezTo>
                  <a:cubicBezTo>
                    <a:pt x="116" y="612"/>
                    <a:pt x="165" y="630"/>
                    <a:pt x="214" y="630"/>
                  </a:cubicBezTo>
                  <a:cubicBezTo>
                    <a:pt x="265" y="630"/>
                    <a:pt x="317" y="611"/>
                    <a:pt x="357" y="574"/>
                  </a:cubicBezTo>
                  <a:cubicBezTo>
                    <a:pt x="429" y="506"/>
                    <a:pt x="521" y="453"/>
                    <a:pt x="615" y="425"/>
                  </a:cubicBezTo>
                  <a:cubicBezTo>
                    <a:pt x="679" y="407"/>
                    <a:pt x="720" y="398"/>
                    <a:pt x="768" y="395"/>
                  </a:cubicBezTo>
                  <a:cubicBezTo>
                    <a:pt x="782" y="394"/>
                    <a:pt x="796" y="393"/>
                    <a:pt x="810" y="393"/>
                  </a:cubicBezTo>
                  <a:cubicBezTo>
                    <a:pt x="825" y="393"/>
                    <a:pt x="839" y="394"/>
                    <a:pt x="855" y="395"/>
                  </a:cubicBezTo>
                  <a:cubicBezTo>
                    <a:pt x="869" y="395"/>
                    <a:pt x="883" y="395"/>
                    <a:pt x="897" y="396"/>
                  </a:cubicBezTo>
                  <a:lnTo>
                    <a:pt x="918" y="398"/>
                  </a:lnTo>
                  <a:lnTo>
                    <a:pt x="920" y="398"/>
                  </a:lnTo>
                  <a:cubicBezTo>
                    <a:pt x="977" y="407"/>
                    <a:pt x="1032" y="423"/>
                    <a:pt x="1085" y="441"/>
                  </a:cubicBezTo>
                  <a:cubicBezTo>
                    <a:pt x="1087" y="443"/>
                    <a:pt x="1104" y="450"/>
                    <a:pt x="1110" y="451"/>
                  </a:cubicBezTo>
                  <a:cubicBezTo>
                    <a:pt x="1115" y="453"/>
                    <a:pt x="1133" y="462"/>
                    <a:pt x="1135" y="462"/>
                  </a:cubicBezTo>
                  <a:cubicBezTo>
                    <a:pt x="1163" y="476"/>
                    <a:pt x="1191" y="492"/>
                    <a:pt x="1218" y="508"/>
                  </a:cubicBezTo>
                  <a:cubicBezTo>
                    <a:pt x="1308" y="563"/>
                    <a:pt x="1386" y="636"/>
                    <a:pt x="1461" y="733"/>
                  </a:cubicBezTo>
                  <a:cubicBezTo>
                    <a:pt x="1492" y="773"/>
                    <a:pt x="1541" y="790"/>
                    <a:pt x="1591" y="790"/>
                  </a:cubicBezTo>
                  <a:cubicBezTo>
                    <a:pt x="1647" y="790"/>
                    <a:pt x="1704" y="769"/>
                    <a:pt x="1741" y="733"/>
                  </a:cubicBezTo>
                  <a:cubicBezTo>
                    <a:pt x="1824" y="650"/>
                    <a:pt x="1806" y="538"/>
                    <a:pt x="1741" y="453"/>
                  </a:cubicBezTo>
                  <a:cubicBezTo>
                    <a:pt x="1553" y="212"/>
                    <a:pt x="1269" y="49"/>
                    <a:pt x="968" y="10"/>
                  </a:cubicBezTo>
                  <a:cubicBezTo>
                    <a:pt x="919" y="4"/>
                    <a:pt x="871" y="0"/>
                    <a:pt x="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3"/>
            <p:cNvSpPr/>
            <p:nvPr/>
          </p:nvSpPr>
          <p:spPr>
            <a:xfrm>
              <a:off x="414300" y="2035132"/>
              <a:ext cx="150511" cy="114777"/>
            </a:xfrm>
            <a:custGeom>
              <a:rect b="b" l="l" r="r" t="t"/>
              <a:pathLst>
                <a:path extrusionOk="0" h="2152" w="2822">
                  <a:moveTo>
                    <a:pt x="210" y="1"/>
                  </a:moveTo>
                  <a:cubicBezTo>
                    <a:pt x="114" y="1"/>
                    <a:pt x="1" y="91"/>
                    <a:pt x="13" y="199"/>
                  </a:cubicBezTo>
                  <a:cubicBezTo>
                    <a:pt x="52" y="518"/>
                    <a:pt x="169" y="811"/>
                    <a:pt x="339" y="1082"/>
                  </a:cubicBezTo>
                  <a:cubicBezTo>
                    <a:pt x="493" y="1326"/>
                    <a:pt x="672" y="1569"/>
                    <a:pt x="892" y="1755"/>
                  </a:cubicBezTo>
                  <a:cubicBezTo>
                    <a:pt x="1122" y="1950"/>
                    <a:pt x="1390" y="2076"/>
                    <a:pt x="1690" y="2122"/>
                  </a:cubicBezTo>
                  <a:cubicBezTo>
                    <a:pt x="1828" y="2143"/>
                    <a:pt x="1966" y="2151"/>
                    <a:pt x="2103" y="2151"/>
                  </a:cubicBezTo>
                  <a:cubicBezTo>
                    <a:pt x="2277" y="2151"/>
                    <a:pt x="2450" y="2139"/>
                    <a:pt x="2623" y="2124"/>
                  </a:cubicBezTo>
                  <a:cubicBezTo>
                    <a:pt x="2730" y="2113"/>
                    <a:pt x="2822" y="2039"/>
                    <a:pt x="2822" y="1925"/>
                  </a:cubicBezTo>
                  <a:cubicBezTo>
                    <a:pt x="2822" y="1830"/>
                    <a:pt x="2737" y="1728"/>
                    <a:pt x="2636" y="1728"/>
                  </a:cubicBezTo>
                  <a:cubicBezTo>
                    <a:pt x="2632" y="1728"/>
                    <a:pt x="2628" y="1728"/>
                    <a:pt x="2623" y="1729"/>
                  </a:cubicBezTo>
                  <a:cubicBezTo>
                    <a:pt x="2454" y="1743"/>
                    <a:pt x="2278" y="1759"/>
                    <a:pt x="2103" y="1759"/>
                  </a:cubicBezTo>
                  <a:cubicBezTo>
                    <a:pt x="1768" y="1759"/>
                    <a:pt x="1437" y="1702"/>
                    <a:pt x="1172" y="1475"/>
                  </a:cubicBezTo>
                  <a:cubicBezTo>
                    <a:pt x="984" y="1316"/>
                    <a:pt x="832" y="1119"/>
                    <a:pt x="699" y="912"/>
                  </a:cubicBezTo>
                  <a:cubicBezTo>
                    <a:pt x="561" y="697"/>
                    <a:pt x="438" y="456"/>
                    <a:pt x="408" y="199"/>
                  </a:cubicBezTo>
                  <a:cubicBezTo>
                    <a:pt x="394" y="93"/>
                    <a:pt x="327"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3"/>
            <p:cNvSpPr/>
            <p:nvPr/>
          </p:nvSpPr>
          <p:spPr>
            <a:xfrm>
              <a:off x="618891" y="1589895"/>
              <a:ext cx="27574" cy="151738"/>
            </a:xfrm>
            <a:custGeom>
              <a:rect b="b" l="l" r="r" t="t"/>
              <a:pathLst>
                <a:path extrusionOk="0" h="2845" w="517">
                  <a:moveTo>
                    <a:pt x="198" y="0"/>
                  </a:moveTo>
                  <a:cubicBezTo>
                    <a:pt x="99" y="0"/>
                    <a:pt x="0" y="64"/>
                    <a:pt x="1" y="190"/>
                  </a:cubicBezTo>
                  <a:cubicBezTo>
                    <a:pt x="8" y="1011"/>
                    <a:pt x="46" y="1829"/>
                    <a:pt x="113" y="2648"/>
                  </a:cubicBezTo>
                  <a:cubicBezTo>
                    <a:pt x="122" y="2754"/>
                    <a:pt x="198" y="2845"/>
                    <a:pt x="311" y="2845"/>
                  </a:cubicBezTo>
                  <a:cubicBezTo>
                    <a:pt x="411" y="2845"/>
                    <a:pt x="517" y="2754"/>
                    <a:pt x="508" y="2648"/>
                  </a:cubicBezTo>
                  <a:cubicBezTo>
                    <a:pt x="441" y="1829"/>
                    <a:pt x="404" y="1011"/>
                    <a:pt x="396" y="190"/>
                  </a:cubicBezTo>
                  <a:cubicBezTo>
                    <a:pt x="396" y="64"/>
                    <a:pt x="296"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3"/>
            <p:cNvSpPr/>
            <p:nvPr/>
          </p:nvSpPr>
          <p:spPr>
            <a:xfrm>
              <a:off x="757188" y="1698111"/>
              <a:ext cx="51095" cy="100216"/>
            </a:xfrm>
            <a:custGeom>
              <a:rect b="b" l="l" r="r" t="t"/>
              <a:pathLst>
                <a:path extrusionOk="0" h="1879" w="958">
                  <a:moveTo>
                    <a:pt x="224" y="1"/>
                  </a:moveTo>
                  <a:cubicBezTo>
                    <a:pt x="207" y="1"/>
                    <a:pt x="190" y="3"/>
                    <a:pt x="173" y="8"/>
                  </a:cubicBezTo>
                  <a:cubicBezTo>
                    <a:pt x="74" y="34"/>
                    <a:pt x="1" y="150"/>
                    <a:pt x="35" y="251"/>
                  </a:cubicBezTo>
                  <a:cubicBezTo>
                    <a:pt x="208" y="763"/>
                    <a:pt x="329" y="1294"/>
                    <a:pt x="570" y="1782"/>
                  </a:cubicBezTo>
                  <a:cubicBezTo>
                    <a:pt x="601" y="1845"/>
                    <a:pt x="672" y="1878"/>
                    <a:pt x="740" y="1878"/>
                  </a:cubicBezTo>
                  <a:cubicBezTo>
                    <a:pt x="775" y="1878"/>
                    <a:pt x="810" y="1870"/>
                    <a:pt x="839" y="1853"/>
                  </a:cubicBezTo>
                  <a:cubicBezTo>
                    <a:pt x="937" y="1796"/>
                    <a:pt x="958" y="1679"/>
                    <a:pt x="910" y="1581"/>
                  </a:cubicBezTo>
                  <a:cubicBezTo>
                    <a:pt x="685" y="1126"/>
                    <a:pt x="577" y="624"/>
                    <a:pt x="416" y="146"/>
                  </a:cubicBezTo>
                  <a:cubicBezTo>
                    <a:pt x="387" y="61"/>
                    <a:pt x="311"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0" name="Shape 3440"/>
        <p:cNvGrpSpPr/>
        <p:nvPr/>
      </p:nvGrpSpPr>
      <p:grpSpPr>
        <a:xfrm>
          <a:off x="0" y="0"/>
          <a:ext cx="0" cy="0"/>
          <a:chOff x="0" y="0"/>
          <a:chExt cx="0" cy="0"/>
        </a:xfrm>
      </p:grpSpPr>
      <p:sp>
        <p:nvSpPr>
          <p:cNvPr id="3441" name="Google Shape;3441;p64"/>
          <p:cNvSpPr txBox="1"/>
          <p:nvPr>
            <p:ph idx="4294967295" type="subTitle"/>
          </p:nvPr>
        </p:nvSpPr>
        <p:spPr>
          <a:xfrm>
            <a:off x="876050" y="3391600"/>
            <a:ext cx="2147400" cy="9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rPr>
              <a:t>Time management</a:t>
            </a:r>
            <a:endParaRPr b="1" sz="2400">
              <a:solidFill>
                <a:schemeClr val="accent1"/>
              </a:solidFill>
              <a:latin typeface="Varela Round"/>
              <a:ea typeface="Varela Round"/>
              <a:cs typeface="Varela Round"/>
              <a:sym typeface="Varela Round"/>
            </a:endParaRPr>
          </a:p>
        </p:txBody>
      </p:sp>
      <p:sp>
        <p:nvSpPr>
          <p:cNvPr id="3442" name="Google Shape;3442;p64"/>
          <p:cNvSpPr txBox="1"/>
          <p:nvPr>
            <p:ph idx="4294967295" type="subTitle"/>
          </p:nvPr>
        </p:nvSpPr>
        <p:spPr>
          <a:xfrm>
            <a:off x="3498300" y="3391600"/>
            <a:ext cx="2147400" cy="9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accent1"/>
                </a:solidFill>
              </a:rPr>
              <a:t>Set schedule</a:t>
            </a:r>
            <a:endParaRPr b="1" sz="2400">
              <a:solidFill>
                <a:schemeClr val="accent1"/>
              </a:solidFill>
              <a:latin typeface="Varela Round"/>
              <a:ea typeface="Varela Round"/>
              <a:cs typeface="Varela Round"/>
              <a:sym typeface="Varela Round"/>
            </a:endParaRPr>
          </a:p>
        </p:txBody>
      </p:sp>
      <p:sp>
        <p:nvSpPr>
          <p:cNvPr id="3443" name="Google Shape;3443;p64"/>
          <p:cNvSpPr txBox="1"/>
          <p:nvPr>
            <p:ph idx="4294967295" type="subTitle"/>
          </p:nvPr>
        </p:nvSpPr>
        <p:spPr>
          <a:xfrm>
            <a:off x="6120550" y="3391600"/>
            <a:ext cx="2147400" cy="9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rPr>
              <a:t>No multitasking</a:t>
            </a:r>
            <a:endParaRPr b="1" sz="2400">
              <a:solidFill>
                <a:schemeClr val="accent1"/>
              </a:solidFill>
              <a:latin typeface="Varela Round"/>
              <a:ea typeface="Varela Round"/>
              <a:cs typeface="Varela Round"/>
              <a:sym typeface="Varela Round"/>
            </a:endParaRPr>
          </a:p>
        </p:txBody>
      </p:sp>
      <p:sp>
        <p:nvSpPr>
          <p:cNvPr id="3444" name="Google Shape;3444;p64"/>
          <p:cNvSpPr txBox="1"/>
          <p:nvPr>
            <p:ph idx="4294967295" type="subTitle"/>
          </p:nvPr>
        </p:nvSpPr>
        <p:spPr>
          <a:xfrm>
            <a:off x="876050" y="698550"/>
            <a:ext cx="2147400" cy="9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rPr>
              <a:t>Take notes</a:t>
            </a:r>
            <a:endParaRPr b="1" sz="2400">
              <a:solidFill>
                <a:schemeClr val="accent1"/>
              </a:solidFill>
              <a:latin typeface="Varela Round"/>
              <a:ea typeface="Varela Round"/>
              <a:cs typeface="Varela Round"/>
              <a:sym typeface="Varela Round"/>
            </a:endParaRPr>
          </a:p>
        </p:txBody>
      </p:sp>
      <p:sp>
        <p:nvSpPr>
          <p:cNvPr id="3445" name="Google Shape;3445;p64"/>
          <p:cNvSpPr txBox="1"/>
          <p:nvPr>
            <p:ph idx="4294967295" type="subTitle"/>
          </p:nvPr>
        </p:nvSpPr>
        <p:spPr>
          <a:xfrm>
            <a:off x="3498300" y="698550"/>
            <a:ext cx="2147400" cy="9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rPr>
              <a:t>Ask questions</a:t>
            </a:r>
            <a:endParaRPr b="1" sz="2400">
              <a:solidFill>
                <a:schemeClr val="accent1"/>
              </a:solidFill>
              <a:latin typeface="Varela Round"/>
              <a:ea typeface="Varela Round"/>
              <a:cs typeface="Varela Round"/>
              <a:sym typeface="Varela Round"/>
            </a:endParaRPr>
          </a:p>
        </p:txBody>
      </p:sp>
      <p:sp>
        <p:nvSpPr>
          <p:cNvPr id="3446" name="Google Shape;3446;p64"/>
          <p:cNvSpPr txBox="1"/>
          <p:nvPr>
            <p:ph idx="4294967295" type="subTitle"/>
          </p:nvPr>
        </p:nvSpPr>
        <p:spPr>
          <a:xfrm>
            <a:off x="6120550" y="771775"/>
            <a:ext cx="2147400" cy="89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rPr>
              <a:t>Sleep</a:t>
            </a:r>
            <a:endParaRPr b="1" sz="2400">
              <a:solidFill>
                <a:schemeClr val="accent1"/>
              </a:solidFill>
              <a:latin typeface="Varela Round"/>
              <a:ea typeface="Varela Round"/>
              <a:cs typeface="Varela Round"/>
              <a:sym typeface="Varela Round"/>
            </a:endParaRPr>
          </a:p>
        </p:txBody>
      </p:sp>
      <p:sp>
        <p:nvSpPr>
          <p:cNvPr id="3447" name="Google Shape;3447;p64"/>
          <p:cNvSpPr txBox="1"/>
          <p:nvPr>
            <p:ph type="title"/>
          </p:nvPr>
        </p:nvSpPr>
        <p:spPr>
          <a:xfrm>
            <a:off x="720000" y="2173590"/>
            <a:ext cx="7704000" cy="71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Habits of successful students</a:t>
            </a:r>
            <a:endParaRPr/>
          </a:p>
        </p:txBody>
      </p:sp>
      <p:grpSp>
        <p:nvGrpSpPr>
          <p:cNvPr id="3448" name="Google Shape;3448;p64"/>
          <p:cNvGrpSpPr/>
          <p:nvPr/>
        </p:nvGrpSpPr>
        <p:grpSpPr>
          <a:xfrm>
            <a:off x="6964312" y="519350"/>
            <a:ext cx="459882" cy="535306"/>
            <a:chOff x="2144875" y="1089700"/>
            <a:chExt cx="459882" cy="535306"/>
          </a:xfrm>
        </p:grpSpPr>
        <p:sp>
          <p:nvSpPr>
            <p:cNvPr id="3449" name="Google Shape;3449;p64"/>
            <p:cNvSpPr/>
            <p:nvPr/>
          </p:nvSpPr>
          <p:spPr>
            <a:xfrm>
              <a:off x="2220496" y="1138592"/>
              <a:ext cx="81300" cy="76456"/>
            </a:xfrm>
            <a:custGeom>
              <a:rect b="b" l="l" r="r" t="t"/>
              <a:pathLst>
                <a:path extrusionOk="0" h="2746" w="2920">
                  <a:moveTo>
                    <a:pt x="2006" y="0"/>
                  </a:moveTo>
                  <a:lnTo>
                    <a:pt x="1" y="1682"/>
                  </a:lnTo>
                  <a:lnTo>
                    <a:pt x="776" y="2607"/>
                  </a:lnTo>
                  <a:cubicBezTo>
                    <a:pt x="853" y="2699"/>
                    <a:pt x="963" y="2746"/>
                    <a:pt x="1074" y="2746"/>
                  </a:cubicBezTo>
                  <a:cubicBezTo>
                    <a:pt x="1162" y="2746"/>
                    <a:pt x="1251" y="2716"/>
                    <a:pt x="1324" y="2654"/>
                  </a:cubicBezTo>
                  <a:lnTo>
                    <a:pt x="2733" y="1473"/>
                  </a:lnTo>
                  <a:cubicBezTo>
                    <a:pt x="2897" y="1335"/>
                    <a:pt x="2919" y="1090"/>
                    <a:pt x="2781" y="925"/>
                  </a:cubicBezTo>
                  <a:lnTo>
                    <a:pt x="20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2169571" y="1089700"/>
              <a:ext cx="135092" cy="118637"/>
            </a:xfrm>
            <a:custGeom>
              <a:rect b="b" l="l" r="r" t="t"/>
              <a:pathLst>
                <a:path extrusionOk="0" h="4261" w="4852">
                  <a:moveTo>
                    <a:pt x="3691" y="1"/>
                  </a:moveTo>
                  <a:cubicBezTo>
                    <a:pt x="3486" y="1"/>
                    <a:pt x="3281" y="70"/>
                    <a:pt x="3113" y="211"/>
                  </a:cubicBezTo>
                  <a:lnTo>
                    <a:pt x="431" y="2461"/>
                  </a:lnTo>
                  <a:cubicBezTo>
                    <a:pt x="50" y="2781"/>
                    <a:pt x="0" y="3349"/>
                    <a:pt x="320" y="3730"/>
                  </a:cubicBezTo>
                  <a:lnTo>
                    <a:pt x="631" y="4101"/>
                  </a:lnTo>
                  <a:cubicBezTo>
                    <a:pt x="720" y="4206"/>
                    <a:pt x="847" y="4261"/>
                    <a:pt x="975" y="4261"/>
                  </a:cubicBezTo>
                  <a:cubicBezTo>
                    <a:pt x="1078" y="4261"/>
                    <a:pt x="1180" y="4226"/>
                    <a:pt x="1265" y="4155"/>
                  </a:cubicBezTo>
                  <a:lnTo>
                    <a:pt x="4636" y="1327"/>
                  </a:lnTo>
                  <a:cubicBezTo>
                    <a:pt x="4826" y="1167"/>
                    <a:pt x="4852" y="883"/>
                    <a:pt x="4692" y="693"/>
                  </a:cubicBezTo>
                  <a:lnTo>
                    <a:pt x="4381" y="322"/>
                  </a:lnTo>
                  <a:cubicBezTo>
                    <a:pt x="4203" y="110"/>
                    <a:pt x="3948"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2443462" y="1138592"/>
              <a:ext cx="81300" cy="76456"/>
            </a:xfrm>
            <a:custGeom>
              <a:rect b="b" l="l" r="r" t="t"/>
              <a:pathLst>
                <a:path extrusionOk="0" h="2746" w="2920">
                  <a:moveTo>
                    <a:pt x="916" y="0"/>
                  </a:moveTo>
                  <a:lnTo>
                    <a:pt x="140" y="925"/>
                  </a:lnTo>
                  <a:cubicBezTo>
                    <a:pt x="1" y="1090"/>
                    <a:pt x="23" y="1335"/>
                    <a:pt x="187" y="1473"/>
                  </a:cubicBezTo>
                  <a:lnTo>
                    <a:pt x="1596" y="2654"/>
                  </a:lnTo>
                  <a:cubicBezTo>
                    <a:pt x="1669" y="2716"/>
                    <a:pt x="1758" y="2746"/>
                    <a:pt x="1846" y="2746"/>
                  </a:cubicBezTo>
                  <a:cubicBezTo>
                    <a:pt x="1957" y="2746"/>
                    <a:pt x="2067" y="2699"/>
                    <a:pt x="2145" y="2607"/>
                  </a:cubicBezTo>
                  <a:lnTo>
                    <a:pt x="2919" y="1682"/>
                  </a:lnTo>
                  <a:lnTo>
                    <a:pt x="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2440622" y="1089700"/>
              <a:ext cx="135064" cy="118637"/>
            </a:xfrm>
            <a:custGeom>
              <a:rect b="b" l="l" r="r" t="t"/>
              <a:pathLst>
                <a:path extrusionOk="0" h="4261" w="4851">
                  <a:moveTo>
                    <a:pt x="1161" y="1"/>
                  </a:moveTo>
                  <a:cubicBezTo>
                    <a:pt x="904" y="1"/>
                    <a:pt x="649" y="110"/>
                    <a:pt x="471" y="322"/>
                  </a:cubicBezTo>
                  <a:lnTo>
                    <a:pt x="160" y="693"/>
                  </a:lnTo>
                  <a:cubicBezTo>
                    <a:pt x="0" y="883"/>
                    <a:pt x="25" y="1167"/>
                    <a:pt x="215" y="1327"/>
                  </a:cubicBezTo>
                  <a:lnTo>
                    <a:pt x="3586" y="4155"/>
                  </a:lnTo>
                  <a:cubicBezTo>
                    <a:pt x="3671" y="4226"/>
                    <a:pt x="3774" y="4261"/>
                    <a:pt x="3876" y="4261"/>
                  </a:cubicBezTo>
                  <a:cubicBezTo>
                    <a:pt x="4004" y="4261"/>
                    <a:pt x="4131" y="4206"/>
                    <a:pt x="4220" y="4101"/>
                  </a:cubicBezTo>
                  <a:lnTo>
                    <a:pt x="4531" y="3730"/>
                  </a:lnTo>
                  <a:cubicBezTo>
                    <a:pt x="4851" y="3349"/>
                    <a:pt x="4802" y="2781"/>
                    <a:pt x="4420" y="2461"/>
                  </a:cubicBezTo>
                  <a:lnTo>
                    <a:pt x="1738" y="211"/>
                  </a:lnTo>
                  <a:cubicBezTo>
                    <a:pt x="1570" y="70"/>
                    <a:pt x="1365" y="1"/>
                    <a:pt x="1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2356592" y="1101784"/>
              <a:ext cx="32102" cy="64066"/>
            </a:xfrm>
            <a:custGeom>
              <a:rect b="b" l="l" r="r" t="t"/>
              <a:pathLst>
                <a:path extrusionOk="0" h="2301" w="1153">
                  <a:moveTo>
                    <a:pt x="1" y="0"/>
                  </a:moveTo>
                  <a:lnTo>
                    <a:pt x="1" y="2301"/>
                  </a:lnTo>
                  <a:lnTo>
                    <a:pt x="1152" y="2301"/>
                  </a:lnTo>
                  <a:lnTo>
                    <a:pt x="1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2329668" y="1089951"/>
              <a:ext cx="85922" cy="31406"/>
            </a:xfrm>
            <a:custGeom>
              <a:rect b="b" l="l" r="r" t="t"/>
              <a:pathLst>
                <a:path extrusionOk="0" h="1128" w="3086">
                  <a:moveTo>
                    <a:pt x="390" y="1"/>
                  </a:moveTo>
                  <a:cubicBezTo>
                    <a:pt x="175" y="1"/>
                    <a:pt x="1" y="175"/>
                    <a:pt x="1" y="390"/>
                  </a:cubicBezTo>
                  <a:lnTo>
                    <a:pt x="1" y="739"/>
                  </a:lnTo>
                  <a:cubicBezTo>
                    <a:pt x="1" y="953"/>
                    <a:pt x="175" y="1128"/>
                    <a:pt x="390" y="1128"/>
                  </a:cubicBezTo>
                  <a:lnTo>
                    <a:pt x="2696" y="1128"/>
                  </a:lnTo>
                  <a:cubicBezTo>
                    <a:pt x="2911" y="1128"/>
                    <a:pt x="3085" y="953"/>
                    <a:pt x="3085" y="739"/>
                  </a:cubicBezTo>
                  <a:lnTo>
                    <a:pt x="3085" y="390"/>
                  </a:lnTo>
                  <a:cubicBezTo>
                    <a:pt x="3085" y="175"/>
                    <a:pt x="2911" y="1"/>
                    <a:pt x="2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2146489" y="1498212"/>
              <a:ext cx="149598" cy="126795"/>
            </a:xfrm>
            <a:custGeom>
              <a:rect b="b" l="l" r="r" t="t"/>
              <a:pathLst>
                <a:path extrusionOk="0" h="4554" w="5373">
                  <a:moveTo>
                    <a:pt x="2277" y="0"/>
                  </a:moveTo>
                  <a:cubicBezTo>
                    <a:pt x="1022" y="0"/>
                    <a:pt x="1" y="1021"/>
                    <a:pt x="1" y="2276"/>
                  </a:cubicBezTo>
                  <a:cubicBezTo>
                    <a:pt x="1" y="3531"/>
                    <a:pt x="1022" y="4553"/>
                    <a:pt x="2277" y="4553"/>
                  </a:cubicBezTo>
                  <a:lnTo>
                    <a:pt x="5372" y="4553"/>
                  </a:lnTo>
                  <a:lnTo>
                    <a:pt x="5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2222807" y="1516337"/>
              <a:ext cx="353433" cy="90488"/>
            </a:xfrm>
            <a:custGeom>
              <a:rect b="b" l="l" r="r" t="t"/>
              <a:pathLst>
                <a:path extrusionOk="0" h="3250" w="12694">
                  <a:moveTo>
                    <a:pt x="1625" y="1"/>
                  </a:moveTo>
                  <a:cubicBezTo>
                    <a:pt x="729" y="1"/>
                    <a:pt x="1" y="729"/>
                    <a:pt x="1" y="1625"/>
                  </a:cubicBezTo>
                  <a:cubicBezTo>
                    <a:pt x="1" y="2523"/>
                    <a:pt x="729" y="3250"/>
                    <a:pt x="1625" y="3250"/>
                  </a:cubicBezTo>
                  <a:lnTo>
                    <a:pt x="12693" y="3250"/>
                  </a:lnTo>
                  <a:lnTo>
                    <a:pt x="126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2200254" y="1498212"/>
              <a:ext cx="398538" cy="126795"/>
            </a:xfrm>
            <a:custGeom>
              <a:rect b="b" l="l" r="r" t="t"/>
              <a:pathLst>
                <a:path extrusionOk="0" h="4554" w="14314">
                  <a:moveTo>
                    <a:pt x="2277" y="0"/>
                  </a:moveTo>
                  <a:cubicBezTo>
                    <a:pt x="1022" y="0"/>
                    <a:pt x="1" y="1021"/>
                    <a:pt x="1" y="2276"/>
                  </a:cubicBezTo>
                  <a:cubicBezTo>
                    <a:pt x="1" y="3531"/>
                    <a:pt x="1022" y="4553"/>
                    <a:pt x="2277" y="4553"/>
                  </a:cubicBezTo>
                  <a:lnTo>
                    <a:pt x="13750" y="4553"/>
                  </a:lnTo>
                  <a:cubicBezTo>
                    <a:pt x="14061" y="4553"/>
                    <a:pt x="14313" y="4301"/>
                    <a:pt x="14313" y="3990"/>
                  </a:cubicBezTo>
                  <a:cubicBezTo>
                    <a:pt x="14313" y="3679"/>
                    <a:pt x="14061" y="3426"/>
                    <a:pt x="13750" y="3426"/>
                  </a:cubicBezTo>
                  <a:lnTo>
                    <a:pt x="2277" y="3426"/>
                  </a:lnTo>
                  <a:cubicBezTo>
                    <a:pt x="1644" y="3426"/>
                    <a:pt x="1128" y="2910"/>
                    <a:pt x="1128" y="2276"/>
                  </a:cubicBezTo>
                  <a:cubicBezTo>
                    <a:pt x="1128" y="1643"/>
                    <a:pt x="1644" y="1127"/>
                    <a:pt x="2277" y="1127"/>
                  </a:cubicBezTo>
                  <a:lnTo>
                    <a:pt x="13750" y="1127"/>
                  </a:lnTo>
                  <a:cubicBezTo>
                    <a:pt x="14061" y="1127"/>
                    <a:pt x="14313" y="875"/>
                    <a:pt x="14313" y="564"/>
                  </a:cubicBezTo>
                  <a:cubicBezTo>
                    <a:pt x="14313" y="253"/>
                    <a:pt x="14061" y="0"/>
                    <a:pt x="13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2332118" y="1549693"/>
              <a:ext cx="244123" cy="16149"/>
            </a:xfrm>
            <a:custGeom>
              <a:rect b="b" l="l" r="r" t="t"/>
              <a:pathLst>
                <a:path extrusionOk="0" h="580" w="8768">
                  <a:moveTo>
                    <a:pt x="291" y="0"/>
                  </a:moveTo>
                  <a:cubicBezTo>
                    <a:pt x="130" y="0"/>
                    <a:pt x="1" y="130"/>
                    <a:pt x="1" y="291"/>
                  </a:cubicBezTo>
                  <a:cubicBezTo>
                    <a:pt x="1" y="450"/>
                    <a:pt x="130" y="580"/>
                    <a:pt x="291" y="580"/>
                  </a:cubicBezTo>
                  <a:lnTo>
                    <a:pt x="8767" y="580"/>
                  </a:lnTo>
                  <a:lnTo>
                    <a:pt x="87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429485" y="1416242"/>
              <a:ext cx="72112" cy="81996"/>
            </a:xfrm>
            <a:custGeom>
              <a:rect b="b" l="l" r="r" t="t"/>
              <a:pathLst>
                <a:path extrusionOk="0" h="2945" w="2590">
                  <a:moveTo>
                    <a:pt x="1616" y="0"/>
                  </a:moveTo>
                  <a:lnTo>
                    <a:pt x="0" y="933"/>
                  </a:lnTo>
                  <a:lnTo>
                    <a:pt x="1348" y="2691"/>
                  </a:lnTo>
                  <a:cubicBezTo>
                    <a:pt x="1475" y="2856"/>
                    <a:pt x="1668" y="2945"/>
                    <a:pt x="1864" y="2945"/>
                  </a:cubicBezTo>
                  <a:cubicBezTo>
                    <a:pt x="1975" y="2945"/>
                    <a:pt x="2087" y="2916"/>
                    <a:pt x="2188" y="2858"/>
                  </a:cubicBezTo>
                  <a:cubicBezTo>
                    <a:pt x="2471" y="2694"/>
                    <a:pt x="2590" y="2347"/>
                    <a:pt x="2464" y="2046"/>
                  </a:cubicBezTo>
                  <a:lnTo>
                    <a:pt x="16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243689" y="1416242"/>
              <a:ext cx="72112" cy="81996"/>
            </a:xfrm>
            <a:custGeom>
              <a:rect b="b" l="l" r="r" t="t"/>
              <a:pathLst>
                <a:path extrusionOk="0" h="2945" w="2590">
                  <a:moveTo>
                    <a:pt x="973" y="0"/>
                  </a:moveTo>
                  <a:lnTo>
                    <a:pt x="125" y="2046"/>
                  </a:lnTo>
                  <a:cubicBezTo>
                    <a:pt x="1" y="2347"/>
                    <a:pt x="118" y="2694"/>
                    <a:pt x="401" y="2858"/>
                  </a:cubicBezTo>
                  <a:cubicBezTo>
                    <a:pt x="503" y="2916"/>
                    <a:pt x="615" y="2945"/>
                    <a:pt x="725" y="2945"/>
                  </a:cubicBezTo>
                  <a:cubicBezTo>
                    <a:pt x="922" y="2945"/>
                    <a:pt x="1114" y="2856"/>
                    <a:pt x="1241" y="2691"/>
                  </a:cubicBezTo>
                  <a:lnTo>
                    <a:pt x="2590" y="933"/>
                  </a:lnTo>
                  <a:lnTo>
                    <a:pt x="9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216013" y="1147613"/>
              <a:ext cx="313228" cy="313200"/>
            </a:xfrm>
            <a:custGeom>
              <a:rect b="b" l="l" r="r" t="t"/>
              <a:pathLst>
                <a:path extrusionOk="0" h="11249" w="11250">
                  <a:moveTo>
                    <a:pt x="5626" y="1"/>
                  </a:moveTo>
                  <a:cubicBezTo>
                    <a:pt x="2519" y="1"/>
                    <a:pt x="1" y="2518"/>
                    <a:pt x="1" y="5625"/>
                  </a:cubicBezTo>
                  <a:cubicBezTo>
                    <a:pt x="1" y="8731"/>
                    <a:pt x="2519" y="11248"/>
                    <a:pt x="5626" y="11248"/>
                  </a:cubicBezTo>
                  <a:cubicBezTo>
                    <a:pt x="8731" y="11248"/>
                    <a:pt x="11249" y="8731"/>
                    <a:pt x="11249" y="5625"/>
                  </a:cubicBezTo>
                  <a:cubicBezTo>
                    <a:pt x="11249" y="2518"/>
                    <a:pt x="8731" y="1"/>
                    <a:pt x="56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251346" y="1182918"/>
              <a:ext cx="242620" cy="242620"/>
            </a:xfrm>
            <a:custGeom>
              <a:rect b="b" l="l" r="r" t="t"/>
              <a:pathLst>
                <a:path extrusionOk="0" h="8714" w="8714">
                  <a:moveTo>
                    <a:pt x="4357" y="0"/>
                  </a:moveTo>
                  <a:cubicBezTo>
                    <a:pt x="1950" y="0"/>
                    <a:pt x="0" y="1950"/>
                    <a:pt x="0" y="4357"/>
                  </a:cubicBezTo>
                  <a:cubicBezTo>
                    <a:pt x="0" y="6763"/>
                    <a:pt x="1950" y="8713"/>
                    <a:pt x="4357" y="8713"/>
                  </a:cubicBezTo>
                  <a:cubicBezTo>
                    <a:pt x="6762" y="8713"/>
                    <a:pt x="8713" y="6763"/>
                    <a:pt x="8713" y="4357"/>
                  </a:cubicBezTo>
                  <a:cubicBezTo>
                    <a:pt x="8713" y="1950"/>
                    <a:pt x="6762" y="0"/>
                    <a:pt x="4357" y="0"/>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580394" y="1262660"/>
              <a:ext cx="24362" cy="83138"/>
            </a:xfrm>
            <a:custGeom>
              <a:rect b="b" l="l" r="r" t="t"/>
              <a:pathLst>
                <a:path extrusionOk="0" h="2986" w="875">
                  <a:moveTo>
                    <a:pt x="330" y="1"/>
                  </a:moveTo>
                  <a:cubicBezTo>
                    <a:pt x="291" y="1"/>
                    <a:pt x="251" y="9"/>
                    <a:pt x="213" y="25"/>
                  </a:cubicBezTo>
                  <a:cubicBezTo>
                    <a:pt x="66" y="90"/>
                    <a:pt x="0" y="262"/>
                    <a:pt x="65" y="408"/>
                  </a:cubicBezTo>
                  <a:cubicBezTo>
                    <a:pt x="217" y="752"/>
                    <a:pt x="296" y="1117"/>
                    <a:pt x="296" y="1493"/>
                  </a:cubicBezTo>
                  <a:cubicBezTo>
                    <a:pt x="296" y="1868"/>
                    <a:pt x="217" y="2234"/>
                    <a:pt x="65" y="2578"/>
                  </a:cubicBezTo>
                  <a:cubicBezTo>
                    <a:pt x="0" y="2724"/>
                    <a:pt x="66" y="2896"/>
                    <a:pt x="213" y="2961"/>
                  </a:cubicBezTo>
                  <a:cubicBezTo>
                    <a:pt x="250" y="2978"/>
                    <a:pt x="291" y="2985"/>
                    <a:pt x="330" y="2985"/>
                  </a:cubicBezTo>
                  <a:cubicBezTo>
                    <a:pt x="441" y="2985"/>
                    <a:pt x="547" y="2921"/>
                    <a:pt x="596" y="2813"/>
                  </a:cubicBezTo>
                  <a:cubicBezTo>
                    <a:pt x="781" y="2394"/>
                    <a:pt x="875" y="1950"/>
                    <a:pt x="875" y="1493"/>
                  </a:cubicBezTo>
                  <a:cubicBezTo>
                    <a:pt x="875" y="1036"/>
                    <a:pt x="781" y="591"/>
                    <a:pt x="596" y="173"/>
                  </a:cubicBezTo>
                  <a:cubicBezTo>
                    <a:pt x="548" y="65"/>
                    <a:pt x="441" y="1"/>
                    <a:pt x="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2550853" y="1275747"/>
              <a:ext cx="21606" cy="56966"/>
            </a:xfrm>
            <a:custGeom>
              <a:rect b="b" l="l" r="r" t="t"/>
              <a:pathLst>
                <a:path extrusionOk="0" h="2046" w="776">
                  <a:moveTo>
                    <a:pt x="330" y="0"/>
                  </a:moveTo>
                  <a:cubicBezTo>
                    <a:pt x="291" y="0"/>
                    <a:pt x="251" y="8"/>
                    <a:pt x="213" y="25"/>
                  </a:cubicBezTo>
                  <a:cubicBezTo>
                    <a:pt x="66" y="91"/>
                    <a:pt x="0" y="262"/>
                    <a:pt x="65" y="408"/>
                  </a:cubicBezTo>
                  <a:cubicBezTo>
                    <a:pt x="152" y="603"/>
                    <a:pt x="195" y="810"/>
                    <a:pt x="195" y="1023"/>
                  </a:cubicBezTo>
                  <a:cubicBezTo>
                    <a:pt x="195" y="1236"/>
                    <a:pt x="152" y="1442"/>
                    <a:pt x="65" y="1637"/>
                  </a:cubicBezTo>
                  <a:cubicBezTo>
                    <a:pt x="0" y="1785"/>
                    <a:pt x="66" y="1956"/>
                    <a:pt x="213" y="2020"/>
                  </a:cubicBezTo>
                  <a:cubicBezTo>
                    <a:pt x="250" y="2037"/>
                    <a:pt x="291" y="2046"/>
                    <a:pt x="330" y="2046"/>
                  </a:cubicBezTo>
                  <a:cubicBezTo>
                    <a:pt x="442" y="2046"/>
                    <a:pt x="548" y="1981"/>
                    <a:pt x="595" y="1873"/>
                  </a:cubicBezTo>
                  <a:cubicBezTo>
                    <a:pt x="715" y="1603"/>
                    <a:pt x="776" y="1317"/>
                    <a:pt x="776" y="1023"/>
                  </a:cubicBezTo>
                  <a:cubicBezTo>
                    <a:pt x="776" y="729"/>
                    <a:pt x="715" y="443"/>
                    <a:pt x="595" y="173"/>
                  </a:cubicBezTo>
                  <a:cubicBezTo>
                    <a:pt x="548" y="64"/>
                    <a:pt x="441" y="0"/>
                    <a:pt x="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144875" y="1262660"/>
              <a:ext cx="24418" cy="83138"/>
            </a:xfrm>
            <a:custGeom>
              <a:rect b="b" l="l" r="r" t="t"/>
              <a:pathLst>
                <a:path extrusionOk="0" h="2986" w="877">
                  <a:moveTo>
                    <a:pt x="546" y="1"/>
                  </a:moveTo>
                  <a:cubicBezTo>
                    <a:pt x="435" y="1"/>
                    <a:pt x="329" y="65"/>
                    <a:pt x="281" y="173"/>
                  </a:cubicBezTo>
                  <a:cubicBezTo>
                    <a:pt x="94" y="591"/>
                    <a:pt x="0" y="1036"/>
                    <a:pt x="0" y="1493"/>
                  </a:cubicBezTo>
                  <a:cubicBezTo>
                    <a:pt x="0" y="1950"/>
                    <a:pt x="94" y="2394"/>
                    <a:pt x="281" y="2813"/>
                  </a:cubicBezTo>
                  <a:cubicBezTo>
                    <a:pt x="329" y="2922"/>
                    <a:pt x="435" y="2985"/>
                    <a:pt x="546" y="2985"/>
                  </a:cubicBezTo>
                  <a:cubicBezTo>
                    <a:pt x="585" y="2985"/>
                    <a:pt x="625" y="2978"/>
                    <a:pt x="663" y="2961"/>
                  </a:cubicBezTo>
                  <a:cubicBezTo>
                    <a:pt x="810" y="2896"/>
                    <a:pt x="876" y="2724"/>
                    <a:pt x="810" y="2578"/>
                  </a:cubicBezTo>
                  <a:cubicBezTo>
                    <a:pt x="658" y="2234"/>
                    <a:pt x="581" y="1868"/>
                    <a:pt x="581" y="1493"/>
                  </a:cubicBezTo>
                  <a:cubicBezTo>
                    <a:pt x="581" y="1117"/>
                    <a:pt x="658" y="752"/>
                    <a:pt x="810" y="408"/>
                  </a:cubicBezTo>
                  <a:cubicBezTo>
                    <a:pt x="876" y="262"/>
                    <a:pt x="809" y="90"/>
                    <a:pt x="663" y="25"/>
                  </a:cubicBezTo>
                  <a:cubicBezTo>
                    <a:pt x="625" y="9"/>
                    <a:pt x="585" y="1"/>
                    <a:pt x="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2177200" y="1275747"/>
              <a:ext cx="21634" cy="56966"/>
            </a:xfrm>
            <a:custGeom>
              <a:rect b="b" l="l" r="r" t="t"/>
              <a:pathLst>
                <a:path extrusionOk="0" h="2046" w="777">
                  <a:moveTo>
                    <a:pt x="446" y="0"/>
                  </a:moveTo>
                  <a:cubicBezTo>
                    <a:pt x="335" y="0"/>
                    <a:pt x="229" y="64"/>
                    <a:pt x="180" y="173"/>
                  </a:cubicBezTo>
                  <a:cubicBezTo>
                    <a:pt x="60" y="443"/>
                    <a:pt x="1" y="729"/>
                    <a:pt x="1" y="1023"/>
                  </a:cubicBezTo>
                  <a:cubicBezTo>
                    <a:pt x="1" y="1317"/>
                    <a:pt x="60" y="1603"/>
                    <a:pt x="180" y="1873"/>
                  </a:cubicBezTo>
                  <a:cubicBezTo>
                    <a:pt x="229" y="1981"/>
                    <a:pt x="335" y="2046"/>
                    <a:pt x="446" y="2046"/>
                  </a:cubicBezTo>
                  <a:cubicBezTo>
                    <a:pt x="485" y="2046"/>
                    <a:pt x="525" y="2037"/>
                    <a:pt x="563" y="2020"/>
                  </a:cubicBezTo>
                  <a:cubicBezTo>
                    <a:pt x="709" y="1956"/>
                    <a:pt x="776" y="1785"/>
                    <a:pt x="710" y="1637"/>
                  </a:cubicBezTo>
                  <a:cubicBezTo>
                    <a:pt x="624" y="1442"/>
                    <a:pt x="580" y="1236"/>
                    <a:pt x="580" y="1023"/>
                  </a:cubicBezTo>
                  <a:cubicBezTo>
                    <a:pt x="580" y="810"/>
                    <a:pt x="624" y="603"/>
                    <a:pt x="710" y="408"/>
                  </a:cubicBezTo>
                  <a:cubicBezTo>
                    <a:pt x="776" y="262"/>
                    <a:pt x="709" y="91"/>
                    <a:pt x="563" y="25"/>
                  </a:cubicBezTo>
                  <a:cubicBezTo>
                    <a:pt x="525" y="8"/>
                    <a:pt x="485" y="0"/>
                    <a:pt x="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2326689" y="1237490"/>
              <a:ext cx="54878" cy="68548"/>
            </a:xfrm>
            <a:custGeom>
              <a:rect b="b" l="l" r="r" t="t"/>
              <a:pathLst>
                <a:path extrusionOk="0" h="2462" w="1971">
                  <a:moveTo>
                    <a:pt x="566" y="1"/>
                  </a:moveTo>
                  <a:cubicBezTo>
                    <a:pt x="483" y="1"/>
                    <a:pt x="398" y="22"/>
                    <a:pt x="321" y="66"/>
                  </a:cubicBezTo>
                  <a:cubicBezTo>
                    <a:pt x="83" y="200"/>
                    <a:pt x="0" y="503"/>
                    <a:pt x="136" y="739"/>
                  </a:cubicBezTo>
                  <a:lnTo>
                    <a:pt x="976" y="2212"/>
                  </a:lnTo>
                  <a:cubicBezTo>
                    <a:pt x="1067" y="2372"/>
                    <a:pt x="1234" y="2462"/>
                    <a:pt x="1406" y="2462"/>
                  </a:cubicBezTo>
                  <a:cubicBezTo>
                    <a:pt x="1489" y="2462"/>
                    <a:pt x="1573" y="2441"/>
                    <a:pt x="1651" y="2397"/>
                  </a:cubicBezTo>
                  <a:cubicBezTo>
                    <a:pt x="1887" y="2261"/>
                    <a:pt x="1970" y="1960"/>
                    <a:pt x="1835" y="1723"/>
                  </a:cubicBezTo>
                  <a:lnTo>
                    <a:pt x="994" y="250"/>
                  </a:lnTo>
                  <a:cubicBezTo>
                    <a:pt x="903" y="90"/>
                    <a:pt x="737"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2382514" y="1245871"/>
              <a:ext cx="78711" cy="54349"/>
            </a:xfrm>
            <a:custGeom>
              <a:rect b="b" l="l" r="r" t="t"/>
              <a:pathLst>
                <a:path extrusionOk="0" h="1952" w="2827">
                  <a:moveTo>
                    <a:pt x="2494" y="1"/>
                  </a:moveTo>
                  <a:cubicBezTo>
                    <a:pt x="2441" y="1"/>
                    <a:pt x="2388" y="15"/>
                    <a:pt x="2340" y="45"/>
                  </a:cubicBezTo>
                  <a:lnTo>
                    <a:pt x="176" y="1416"/>
                  </a:lnTo>
                  <a:cubicBezTo>
                    <a:pt x="41" y="1503"/>
                    <a:pt x="1" y="1682"/>
                    <a:pt x="86" y="1818"/>
                  </a:cubicBezTo>
                  <a:cubicBezTo>
                    <a:pt x="141" y="1904"/>
                    <a:pt x="235" y="1952"/>
                    <a:pt x="331" y="1952"/>
                  </a:cubicBezTo>
                  <a:cubicBezTo>
                    <a:pt x="385" y="1952"/>
                    <a:pt x="438" y="1937"/>
                    <a:pt x="486" y="1907"/>
                  </a:cubicBezTo>
                  <a:lnTo>
                    <a:pt x="2651" y="536"/>
                  </a:lnTo>
                  <a:cubicBezTo>
                    <a:pt x="2786" y="450"/>
                    <a:pt x="2826" y="271"/>
                    <a:pt x="2740" y="136"/>
                  </a:cubicBezTo>
                  <a:cubicBezTo>
                    <a:pt x="2685" y="48"/>
                    <a:pt x="2591" y="1"/>
                    <a:pt x="24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2352221" y="1283793"/>
              <a:ext cx="40817" cy="40845"/>
            </a:xfrm>
            <a:custGeom>
              <a:rect b="b" l="l" r="r" t="t"/>
              <a:pathLst>
                <a:path extrusionOk="0" h="1467" w="1466">
                  <a:moveTo>
                    <a:pt x="734" y="1"/>
                  </a:moveTo>
                  <a:cubicBezTo>
                    <a:pt x="329" y="1"/>
                    <a:pt x="1" y="329"/>
                    <a:pt x="1" y="734"/>
                  </a:cubicBezTo>
                  <a:cubicBezTo>
                    <a:pt x="1" y="1139"/>
                    <a:pt x="329" y="1467"/>
                    <a:pt x="734" y="1467"/>
                  </a:cubicBezTo>
                  <a:cubicBezTo>
                    <a:pt x="1137" y="1467"/>
                    <a:pt x="1465" y="1139"/>
                    <a:pt x="1465" y="734"/>
                  </a:cubicBezTo>
                  <a:cubicBezTo>
                    <a:pt x="1465" y="329"/>
                    <a:pt x="1137" y="1"/>
                    <a:pt x="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2364555" y="1200153"/>
              <a:ext cx="16176" cy="27397"/>
            </a:xfrm>
            <a:custGeom>
              <a:rect b="b" l="l" r="r" t="t"/>
              <a:pathLst>
                <a:path extrusionOk="0" h="984" w="581">
                  <a:moveTo>
                    <a:pt x="291" y="1"/>
                  </a:moveTo>
                  <a:cubicBezTo>
                    <a:pt x="130" y="1"/>
                    <a:pt x="0" y="130"/>
                    <a:pt x="0" y="291"/>
                  </a:cubicBezTo>
                  <a:lnTo>
                    <a:pt x="0" y="693"/>
                  </a:lnTo>
                  <a:cubicBezTo>
                    <a:pt x="0" y="854"/>
                    <a:pt x="130" y="984"/>
                    <a:pt x="291" y="984"/>
                  </a:cubicBezTo>
                  <a:cubicBezTo>
                    <a:pt x="450" y="984"/>
                    <a:pt x="581" y="854"/>
                    <a:pt x="581" y="693"/>
                  </a:cubicBezTo>
                  <a:lnTo>
                    <a:pt x="580" y="291"/>
                  </a:lnTo>
                  <a:cubicBezTo>
                    <a:pt x="580" y="130"/>
                    <a:pt x="450" y="1"/>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2364555" y="1380882"/>
              <a:ext cx="16176" cy="27397"/>
            </a:xfrm>
            <a:custGeom>
              <a:rect b="b" l="l" r="r" t="t"/>
              <a:pathLst>
                <a:path extrusionOk="0" h="984" w="581">
                  <a:moveTo>
                    <a:pt x="291" y="1"/>
                  </a:moveTo>
                  <a:cubicBezTo>
                    <a:pt x="130" y="1"/>
                    <a:pt x="0" y="130"/>
                    <a:pt x="0" y="291"/>
                  </a:cubicBezTo>
                  <a:lnTo>
                    <a:pt x="0" y="695"/>
                  </a:lnTo>
                  <a:cubicBezTo>
                    <a:pt x="0" y="854"/>
                    <a:pt x="130" y="984"/>
                    <a:pt x="291" y="984"/>
                  </a:cubicBezTo>
                  <a:cubicBezTo>
                    <a:pt x="450" y="984"/>
                    <a:pt x="581" y="854"/>
                    <a:pt x="581" y="693"/>
                  </a:cubicBezTo>
                  <a:lnTo>
                    <a:pt x="580" y="291"/>
                  </a:lnTo>
                  <a:cubicBezTo>
                    <a:pt x="580" y="130"/>
                    <a:pt x="450" y="1"/>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2449309" y="1296128"/>
              <a:ext cx="27397" cy="16176"/>
            </a:xfrm>
            <a:custGeom>
              <a:rect b="b" l="l" r="r" t="t"/>
              <a:pathLst>
                <a:path extrusionOk="0" h="581" w="984">
                  <a:moveTo>
                    <a:pt x="290" y="0"/>
                  </a:moveTo>
                  <a:cubicBezTo>
                    <a:pt x="130" y="0"/>
                    <a:pt x="1" y="131"/>
                    <a:pt x="1" y="291"/>
                  </a:cubicBezTo>
                  <a:cubicBezTo>
                    <a:pt x="1" y="450"/>
                    <a:pt x="130" y="581"/>
                    <a:pt x="290" y="581"/>
                  </a:cubicBezTo>
                  <a:lnTo>
                    <a:pt x="693" y="581"/>
                  </a:lnTo>
                  <a:cubicBezTo>
                    <a:pt x="854" y="581"/>
                    <a:pt x="984" y="450"/>
                    <a:pt x="984" y="291"/>
                  </a:cubicBezTo>
                  <a:cubicBezTo>
                    <a:pt x="984" y="131"/>
                    <a:pt x="854"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2268553" y="1296128"/>
              <a:ext cx="27425" cy="16176"/>
            </a:xfrm>
            <a:custGeom>
              <a:rect b="b" l="l" r="r" t="t"/>
              <a:pathLst>
                <a:path extrusionOk="0" h="581" w="985">
                  <a:moveTo>
                    <a:pt x="291" y="0"/>
                  </a:moveTo>
                  <a:cubicBezTo>
                    <a:pt x="131" y="0"/>
                    <a:pt x="0" y="131"/>
                    <a:pt x="0" y="291"/>
                  </a:cubicBezTo>
                  <a:cubicBezTo>
                    <a:pt x="0" y="450"/>
                    <a:pt x="131" y="581"/>
                    <a:pt x="291" y="581"/>
                  </a:cubicBezTo>
                  <a:lnTo>
                    <a:pt x="694" y="581"/>
                  </a:lnTo>
                  <a:cubicBezTo>
                    <a:pt x="854" y="581"/>
                    <a:pt x="985" y="450"/>
                    <a:pt x="985" y="291"/>
                  </a:cubicBezTo>
                  <a:cubicBezTo>
                    <a:pt x="985" y="131"/>
                    <a:pt x="854"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64"/>
          <p:cNvGrpSpPr/>
          <p:nvPr/>
        </p:nvGrpSpPr>
        <p:grpSpPr>
          <a:xfrm>
            <a:off x="2599974" y="3258899"/>
            <a:ext cx="427355" cy="535277"/>
            <a:chOff x="6778749" y="2470849"/>
            <a:chExt cx="427355" cy="535277"/>
          </a:xfrm>
        </p:grpSpPr>
        <p:sp>
          <p:nvSpPr>
            <p:cNvPr id="3475" name="Google Shape;3475;p64"/>
            <p:cNvSpPr/>
            <p:nvPr/>
          </p:nvSpPr>
          <p:spPr>
            <a:xfrm>
              <a:off x="6778749" y="2782857"/>
              <a:ext cx="427355" cy="223269"/>
            </a:xfrm>
            <a:custGeom>
              <a:rect b="b" l="l" r="r" t="t"/>
              <a:pathLst>
                <a:path extrusionOk="0" h="8019" w="15349">
                  <a:moveTo>
                    <a:pt x="411" y="0"/>
                  </a:moveTo>
                  <a:cubicBezTo>
                    <a:pt x="185" y="0"/>
                    <a:pt x="1" y="183"/>
                    <a:pt x="1" y="410"/>
                  </a:cubicBezTo>
                  <a:lnTo>
                    <a:pt x="1" y="7609"/>
                  </a:lnTo>
                  <a:cubicBezTo>
                    <a:pt x="1" y="7835"/>
                    <a:pt x="185" y="8018"/>
                    <a:pt x="411" y="8018"/>
                  </a:cubicBezTo>
                  <a:lnTo>
                    <a:pt x="14938" y="8018"/>
                  </a:lnTo>
                  <a:cubicBezTo>
                    <a:pt x="15165" y="8018"/>
                    <a:pt x="15349" y="7835"/>
                    <a:pt x="15349" y="7609"/>
                  </a:cubicBezTo>
                  <a:lnTo>
                    <a:pt x="15349" y="410"/>
                  </a:lnTo>
                  <a:cubicBezTo>
                    <a:pt x="15349" y="183"/>
                    <a:pt x="15165" y="0"/>
                    <a:pt x="14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985316" y="2495518"/>
              <a:ext cx="60279" cy="83277"/>
            </a:xfrm>
            <a:custGeom>
              <a:rect b="b" l="l" r="r" t="t"/>
              <a:pathLst>
                <a:path extrusionOk="0" h="2991" w="2165">
                  <a:moveTo>
                    <a:pt x="1833" y="0"/>
                  </a:moveTo>
                  <a:cubicBezTo>
                    <a:pt x="1788" y="0"/>
                    <a:pt x="1742" y="11"/>
                    <a:pt x="1700" y="33"/>
                  </a:cubicBezTo>
                  <a:cubicBezTo>
                    <a:pt x="1" y="912"/>
                    <a:pt x="7" y="2632"/>
                    <a:pt x="8" y="2705"/>
                  </a:cubicBezTo>
                  <a:cubicBezTo>
                    <a:pt x="11" y="2864"/>
                    <a:pt x="140" y="2990"/>
                    <a:pt x="299" y="2990"/>
                  </a:cubicBezTo>
                  <a:cubicBezTo>
                    <a:pt x="299" y="2990"/>
                    <a:pt x="300" y="2990"/>
                    <a:pt x="301" y="2989"/>
                  </a:cubicBezTo>
                  <a:cubicBezTo>
                    <a:pt x="461" y="2988"/>
                    <a:pt x="589" y="2856"/>
                    <a:pt x="589" y="2696"/>
                  </a:cubicBezTo>
                  <a:cubicBezTo>
                    <a:pt x="588" y="2639"/>
                    <a:pt x="594" y="1259"/>
                    <a:pt x="1966" y="547"/>
                  </a:cubicBezTo>
                  <a:cubicBezTo>
                    <a:pt x="2109" y="474"/>
                    <a:pt x="2165" y="300"/>
                    <a:pt x="2090" y="157"/>
                  </a:cubicBezTo>
                  <a:cubicBezTo>
                    <a:pt x="2039" y="57"/>
                    <a:pt x="1938" y="0"/>
                    <a:pt x="1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821516" y="2562202"/>
              <a:ext cx="344189" cy="307827"/>
            </a:xfrm>
            <a:custGeom>
              <a:rect b="b" l="l" r="r" t="t"/>
              <a:pathLst>
                <a:path extrusionOk="0" h="11056" w="12362">
                  <a:moveTo>
                    <a:pt x="4017" y="0"/>
                  </a:moveTo>
                  <a:cubicBezTo>
                    <a:pt x="1426" y="0"/>
                    <a:pt x="0" y="2475"/>
                    <a:pt x="0" y="5528"/>
                  </a:cubicBezTo>
                  <a:cubicBezTo>
                    <a:pt x="0" y="8580"/>
                    <a:pt x="2102" y="11055"/>
                    <a:pt x="4692" y="11055"/>
                  </a:cubicBezTo>
                  <a:cubicBezTo>
                    <a:pt x="5213" y="11055"/>
                    <a:pt x="5713" y="10955"/>
                    <a:pt x="6182" y="10770"/>
                  </a:cubicBezTo>
                  <a:cubicBezTo>
                    <a:pt x="6649" y="10955"/>
                    <a:pt x="7150" y="11055"/>
                    <a:pt x="7670" y="11055"/>
                  </a:cubicBezTo>
                  <a:cubicBezTo>
                    <a:pt x="10261" y="11055"/>
                    <a:pt x="12362" y="8580"/>
                    <a:pt x="12362" y="5528"/>
                  </a:cubicBezTo>
                  <a:cubicBezTo>
                    <a:pt x="12362" y="2475"/>
                    <a:pt x="10936" y="0"/>
                    <a:pt x="8345" y="0"/>
                  </a:cubicBezTo>
                  <a:cubicBezTo>
                    <a:pt x="7940" y="0"/>
                    <a:pt x="7531" y="60"/>
                    <a:pt x="7128" y="173"/>
                  </a:cubicBezTo>
                  <a:cubicBezTo>
                    <a:pt x="6818" y="261"/>
                    <a:pt x="6500" y="305"/>
                    <a:pt x="6181" y="305"/>
                  </a:cubicBezTo>
                  <a:cubicBezTo>
                    <a:pt x="5863" y="305"/>
                    <a:pt x="5544" y="261"/>
                    <a:pt x="5234" y="173"/>
                  </a:cubicBezTo>
                  <a:cubicBezTo>
                    <a:pt x="4831" y="60"/>
                    <a:pt x="4422" y="0"/>
                    <a:pt x="4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887531" y="2617303"/>
              <a:ext cx="85254" cy="85254"/>
            </a:xfrm>
            <a:custGeom>
              <a:rect b="b" l="l" r="r" t="t"/>
              <a:pathLst>
                <a:path extrusionOk="0" h="3062" w="3062">
                  <a:moveTo>
                    <a:pt x="1531" y="1"/>
                  </a:moveTo>
                  <a:cubicBezTo>
                    <a:pt x="685" y="1"/>
                    <a:pt x="0" y="686"/>
                    <a:pt x="0" y="1531"/>
                  </a:cubicBezTo>
                  <a:cubicBezTo>
                    <a:pt x="0" y="2377"/>
                    <a:pt x="685" y="3062"/>
                    <a:pt x="1531" y="3062"/>
                  </a:cubicBezTo>
                  <a:cubicBezTo>
                    <a:pt x="2376" y="3062"/>
                    <a:pt x="3062" y="2377"/>
                    <a:pt x="3062" y="1531"/>
                  </a:cubicBezTo>
                  <a:cubicBezTo>
                    <a:pt x="3062" y="686"/>
                    <a:pt x="2376" y="1"/>
                    <a:pt x="15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811966" y="2482710"/>
              <a:ext cx="142665" cy="219872"/>
            </a:xfrm>
            <a:custGeom>
              <a:rect b="b" l="l" r="r" t="t"/>
              <a:pathLst>
                <a:path extrusionOk="0" h="7897" w="5124">
                  <a:moveTo>
                    <a:pt x="1164" y="1"/>
                  </a:moveTo>
                  <a:cubicBezTo>
                    <a:pt x="897" y="1"/>
                    <a:pt x="643" y="154"/>
                    <a:pt x="528" y="413"/>
                  </a:cubicBezTo>
                  <a:cubicBezTo>
                    <a:pt x="1" y="1593"/>
                    <a:pt x="124" y="3283"/>
                    <a:pt x="2046" y="4491"/>
                  </a:cubicBezTo>
                  <a:cubicBezTo>
                    <a:pt x="3052" y="5123"/>
                    <a:pt x="3608" y="5871"/>
                    <a:pt x="3699" y="6718"/>
                  </a:cubicBezTo>
                  <a:cubicBezTo>
                    <a:pt x="3746" y="7178"/>
                    <a:pt x="3643" y="7556"/>
                    <a:pt x="3579" y="7733"/>
                  </a:cubicBezTo>
                  <a:cubicBezTo>
                    <a:pt x="3780" y="7830"/>
                    <a:pt x="4006" y="7887"/>
                    <a:pt x="4245" y="7896"/>
                  </a:cubicBezTo>
                  <a:cubicBezTo>
                    <a:pt x="4261" y="7897"/>
                    <a:pt x="4277" y="7897"/>
                    <a:pt x="4293" y="7897"/>
                  </a:cubicBezTo>
                  <a:cubicBezTo>
                    <a:pt x="4562" y="7897"/>
                    <a:pt x="4814" y="7820"/>
                    <a:pt x="5033" y="7685"/>
                  </a:cubicBezTo>
                  <a:cubicBezTo>
                    <a:pt x="5089" y="7402"/>
                    <a:pt x="5123" y="7054"/>
                    <a:pt x="5091" y="6665"/>
                  </a:cubicBezTo>
                  <a:cubicBezTo>
                    <a:pt x="4960" y="5005"/>
                    <a:pt x="3766" y="3925"/>
                    <a:pt x="2788" y="3311"/>
                  </a:cubicBezTo>
                  <a:cubicBezTo>
                    <a:pt x="1409" y="2445"/>
                    <a:pt x="1576" y="1479"/>
                    <a:pt x="1800" y="981"/>
                  </a:cubicBezTo>
                  <a:cubicBezTo>
                    <a:pt x="1956" y="629"/>
                    <a:pt x="1798" y="218"/>
                    <a:pt x="1447" y="61"/>
                  </a:cubicBezTo>
                  <a:cubicBezTo>
                    <a:pt x="1355" y="20"/>
                    <a:pt x="1259" y="1"/>
                    <a:pt x="1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926818" y="2470849"/>
              <a:ext cx="82302" cy="74534"/>
            </a:xfrm>
            <a:custGeom>
              <a:rect b="b" l="l" r="r" t="t"/>
              <a:pathLst>
                <a:path extrusionOk="0" h="2677" w="2956">
                  <a:moveTo>
                    <a:pt x="1056" y="0"/>
                  </a:moveTo>
                  <a:cubicBezTo>
                    <a:pt x="799" y="0"/>
                    <a:pt x="543" y="56"/>
                    <a:pt x="307" y="167"/>
                  </a:cubicBezTo>
                  <a:cubicBezTo>
                    <a:pt x="1" y="820"/>
                    <a:pt x="116" y="1622"/>
                    <a:pt x="655" y="2162"/>
                  </a:cubicBezTo>
                  <a:cubicBezTo>
                    <a:pt x="999" y="2505"/>
                    <a:pt x="1450" y="2677"/>
                    <a:pt x="1900" y="2677"/>
                  </a:cubicBezTo>
                  <a:cubicBezTo>
                    <a:pt x="2157" y="2677"/>
                    <a:pt x="2413" y="2621"/>
                    <a:pt x="2650" y="2510"/>
                  </a:cubicBezTo>
                  <a:cubicBezTo>
                    <a:pt x="2956" y="1858"/>
                    <a:pt x="2840" y="1055"/>
                    <a:pt x="2301" y="516"/>
                  </a:cubicBezTo>
                  <a:cubicBezTo>
                    <a:pt x="1957" y="173"/>
                    <a:pt x="1506" y="0"/>
                    <a:pt x="1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912952" y="2646511"/>
              <a:ext cx="40316" cy="33717"/>
            </a:xfrm>
            <a:custGeom>
              <a:rect b="b" l="l" r="r" t="t"/>
              <a:pathLst>
                <a:path extrusionOk="0" h="1211" w="1448">
                  <a:moveTo>
                    <a:pt x="1121" y="0"/>
                  </a:moveTo>
                  <a:cubicBezTo>
                    <a:pt x="567" y="0"/>
                    <a:pt x="199" y="266"/>
                    <a:pt x="1" y="466"/>
                  </a:cubicBezTo>
                  <a:cubicBezTo>
                    <a:pt x="34" y="587"/>
                    <a:pt x="58" y="709"/>
                    <a:pt x="72" y="835"/>
                  </a:cubicBezTo>
                  <a:cubicBezTo>
                    <a:pt x="85" y="968"/>
                    <a:pt x="86" y="1095"/>
                    <a:pt x="79" y="1210"/>
                  </a:cubicBezTo>
                  <a:cubicBezTo>
                    <a:pt x="197" y="1113"/>
                    <a:pt x="296" y="1021"/>
                    <a:pt x="318" y="986"/>
                  </a:cubicBezTo>
                  <a:cubicBezTo>
                    <a:pt x="320" y="982"/>
                    <a:pt x="574" y="582"/>
                    <a:pt x="1127" y="582"/>
                  </a:cubicBezTo>
                  <a:cubicBezTo>
                    <a:pt x="1196" y="582"/>
                    <a:pt x="1269" y="588"/>
                    <a:pt x="1347" y="602"/>
                  </a:cubicBezTo>
                  <a:cubicBezTo>
                    <a:pt x="1372" y="607"/>
                    <a:pt x="1407" y="612"/>
                    <a:pt x="1447" y="619"/>
                  </a:cubicBezTo>
                  <a:cubicBezTo>
                    <a:pt x="1422" y="407"/>
                    <a:pt x="1378" y="204"/>
                    <a:pt x="1319" y="12"/>
                  </a:cubicBezTo>
                  <a:cubicBezTo>
                    <a:pt x="1251" y="4"/>
                    <a:pt x="1185"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897499" y="2607252"/>
              <a:ext cx="40956" cy="41847"/>
            </a:xfrm>
            <a:custGeom>
              <a:rect b="b" l="l" r="r" t="t"/>
              <a:pathLst>
                <a:path extrusionOk="0" h="1503" w="1471">
                  <a:moveTo>
                    <a:pt x="1084" y="1"/>
                  </a:moveTo>
                  <a:cubicBezTo>
                    <a:pt x="612" y="98"/>
                    <a:pt x="330" y="358"/>
                    <a:pt x="174" y="571"/>
                  </a:cubicBezTo>
                  <a:cubicBezTo>
                    <a:pt x="94" y="680"/>
                    <a:pt x="39" y="785"/>
                    <a:pt x="1" y="873"/>
                  </a:cubicBezTo>
                  <a:cubicBezTo>
                    <a:pt x="175" y="1074"/>
                    <a:pt x="313" y="1284"/>
                    <a:pt x="416" y="1502"/>
                  </a:cubicBezTo>
                  <a:cubicBezTo>
                    <a:pt x="458" y="1368"/>
                    <a:pt x="489" y="1252"/>
                    <a:pt x="499" y="1207"/>
                  </a:cubicBezTo>
                  <a:cubicBezTo>
                    <a:pt x="499" y="1206"/>
                    <a:pt x="532" y="1064"/>
                    <a:pt x="641" y="915"/>
                  </a:cubicBezTo>
                  <a:cubicBezTo>
                    <a:pt x="795" y="706"/>
                    <a:pt x="1024" y="582"/>
                    <a:pt x="1321" y="550"/>
                  </a:cubicBezTo>
                  <a:cubicBezTo>
                    <a:pt x="1355" y="546"/>
                    <a:pt x="1408" y="540"/>
                    <a:pt x="1471" y="530"/>
                  </a:cubicBezTo>
                  <a:cubicBezTo>
                    <a:pt x="1354" y="341"/>
                    <a:pt x="1223" y="165"/>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871355" y="2577265"/>
              <a:ext cx="37866" cy="43713"/>
            </a:xfrm>
            <a:custGeom>
              <a:rect b="b" l="l" r="r" t="t"/>
              <a:pathLst>
                <a:path extrusionOk="0" h="1570" w="1360">
                  <a:moveTo>
                    <a:pt x="788" y="1"/>
                  </a:moveTo>
                  <a:cubicBezTo>
                    <a:pt x="485" y="145"/>
                    <a:pt x="253" y="397"/>
                    <a:pt x="114" y="742"/>
                  </a:cubicBezTo>
                  <a:cubicBezTo>
                    <a:pt x="51" y="898"/>
                    <a:pt x="18" y="1044"/>
                    <a:pt x="1" y="1151"/>
                  </a:cubicBezTo>
                  <a:lnTo>
                    <a:pt x="559" y="1569"/>
                  </a:lnTo>
                  <a:cubicBezTo>
                    <a:pt x="561" y="1472"/>
                    <a:pt x="561" y="1390"/>
                    <a:pt x="562" y="1348"/>
                  </a:cubicBezTo>
                  <a:cubicBezTo>
                    <a:pt x="563" y="1319"/>
                    <a:pt x="596" y="637"/>
                    <a:pt x="1155" y="482"/>
                  </a:cubicBezTo>
                  <a:cubicBezTo>
                    <a:pt x="1201" y="470"/>
                    <a:pt x="1277" y="450"/>
                    <a:pt x="1360" y="424"/>
                  </a:cubicBezTo>
                  <a:cubicBezTo>
                    <a:pt x="1169" y="265"/>
                    <a:pt x="977" y="125"/>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6838389" y="2554545"/>
              <a:ext cx="40706" cy="41625"/>
            </a:xfrm>
            <a:custGeom>
              <a:rect b="b" l="l" r="r" t="t"/>
              <a:pathLst>
                <a:path extrusionOk="0" h="1495" w="1462">
                  <a:moveTo>
                    <a:pt x="1017" y="1"/>
                  </a:moveTo>
                  <a:cubicBezTo>
                    <a:pt x="336" y="257"/>
                    <a:pt x="90" y="686"/>
                    <a:pt x="1" y="963"/>
                  </a:cubicBezTo>
                  <a:cubicBezTo>
                    <a:pt x="148" y="1145"/>
                    <a:pt x="321" y="1323"/>
                    <a:pt x="525" y="1495"/>
                  </a:cubicBezTo>
                  <a:lnTo>
                    <a:pt x="531" y="1238"/>
                  </a:lnTo>
                  <a:lnTo>
                    <a:pt x="531" y="1234"/>
                  </a:lnTo>
                  <a:cubicBezTo>
                    <a:pt x="537" y="1175"/>
                    <a:pt x="602" y="744"/>
                    <a:pt x="1308" y="513"/>
                  </a:cubicBezTo>
                  <a:cubicBezTo>
                    <a:pt x="1348" y="500"/>
                    <a:pt x="1403" y="483"/>
                    <a:pt x="1462" y="463"/>
                  </a:cubicBezTo>
                  <a:cubicBezTo>
                    <a:pt x="1273" y="308"/>
                    <a:pt x="1128" y="153"/>
                    <a:pt x="1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6820179" y="2528401"/>
              <a:ext cx="41096" cy="31685"/>
            </a:xfrm>
            <a:custGeom>
              <a:rect b="b" l="l" r="r" t="t"/>
              <a:pathLst>
                <a:path extrusionOk="0" h="1138" w="1476">
                  <a:moveTo>
                    <a:pt x="1183" y="0"/>
                  </a:moveTo>
                  <a:cubicBezTo>
                    <a:pt x="593" y="0"/>
                    <a:pt x="202" y="280"/>
                    <a:pt x="1" y="475"/>
                  </a:cubicBezTo>
                  <a:cubicBezTo>
                    <a:pt x="36" y="696"/>
                    <a:pt x="98" y="917"/>
                    <a:pt x="192" y="1137"/>
                  </a:cubicBezTo>
                  <a:cubicBezTo>
                    <a:pt x="245" y="1082"/>
                    <a:pt x="298" y="1018"/>
                    <a:pt x="319" y="987"/>
                  </a:cubicBezTo>
                  <a:cubicBezTo>
                    <a:pt x="331" y="969"/>
                    <a:pt x="612" y="581"/>
                    <a:pt x="1188" y="581"/>
                  </a:cubicBezTo>
                  <a:cubicBezTo>
                    <a:pt x="1239" y="581"/>
                    <a:pt x="1293" y="584"/>
                    <a:pt x="1349" y="591"/>
                  </a:cubicBezTo>
                  <a:cubicBezTo>
                    <a:pt x="1383" y="595"/>
                    <a:pt x="1427" y="598"/>
                    <a:pt x="1475" y="600"/>
                  </a:cubicBezTo>
                  <a:cubicBezTo>
                    <a:pt x="1388" y="392"/>
                    <a:pt x="1353" y="192"/>
                    <a:pt x="1355" y="8"/>
                  </a:cubicBezTo>
                  <a:cubicBezTo>
                    <a:pt x="1296" y="3"/>
                    <a:pt x="1239" y="0"/>
                    <a:pt x="1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6811437" y="2753678"/>
              <a:ext cx="181004" cy="220930"/>
            </a:xfrm>
            <a:custGeom>
              <a:rect b="b" l="l" r="r" t="t"/>
              <a:pathLst>
                <a:path extrusionOk="0" h="7935" w="6501">
                  <a:moveTo>
                    <a:pt x="411" y="1"/>
                  </a:moveTo>
                  <a:cubicBezTo>
                    <a:pt x="184" y="1"/>
                    <a:pt x="0" y="185"/>
                    <a:pt x="0" y="411"/>
                  </a:cubicBezTo>
                  <a:lnTo>
                    <a:pt x="0" y="7525"/>
                  </a:lnTo>
                  <a:cubicBezTo>
                    <a:pt x="0" y="7750"/>
                    <a:pt x="184" y="7935"/>
                    <a:pt x="411" y="7935"/>
                  </a:cubicBezTo>
                  <a:lnTo>
                    <a:pt x="6501" y="7935"/>
                  </a:lnTo>
                  <a:lnTo>
                    <a:pt x="6501" y="1642"/>
                  </a:lnTo>
                  <a:cubicBezTo>
                    <a:pt x="6501" y="736"/>
                    <a:pt x="5765" y="1"/>
                    <a:pt x="4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6811437" y="2928866"/>
              <a:ext cx="181004" cy="45745"/>
            </a:xfrm>
            <a:custGeom>
              <a:rect b="b" l="l" r="r" t="t"/>
              <a:pathLst>
                <a:path extrusionOk="0" h="1643" w="6501">
                  <a:moveTo>
                    <a:pt x="411" y="1"/>
                  </a:moveTo>
                  <a:cubicBezTo>
                    <a:pt x="184" y="1"/>
                    <a:pt x="0" y="185"/>
                    <a:pt x="0" y="411"/>
                  </a:cubicBezTo>
                  <a:lnTo>
                    <a:pt x="0" y="1233"/>
                  </a:lnTo>
                  <a:cubicBezTo>
                    <a:pt x="0" y="1458"/>
                    <a:pt x="184" y="1643"/>
                    <a:pt x="411" y="1643"/>
                  </a:cubicBezTo>
                  <a:lnTo>
                    <a:pt x="6501" y="1643"/>
                  </a:lnTo>
                  <a:cubicBezTo>
                    <a:pt x="6501" y="736"/>
                    <a:pt x="5765" y="1"/>
                    <a:pt x="4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6992416" y="2753678"/>
              <a:ext cx="181032" cy="220930"/>
            </a:xfrm>
            <a:custGeom>
              <a:rect b="b" l="l" r="r" t="t"/>
              <a:pathLst>
                <a:path extrusionOk="0" h="7935" w="6502">
                  <a:moveTo>
                    <a:pt x="1643" y="1"/>
                  </a:moveTo>
                  <a:cubicBezTo>
                    <a:pt x="736" y="1"/>
                    <a:pt x="1" y="736"/>
                    <a:pt x="1" y="1642"/>
                  </a:cubicBezTo>
                  <a:lnTo>
                    <a:pt x="1" y="7935"/>
                  </a:lnTo>
                  <a:lnTo>
                    <a:pt x="6091" y="7935"/>
                  </a:lnTo>
                  <a:cubicBezTo>
                    <a:pt x="6317" y="7935"/>
                    <a:pt x="6502" y="7750"/>
                    <a:pt x="6502" y="7525"/>
                  </a:cubicBezTo>
                  <a:lnTo>
                    <a:pt x="6502" y="411"/>
                  </a:lnTo>
                  <a:cubicBezTo>
                    <a:pt x="6502" y="185"/>
                    <a:pt x="6317" y="1"/>
                    <a:pt x="60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6992416" y="2928866"/>
              <a:ext cx="181032" cy="45745"/>
            </a:xfrm>
            <a:custGeom>
              <a:rect b="b" l="l" r="r" t="t"/>
              <a:pathLst>
                <a:path extrusionOk="0" h="1643" w="6502">
                  <a:moveTo>
                    <a:pt x="1643" y="1"/>
                  </a:moveTo>
                  <a:cubicBezTo>
                    <a:pt x="736" y="1"/>
                    <a:pt x="1" y="736"/>
                    <a:pt x="1" y="1643"/>
                  </a:cubicBezTo>
                  <a:lnTo>
                    <a:pt x="6091" y="1643"/>
                  </a:lnTo>
                  <a:cubicBezTo>
                    <a:pt x="6317" y="1643"/>
                    <a:pt x="6502" y="1458"/>
                    <a:pt x="6502" y="1233"/>
                  </a:cubicBezTo>
                  <a:lnTo>
                    <a:pt x="6502" y="411"/>
                  </a:lnTo>
                  <a:cubicBezTo>
                    <a:pt x="6502" y="185"/>
                    <a:pt x="6317" y="1"/>
                    <a:pt x="60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6843512" y="2783052"/>
              <a:ext cx="99815" cy="16176"/>
            </a:xfrm>
            <a:custGeom>
              <a:rect b="b" l="l" r="r" t="t"/>
              <a:pathLst>
                <a:path extrusionOk="0" h="581" w="3585">
                  <a:moveTo>
                    <a:pt x="291" y="1"/>
                  </a:moveTo>
                  <a:cubicBezTo>
                    <a:pt x="130" y="1"/>
                    <a:pt x="1" y="130"/>
                    <a:pt x="1" y="291"/>
                  </a:cubicBezTo>
                  <a:cubicBezTo>
                    <a:pt x="1" y="451"/>
                    <a:pt x="130" y="580"/>
                    <a:pt x="291" y="580"/>
                  </a:cubicBezTo>
                  <a:lnTo>
                    <a:pt x="3294" y="580"/>
                  </a:lnTo>
                  <a:cubicBezTo>
                    <a:pt x="3455" y="580"/>
                    <a:pt x="3584" y="451"/>
                    <a:pt x="3584" y="291"/>
                  </a:cubicBezTo>
                  <a:cubicBezTo>
                    <a:pt x="3584" y="130"/>
                    <a:pt x="3455" y="1"/>
                    <a:pt x="3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6843512" y="2815072"/>
              <a:ext cx="99815" cy="16204"/>
            </a:xfrm>
            <a:custGeom>
              <a:rect b="b" l="l" r="r" t="t"/>
              <a:pathLst>
                <a:path extrusionOk="0" h="582" w="3585">
                  <a:moveTo>
                    <a:pt x="291" y="1"/>
                  </a:moveTo>
                  <a:cubicBezTo>
                    <a:pt x="130" y="1"/>
                    <a:pt x="1" y="130"/>
                    <a:pt x="1" y="291"/>
                  </a:cubicBezTo>
                  <a:cubicBezTo>
                    <a:pt x="1" y="451"/>
                    <a:pt x="130" y="581"/>
                    <a:pt x="291" y="581"/>
                  </a:cubicBezTo>
                  <a:lnTo>
                    <a:pt x="3294" y="581"/>
                  </a:lnTo>
                  <a:cubicBezTo>
                    <a:pt x="3455" y="581"/>
                    <a:pt x="3584" y="451"/>
                    <a:pt x="3584" y="291"/>
                  </a:cubicBezTo>
                  <a:cubicBezTo>
                    <a:pt x="3584" y="130"/>
                    <a:pt x="3455" y="1"/>
                    <a:pt x="3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6843512" y="2847119"/>
              <a:ext cx="99815" cy="16176"/>
            </a:xfrm>
            <a:custGeom>
              <a:rect b="b" l="l" r="r" t="t"/>
              <a:pathLst>
                <a:path extrusionOk="0" h="581" w="3585">
                  <a:moveTo>
                    <a:pt x="291" y="0"/>
                  </a:moveTo>
                  <a:cubicBezTo>
                    <a:pt x="130" y="0"/>
                    <a:pt x="1" y="131"/>
                    <a:pt x="1" y="290"/>
                  </a:cubicBezTo>
                  <a:cubicBezTo>
                    <a:pt x="1" y="450"/>
                    <a:pt x="130" y="581"/>
                    <a:pt x="291" y="581"/>
                  </a:cubicBezTo>
                  <a:lnTo>
                    <a:pt x="3294" y="581"/>
                  </a:lnTo>
                  <a:cubicBezTo>
                    <a:pt x="3455" y="581"/>
                    <a:pt x="3584" y="450"/>
                    <a:pt x="3584" y="290"/>
                  </a:cubicBezTo>
                  <a:cubicBezTo>
                    <a:pt x="3584" y="131"/>
                    <a:pt x="3455" y="0"/>
                    <a:pt x="3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6843512" y="2879138"/>
              <a:ext cx="99815" cy="16176"/>
            </a:xfrm>
            <a:custGeom>
              <a:rect b="b" l="l" r="r" t="t"/>
              <a:pathLst>
                <a:path extrusionOk="0" h="581" w="3585">
                  <a:moveTo>
                    <a:pt x="291" y="0"/>
                  </a:moveTo>
                  <a:cubicBezTo>
                    <a:pt x="130" y="0"/>
                    <a:pt x="1" y="131"/>
                    <a:pt x="1" y="290"/>
                  </a:cubicBezTo>
                  <a:cubicBezTo>
                    <a:pt x="1" y="451"/>
                    <a:pt x="130" y="581"/>
                    <a:pt x="291" y="581"/>
                  </a:cubicBezTo>
                  <a:lnTo>
                    <a:pt x="3294" y="581"/>
                  </a:lnTo>
                  <a:cubicBezTo>
                    <a:pt x="3455" y="581"/>
                    <a:pt x="3584" y="451"/>
                    <a:pt x="3584" y="290"/>
                  </a:cubicBezTo>
                  <a:cubicBezTo>
                    <a:pt x="3584" y="131"/>
                    <a:pt x="3455" y="0"/>
                    <a:pt x="3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7041531" y="2783052"/>
              <a:ext cx="99843" cy="16176"/>
            </a:xfrm>
            <a:custGeom>
              <a:rect b="b" l="l" r="r" t="t"/>
              <a:pathLst>
                <a:path extrusionOk="0" h="581" w="3586">
                  <a:moveTo>
                    <a:pt x="291" y="1"/>
                  </a:moveTo>
                  <a:cubicBezTo>
                    <a:pt x="131" y="1"/>
                    <a:pt x="0" y="130"/>
                    <a:pt x="0" y="291"/>
                  </a:cubicBezTo>
                  <a:cubicBezTo>
                    <a:pt x="0" y="451"/>
                    <a:pt x="131" y="580"/>
                    <a:pt x="291" y="580"/>
                  </a:cubicBezTo>
                  <a:lnTo>
                    <a:pt x="3295" y="580"/>
                  </a:lnTo>
                  <a:cubicBezTo>
                    <a:pt x="3455" y="580"/>
                    <a:pt x="3585" y="451"/>
                    <a:pt x="3585" y="291"/>
                  </a:cubicBezTo>
                  <a:cubicBezTo>
                    <a:pt x="3585" y="130"/>
                    <a:pt x="3455" y="1"/>
                    <a:pt x="3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7041531" y="2815072"/>
              <a:ext cx="99843" cy="16204"/>
            </a:xfrm>
            <a:custGeom>
              <a:rect b="b" l="l" r="r" t="t"/>
              <a:pathLst>
                <a:path extrusionOk="0" h="582" w="3586">
                  <a:moveTo>
                    <a:pt x="291" y="1"/>
                  </a:moveTo>
                  <a:cubicBezTo>
                    <a:pt x="131" y="1"/>
                    <a:pt x="0" y="130"/>
                    <a:pt x="0" y="291"/>
                  </a:cubicBezTo>
                  <a:cubicBezTo>
                    <a:pt x="0" y="451"/>
                    <a:pt x="131" y="581"/>
                    <a:pt x="291" y="581"/>
                  </a:cubicBezTo>
                  <a:lnTo>
                    <a:pt x="3295" y="581"/>
                  </a:lnTo>
                  <a:cubicBezTo>
                    <a:pt x="3455" y="581"/>
                    <a:pt x="3585" y="451"/>
                    <a:pt x="3585" y="291"/>
                  </a:cubicBezTo>
                  <a:cubicBezTo>
                    <a:pt x="3585" y="130"/>
                    <a:pt x="3455" y="1"/>
                    <a:pt x="3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7041531" y="2847119"/>
              <a:ext cx="99843" cy="16176"/>
            </a:xfrm>
            <a:custGeom>
              <a:rect b="b" l="l" r="r" t="t"/>
              <a:pathLst>
                <a:path extrusionOk="0" h="581" w="3586">
                  <a:moveTo>
                    <a:pt x="291" y="0"/>
                  </a:moveTo>
                  <a:cubicBezTo>
                    <a:pt x="131" y="0"/>
                    <a:pt x="0" y="131"/>
                    <a:pt x="0" y="290"/>
                  </a:cubicBezTo>
                  <a:cubicBezTo>
                    <a:pt x="0" y="450"/>
                    <a:pt x="131" y="581"/>
                    <a:pt x="291" y="581"/>
                  </a:cubicBezTo>
                  <a:lnTo>
                    <a:pt x="3295" y="581"/>
                  </a:lnTo>
                  <a:cubicBezTo>
                    <a:pt x="3455" y="581"/>
                    <a:pt x="3585" y="450"/>
                    <a:pt x="3585" y="290"/>
                  </a:cubicBezTo>
                  <a:cubicBezTo>
                    <a:pt x="3585" y="131"/>
                    <a:pt x="3455" y="0"/>
                    <a:pt x="3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7041531" y="2879138"/>
              <a:ext cx="99843" cy="16176"/>
            </a:xfrm>
            <a:custGeom>
              <a:rect b="b" l="l" r="r" t="t"/>
              <a:pathLst>
                <a:path extrusionOk="0" h="581" w="3586">
                  <a:moveTo>
                    <a:pt x="291" y="0"/>
                  </a:moveTo>
                  <a:cubicBezTo>
                    <a:pt x="131" y="0"/>
                    <a:pt x="0" y="131"/>
                    <a:pt x="0" y="290"/>
                  </a:cubicBezTo>
                  <a:cubicBezTo>
                    <a:pt x="0" y="451"/>
                    <a:pt x="131" y="581"/>
                    <a:pt x="291" y="581"/>
                  </a:cubicBezTo>
                  <a:lnTo>
                    <a:pt x="3295" y="581"/>
                  </a:lnTo>
                  <a:cubicBezTo>
                    <a:pt x="3455" y="581"/>
                    <a:pt x="3585" y="451"/>
                    <a:pt x="3585" y="290"/>
                  </a:cubicBezTo>
                  <a:cubicBezTo>
                    <a:pt x="3585" y="131"/>
                    <a:pt x="3455" y="0"/>
                    <a:pt x="3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8" name="Google Shape;3498;p64"/>
          <p:cNvGrpSpPr/>
          <p:nvPr/>
        </p:nvGrpSpPr>
        <p:grpSpPr>
          <a:xfrm>
            <a:off x="4304363" y="3932158"/>
            <a:ext cx="535273" cy="472687"/>
            <a:chOff x="5045915" y="3153558"/>
            <a:chExt cx="535273" cy="472687"/>
          </a:xfrm>
        </p:grpSpPr>
        <p:sp>
          <p:nvSpPr>
            <p:cNvPr id="3499" name="Google Shape;3499;p64"/>
            <p:cNvSpPr/>
            <p:nvPr/>
          </p:nvSpPr>
          <p:spPr>
            <a:xfrm>
              <a:off x="5045915" y="3468685"/>
              <a:ext cx="178387" cy="157561"/>
            </a:xfrm>
            <a:custGeom>
              <a:rect b="b" l="l" r="r" t="t"/>
              <a:pathLst>
                <a:path extrusionOk="0" h="5659" w="6407">
                  <a:moveTo>
                    <a:pt x="2830" y="0"/>
                  </a:moveTo>
                  <a:cubicBezTo>
                    <a:pt x="1270" y="0"/>
                    <a:pt x="1" y="1269"/>
                    <a:pt x="1" y="2829"/>
                  </a:cubicBezTo>
                  <a:cubicBezTo>
                    <a:pt x="1" y="4390"/>
                    <a:pt x="1270" y="5658"/>
                    <a:pt x="2830" y="5658"/>
                  </a:cubicBezTo>
                  <a:lnTo>
                    <a:pt x="6406" y="5658"/>
                  </a:lnTo>
                  <a:lnTo>
                    <a:pt x="64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5140804" y="3491238"/>
              <a:ext cx="412375" cy="112456"/>
            </a:xfrm>
            <a:custGeom>
              <a:rect b="b" l="l" r="r" t="t"/>
              <a:pathLst>
                <a:path extrusionOk="0" h="4039" w="14811">
                  <a:moveTo>
                    <a:pt x="2020" y="0"/>
                  </a:moveTo>
                  <a:cubicBezTo>
                    <a:pt x="905" y="0"/>
                    <a:pt x="0" y="904"/>
                    <a:pt x="0" y="2019"/>
                  </a:cubicBezTo>
                  <a:cubicBezTo>
                    <a:pt x="0" y="3135"/>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5407261" y="3548037"/>
              <a:ext cx="57161" cy="16149"/>
            </a:xfrm>
            <a:custGeom>
              <a:rect b="b" l="l" r="r" t="t"/>
              <a:pathLst>
                <a:path extrusionOk="0" h="580" w="2053">
                  <a:moveTo>
                    <a:pt x="290" y="1"/>
                  </a:moveTo>
                  <a:cubicBezTo>
                    <a:pt x="130" y="1"/>
                    <a:pt x="1" y="130"/>
                    <a:pt x="1" y="291"/>
                  </a:cubicBezTo>
                  <a:cubicBezTo>
                    <a:pt x="1" y="451"/>
                    <a:pt x="130" y="580"/>
                    <a:pt x="290" y="580"/>
                  </a:cubicBezTo>
                  <a:lnTo>
                    <a:pt x="1763" y="580"/>
                  </a:lnTo>
                  <a:cubicBezTo>
                    <a:pt x="1923" y="580"/>
                    <a:pt x="2052" y="451"/>
                    <a:pt x="2052" y="291"/>
                  </a:cubicBezTo>
                  <a:cubicBezTo>
                    <a:pt x="2052" y="130"/>
                    <a:pt x="1923" y="1"/>
                    <a:pt x="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5143560" y="3548037"/>
              <a:ext cx="238415" cy="16149"/>
            </a:xfrm>
            <a:custGeom>
              <a:rect b="b" l="l" r="r" t="t"/>
              <a:pathLst>
                <a:path extrusionOk="0" h="580" w="8563">
                  <a:moveTo>
                    <a:pt x="290" y="1"/>
                  </a:moveTo>
                  <a:cubicBezTo>
                    <a:pt x="129" y="1"/>
                    <a:pt x="0" y="130"/>
                    <a:pt x="0" y="291"/>
                  </a:cubicBezTo>
                  <a:cubicBezTo>
                    <a:pt x="0" y="451"/>
                    <a:pt x="129" y="580"/>
                    <a:pt x="290" y="580"/>
                  </a:cubicBezTo>
                  <a:lnTo>
                    <a:pt x="8272" y="580"/>
                  </a:lnTo>
                  <a:cubicBezTo>
                    <a:pt x="8432" y="580"/>
                    <a:pt x="8562" y="451"/>
                    <a:pt x="8562" y="291"/>
                  </a:cubicBezTo>
                  <a:cubicBezTo>
                    <a:pt x="8562" y="130"/>
                    <a:pt x="8432" y="1"/>
                    <a:pt x="82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5515375" y="3491238"/>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5112794" y="3468685"/>
              <a:ext cx="468394" cy="157561"/>
            </a:xfrm>
            <a:custGeom>
              <a:rect b="b" l="l" r="r" t="t"/>
              <a:pathLst>
                <a:path extrusionOk="0" h="5659" w="16823">
                  <a:moveTo>
                    <a:pt x="2830" y="0"/>
                  </a:moveTo>
                  <a:cubicBezTo>
                    <a:pt x="1269" y="0"/>
                    <a:pt x="0" y="1269"/>
                    <a:pt x="0" y="2829"/>
                  </a:cubicBezTo>
                  <a:cubicBezTo>
                    <a:pt x="0" y="4390"/>
                    <a:pt x="1269" y="5658"/>
                    <a:pt x="2830" y="5658"/>
                  </a:cubicBezTo>
                  <a:lnTo>
                    <a:pt x="16123" y="5658"/>
                  </a:lnTo>
                  <a:cubicBezTo>
                    <a:pt x="16509" y="5658"/>
                    <a:pt x="16823" y="5345"/>
                    <a:pt x="16823" y="4958"/>
                  </a:cubicBezTo>
                  <a:cubicBezTo>
                    <a:pt x="16823" y="4572"/>
                    <a:pt x="16509" y="4258"/>
                    <a:pt x="16123" y="4258"/>
                  </a:cubicBezTo>
                  <a:lnTo>
                    <a:pt x="2830" y="4258"/>
                  </a:lnTo>
                  <a:cubicBezTo>
                    <a:pt x="2042" y="4258"/>
                    <a:pt x="1400" y="3617"/>
                    <a:pt x="1400" y="2829"/>
                  </a:cubicBezTo>
                  <a:cubicBezTo>
                    <a:pt x="1400" y="2041"/>
                    <a:pt x="2042" y="1400"/>
                    <a:pt x="2830" y="1400"/>
                  </a:cubicBezTo>
                  <a:lnTo>
                    <a:pt x="16123" y="1400"/>
                  </a:lnTo>
                  <a:cubicBezTo>
                    <a:pt x="16509" y="1400"/>
                    <a:pt x="16823" y="1087"/>
                    <a:pt x="16823" y="700"/>
                  </a:cubicBezTo>
                  <a:cubicBezTo>
                    <a:pt x="16823" y="314"/>
                    <a:pt x="16509" y="0"/>
                    <a:pt x="16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5045915" y="3311122"/>
              <a:ext cx="199909" cy="157561"/>
            </a:xfrm>
            <a:custGeom>
              <a:rect b="b" l="l" r="r" t="t"/>
              <a:pathLst>
                <a:path extrusionOk="0" h="5659" w="7180">
                  <a:moveTo>
                    <a:pt x="2830" y="0"/>
                  </a:moveTo>
                  <a:cubicBezTo>
                    <a:pt x="1270" y="0"/>
                    <a:pt x="1" y="1269"/>
                    <a:pt x="1" y="2830"/>
                  </a:cubicBezTo>
                  <a:cubicBezTo>
                    <a:pt x="1" y="4390"/>
                    <a:pt x="1270" y="5658"/>
                    <a:pt x="2830" y="5658"/>
                  </a:cubicBezTo>
                  <a:lnTo>
                    <a:pt x="7180" y="5658"/>
                  </a:lnTo>
                  <a:lnTo>
                    <a:pt x="7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5140804" y="3333674"/>
              <a:ext cx="412375" cy="112456"/>
            </a:xfrm>
            <a:custGeom>
              <a:rect b="b" l="l" r="r" t="t"/>
              <a:pathLst>
                <a:path extrusionOk="0" h="4039" w="14811">
                  <a:moveTo>
                    <a:pt x="2020" y="0"/>
                  </a:moveTo>
                  <a:cubicBezTo>
                    <a:pt x="905" y="0"/>
                    <a:pt x="0" y="904"/>
                    <a:pt x="0" y="2020"/>
                  </a:cubicBezTo>
                  <a:cubicBezTo>
                    <a:pt x="0" y="3134"/>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5515375" y="3333674"/>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5112794" y="3311122"/>
              <a:ext cx="468394" cy="157589"/>
            </a:xfrm>
            <a:custGeom>
              <a:rect b="b" l="l" r="r" t="t"/>
              <a:pathLst>
                <a:path extrusionOk="0" h="5660" w="16823">
                  <a:moveTo>
                    <a:pt x="2830" y="0"/>
                  </a:moveTo>
                  <a:cubicBezTo>
                    <a:pt x="1269" y="0"/>
                    <a:pt x="0" y="1269"/>
                    <a:pt x="0" y="2830"/>
                  </a:cubicBezTo>
                  <a:cubicBezTo>
                    <a:pt x="0" y="4390"/>
                    <a:pt x="1269" y="5659"/>
                    <a:pt x="2830" y="5659"/>
                  </a:cubicBezTo>
                  <a:lnTo>
                    <a:pt x="16123" y="5659"/>
                  </a:lnTo>
                  <a:cubicBezTo>
                    <a:pt x="16509" y="5659"/>
                    <a:pt x="16823" y="5345"/>
                    <a:pt x="16823" y="4958"/>
                  </a:cubicBezTo>
                  <a:cubicBezTo>
                    <a:pt x="16823" y="4571"/>
                    <a:pt x="16509" y="4258"/>
                    <a:pt x="16123" y="4258"/>
                  </a:cubicBezTo>
                  <a:lnTo>
                    <a:pt x="2830" y="4258"/>
                  </a:lnTo>
                  <a:cubicBezTo>
                    <a:pt x="2042" y="4258"/>
                    <a:pt x="1400" y="3618"/>
                    <a:pt x="1400" y="2830"/>
                  </a:cubicBezTo>
                  <a:cubicBezTo>
                    <a:pt x="1400" y="2042"/>
                    <a:pt x="2042" y="1400"/>
                    <a:pt x="2830" y="1400"/>
                  </a:cubicBezTo>
                  <a:lnTo>
                    <a:pt x="16123" y="1400"/>
                  </a:lnTo>
                  <a:cubicBezTo>
                    <a:pt x="16509" y="1400"/>
                    <a:pt x="16823" y="1087"/>
                    <a:pt x="16823" y="700"/>
                  </a:cubicBezTo>
                  <a:cubicBezTo>
                    <a:pt x="16823" y="314"/>
                    <a:pt x="16509" y="0"/>
                    <a:pt x="16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5095476" y="3153558"/>
              <a:ext cx="178359" cy="157589"/>
            </a:xfrm>
            <a:custGeom>
              <a:rect b="b" l="l" r="r" t="t"/>
              <a:pathLst>
                <a:path extrusionOk="0" h="5660" w="6406">
                  <a:moveTo>
                    <a:pt x="2830" y="0"/>
                  </a:moveTo>
                  <a:cubicBezTo>
                    <a:pt x="1270" y="0"/>
                    <a:pt x="0" y="1270"/>
                    <a:pt x="0" y="2830"/>
                  </a:cubicBezTo>
                  <a:cubicBezTo>
                    <a:pt x="0" y="4390"/>
                    <a:pt x="1270" y="5659"/>
                    <a:pt x="2830" y="5659"/>
                  </a:cubicBezTo>
                  <a:lnTo>
                    <a:pt x="6406" y="5659"/>
                  </a:lnTo>
                  <a:lnTo>
                    <a:pt x="6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5190336" y="3176083"/>
              <a:ext cx="326203" cy="112512"/>
            </a:xfrm>
            <a:custGeom>
              <a:rect b="b" l="l" r="r" t="t"/>
              <a:pathLst>
                <a:path extrusionOk="0" h="4041" w="11716">
                  <a:moveTo>
                    <a:pt x="2021" y="1"/>
                  </a:moveTo>
                  <a:cubicBezTo>
                    <a:pt x="906" y="1"/>
                    <a:pt x="1" y="905"/>
                    <a:pt x="1" y="2021"/>
                  </a:cubicBezTo>
                  <a:cubicBezTo>
                    <a:pt x="1" y="3135"/>
                    <a:pt x="906" y="4040"/>
                    <a:pt x="2021" y="4040"/>
                  </a:cubicBezTo>
                  <a:lnTo>
                    <a:pt x="11716" y="4040"/>
                  </a:lnTo>
                  <a:lnTo>
                    <a:pt x="1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5478762" y="3176083"/>
              <a:ext cx="37810" cy="112512"/>
            </a:xfrm>
            <a:custGeom>
              <a:rect b="b" l="l" r="r" t="t"/>
              <a:pathLst>
                <a:path extrusionOk="0" h="4041" w="1358">
                  <a:moveTo>
                    <a:pt x="0" y="1"/>
                  </a:moveTo>
                  <a:lnTo>
                    <a:pt x="0" y="4040"/>
                  </a:lnTo>
                  <a:lnTo>
                    <a:pt x="1358" y="4040"/>
                  </a:lnTo>
                  <a:lnTo>
                    <a:pt x="13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5162326" y="3153558"/>
              <a:ext cx="382250" cy="157589"/>
            </a:xfrm>
            <a:custGeom>
              <a:rect b="b" l="l" r="r" t="t"/>
              <a:pathLst>
                <a:path extrusionOk="0" h="5660" w="13729">
                  <a:moveTo>
                    <a:pt x="2829" y="0"/>
                  </a:moveTo>
                  <a:cubicBezTo>
                    <a:pt x="1269" y="0"/>
                    <a:pt x="1" y="1270"/>
                    <a:pt x="1" y="2830"/>
                  </a:cubicBezTo>
                  <a:cubicBezTo>
                    <a:pt x="1" y="4390"/>
                    <a:pt x="1269" y="5659"/>
                    <a:pt x="2829" y="5659"/>
                  </a:cubicBezTo>
                  <a:lnTo>
                    <a:pt x="13029" y="5659"/>
                  </a:lnTo>
                  <a:cubicBezTo>
                    <a:pt x="13416" y="5659"/>
                    <a:pt x="13729" y="5346"/>
                    <a:pt x="13729" y="4959"/>
                  </a:cubicBezTo>
                  <a:cubicBezTo>
                    <a:pt x="13729" y="4571"/>
                    <a:pt x="13416" y="4258"/>
                    <a:pt x="13029" y="4258"/>
                  </a:cubicBezTo>
                  <a:lnTo>
                    <a:pt x="2829" y="4258"/>
                  </a:lnTo>
                  <a:cubicBezTo>
                    <a:pt x="2041" y="4258"/>
                    <a:pt x="1401" y="3618"/>
                    <a:pt x="1401" y="2830"/>
                  </a:cubicBezTo>
                  <a:cubicBezTo>
                    <a:pt x="1401" y="2042"/>
                    <a:pt x="2041" y="1400"/>
                    <a:pt x="2829" y="1400"/>
                  </a:cubicBezTo>
                  <a:lnTo>
                    <a:pt x="13029" y="1400"/>
                  </a:lnTo>
                  <a:cubicBezTo>
                    <a:pt x="13416" y="1400"/>
                    <a:pt x="13729" y="1087"/>
                    <a:pt x="13729" y="700"/>
                  </a:cubicBezTo>
                  <a:cubicBezTo>
                    <a:pt x="13729" y="313"/>
                    <a:pt x="13416" y="0"/>
                    <a:pt x="13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5322813" y="3219491"/>
              <a:ext cx="193756" cy="16149"/>
            </a:xfrm>
            <a:custGeom>
              <a:rect b="b" l="l" r="r" t="t"/>
              <a:pathLst>
                <a:path extrusionOk="0" h="580" w="6959">
                  <a:moveTo>
                    <a:pt x="291" y="1"/>
                  </a:moveTo>
                  <a:cubicBezTo>
                    <a:pt x="131" y="1"/>
                    <a:pt x="1" y="130"/>
                    <a:pt x="1" y="290"/>
                  </a:cubicBezTo>
                  <a:cubicBezTo>
                    <a:pt x="1" y="451"/>
                    <a:pt x="131" y="580"/>
                    <a:pt x="291" y="580"/>
                  </a:cubicBezTo>
                  <a:lnTo>
                    <a:pt x="6959" y="580"/>
                  </a:lnTo>
                  <a:lnTo>
                    <a:pt x="69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5248918" y="3219491"/>
              <a:ext cx="55212" cy="16149"/>
            </a:xfrm>
            <a:custGeom>
              <a:rect b="b" l="l" r="r" t="t"/>
              <a:pathLst>
                <a:path extrusionOk="0" h="580" w="1983">
                  <a:moveTo>
                    <a:pt x="291" y="1"/>
                  </a:moveTo>
                  <a:cubicBezTo>
                    <a:pt x="130" y="1"/>
                    <a:pt x="1" y="130"/>
                    <a:pt x="1" y="290"/>
                  </a:cubicBezTo>
                  <a:cubicBezTo>
                    <a:pt x="1" y="451"/>
                    <a:pt x="130" y="580"/>
                    <a:pt x="291" y="580"/>
                  </a:cubicBezTo>
                  <a:lnTo>
                    <a:pt x="1692" y="580"/>
                  </a:lnTo>
                  <a:cubicBezTo>
                    <a:pt x="1853" y="580"/>
                    <a:pt x="1983" y="451"/>
                    <a:pt x="1983" y="290"/>
                  </a:cubicBezTo>
                  <a:cubicBezTo>
                    <a:pt x="1983" y="130"/>
                    <a:pt x="1853" y="1"/>
                    <a:pt x="1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5313542" y="3307530"/>
              <a:ext cx="165997" cy="77597"/>
            </a:xfrm>
            <a:custGeom>
              <a:rect b="b" l="l" r="r" t="t"/>
              <a:pathLst>
                <a:path extrusionOk="0" h="2787" w="5962">
                  <a:moveTo>
                    <a:pt x="2980" y="0"/>
                  </a:moveTo>
                  <a:cubicBezTo>
                    <a:pt x="2861" y="0"/>
                    <a:pt x="2742" y="46"/>
                    <a:pt x="2651" y="136"/>
                  </a:cubicBezTo>
                  <a:lnTo>
                    <a:pt x="1" y="2787"/>
                  </a:lnTo>
                  <a:lnTo>
                    <a:pt x="5961" y="2787"/>
                  </a:lnTo>
                  <a:lnTo>
                    <a:pt x="3311" y="136"/>
                  </a:lnTo>
                  <a:cubicBezTo>
                    <a:pt x="3219" y="46"/>
                    <a:pt x="3100" y="0"/>
                    <a:pt x="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5199385" y="3377026"/>
              <a:ext cx="353795" cy="16204"/>
            </a:xfrm>
            <a:custGeom>
              <a:rect b="b" l="l" r="r" t="t"/>
              <a:pathLst>
                <a:path extrusionOk="0" h="582" w="12707">
                  <a:moveTo>
                    <a:pt x="291" y="1"/>
                  </a:moveTo>
                  <a:cubicBezTo>
                    <a:pt x="130" y="1"/>
                    <a:pt x="0" y="131"/>
                    <a:pt x="0" y="291"/>
                  </a:cubicBezTo>
                  <a:cubicBezTo>
                    <a:pt x="0" y="452"/>
                    <a:pt x="130" y="581"/>
                    <a:pt x="291" y="581"/>
                  </a:cubicBezTo>
                  <a:lnTo>
                    <a:pt x="12707" y="581"/>
                  </a:lnTo>
                  <a:lnTo>
                    <a:pt x="127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7" name="Google Shape;3517;p64"/>
          <p:cNvGrpSpPr/>
          <p:nvPr/>
        </p:nvGrpSpPr>
        <p:grpSpPr>
          <a:xfrm>
            <a:off x="6183904" y="3303778"/>
            <a:ext cx="535272" cy="445514"/>
            <a:chOff x="5996529" y="1746153"/>
            <a:chExt cx="535272" cy="445514"/>
          </a:xfrm>
        </p:grpSpPr>
        <p:sp>
          <p:nvSpPr>
            <p:cNvPr id="3518" name="Google Shape;3518;p64"/>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5" name="Google Shape;3535;p64"/>
          <p:cNvSpPr/>
          <p:nvPr/>
        </p:nvSpPr>
        <p:spPr>
          <a:xfrm>
            <a:off x="669591" y="9963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066503" y="596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8216591" y="4320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8" name="Google Shape;3538;p64"/>
          <p:cNvGrpSpPr/>
          <p:nvPr/>
        </p:nvGrpSpPr>
        <p:grpSpPr>
          <a:xfrm>
            <a:off x="1727717" y="519325"/>
            <a:ext cx="444066" cy="535335"/>
            <a:chOff x="531292" y="3930739"/>
            <a:chExt cx="444066" cy="535335"/>
          </a:xfrm>
        </p:grpSpPr>
        <p:sp>
          <p:nvSpPr>
            <p:cNvPr id="3539" name="Google Shape;3539;p64"/>
            <p:cNvSpPr/>
            <p:nvPr/>
          </p:nvSpPr>
          <p:spPr>
            <a:xfrm>
              <a:off x="845555" y="4300911"/>
              <a:ext cx="110034" cy="90989"/>
            </a:xfrm>
            <a:custGeom>
              <a:rect b="b" l="l" r="r" t="t"/>
              <a:pathLst>
                <a:path extrusionOk="0" h="3268" w="3952">
                  <a:moveTo>
                    <a:pt x="989" y="0"/>
                  </a:moveTo>
                  <a:lnTo>
                    <a:pt x="83" y="2665"/>
                  </a:lnTo>
                  <a:cubicBezTo>
                    <a:pt x="0" y="2906"/>
                    <a:pt x="171" y="3161"/>
                    <a:pt x="426" y="3176"/>
                  </a:cubicBezTo>
                  <a:lnTo>
                    <a:pt x="1941" y="3265"/>
                  </a:lnTo>
                  <a:cubicBezTo>
                    <a:pt x="1964" y="3266"/>
                    <a:pt x="1986" y="3267"/>
                    <a:pt x="2009" y="3267"/>
                  </a:cubicBezTo>
                  <a:cubicBezTo>
                    <a:pt x="2503" y="3267"/>
                    <a:pt x="2946" y="2953"/>
                    <a:pt x="3107" y="2481"/>
                  </a:cubicBezTo>
                  <a:lnTo>
                    <a:pt x="39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870141" y="4232751"/>
              <a:ext cx="105217" cy="81690"/>
            </a:xfrm>
            <a:custGeom>
              <a:rect b="b" l="l" r="r" t="t"/>
              <a:pathLst>
                <a:path extrusionOk="0" h="2934" w="3779">
                  <a:moveTo>
                    <a:pt x="1771" y="1"/>
                  </a:moveTo>
                  <a:cubicBezTo>
                    <a:pt x="1276" y="1"/>
                    <a:pt x="833" y="315"/>
                    <a:pt x="672" y="787"/>
                  </a:cubicBezTo>
                  <a:lnTo>
                    <a:pt x="0" y="2763"/>
                  </a:lnTo>
                  <a:lnTo>
                    <a:pt x="2903" y="2933"/>
                  </a:lnTo>
                  <a:lnTo>
                    <a:pt x="3697" y="603"/>
                  </a:lnTo>
                  <a:cubicBezTo>
                    <a:pt x="3779" y="361"/>
                    <a:pt x="3608" y="108"/>
                    <a:pt x="3353" y="92"/>
                  </a:cubicBezTo>
                  <a:lnTo>
                    <a:pt x="1840" y="3"/>
                  </a:lnTo>
                  <a:cubicBezTo>
                    <a:pt x="1817" y="1"/>
                    <a:pt x="1794" y="1"/>
                    <a:pt x="17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628965" y="4019780"/>
              <a:ext cx="50395" cy="248634"/>
            </a:xfrm>
            <a:custGeom>
              <a:rect b="b" l="l" r="r" t="t"/>
              <a:pathLst>
                <a:path extrusionOk="0" h="8930" w="1810">
                  <a:moveTo>
                    <a:pt x="0" y="1"/>
                  </a:moveTo>
                  <a:lnTo>
                    <a:pt x="0" y="8930"/>
                  </a:lnTo>
                  <a:lnTo>
                    <a:pt x="1809" y="8930"/>
                  </a:lnTo>
                  <a:lnTo>
                    <a:pt x="18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628965" y="3975399"/>
              <a:ext cx="50395" cy="45467"/>
            </a:xfrm>
            <a:custGeom>
              <a:rect b="b" l="l" r="r" t="t"/>
              <a:pathLst>
                <a:path extrusionOk="0" h="1633" w="1810">
                  <a:moveTo>
                    <a:pt x="385" y="1"/>
                  </a:moveTo>
                  <a:cubicBezTo>
                    <a:pt x="172" y="1"/>
                    <a:pt x="0" y="173"/>
                    <a:pt x="0" y="385"/>
                  </a:cubicBezTo>
                  <a:lnTo>
                    <a:pt x="0" y="1633"/>
                  </a:lnTo>
                  <a:lnTo>
                    <a:pt x="1809" y="1633"/>
                  </a:lnTo>
                  <a:lnTo>
                    <a:pt x="1809" y="385"/>
                  </a:lnTo>
                  <a:cubicBezTo>
                    <a:pt x="1809" y="173"/>
                    <a:pt x="1637" y="1"/>
                    <a:pt x="1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625318" y="4011567"/>
              <a:ext cx="57662" cy="33745"/>
            </a:xfrm>
            <a:custGeom>
              <a:rect b="b" l="l" r="r" t="t"/>
              <a:pathLst>
                <a:path extrusionOk="0" h="1212" w="2071">
                  <a:moveTo>
                    <a:pt x="192" y="1"/>
                  </a:moveTo>
                  <a:cubicBezTo>
                    <a:pt x="86" y="1"/>
                    <a:pt x="1" y="86"/>
                    <a:pt x="1" y="192"/>
                  </a:cubicBezTo>
                  <a:lnTo>
                    <a:pt x="1" y="1020"/>
                  </a:lnTo>
                  <a:cubicBezTo>
                    <a:pt x="1" y="1126"/>
                    <a:pt x="86" y="1212"/>
                    <a:pt x="192" y="1212"/>
                  </a:cubicBezTo>
                  <a:lnTo>
                    <a:pt x="1879" y="1212"/>
                  </a:lnTo>
                  <a:cubicBezTo>
                    <a:pt x="1985" y="1212"/>
                    <a:pt x="2071" y="1126"/>
                    <a:pt x="2071" y="1020"/>
                  </a:cubicBezTo>
                  <a:lnTo>
                    <a:pt x="2071" y="192"/>
                  </a:lnTo>
                  <a:cubicBezTo>
                    <a:pt x="2071" y="86"/>
                    <a:pt x="1985" y="1"/>
                    <a:pt x="18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695148" y="3930739"/>
              <a:ext cx="75954" cy="426686"/>
            </a:xfrm>
            <a:custGeom>
              <a:rect b="b" l="l" r="r" t="t"/>
              <a:pathLst>
                <a:path extrusionOk="0" h="15325" w="2728">
                  <a:moveTo>
                    <a:pt x="0" y="1"/>
                  </a:moveTo>
                  <a:lnTo>
                    <a:pt x="0" y="15325"/>
                  </a:lnTo>
                  <a:lnTo>
                    <a:pt x="2456" y="15325"/>
                  </a:lnTo>
                  <a:cubicBezTo>
                    <a:pt x="2606" y="15325"/>
                    <a:pt x="2728" y="15203"/>
                    <a:pt x="2728" y="15053"/>
                  </a:cubicBezTo>
                  <a:lnTo>
                    <a:pt x="2728" y="274"/>
                  </a:lnTo>
                  <a:cubicBezTo>
                    <a:pt x="2728" y="124"/>
                    <a:pt x="2606" y="1"/>
                    <a:pt x="2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736439" y="3930739"/>
              <a:ext cx="34664" cy="426686"/>
            </a:xfrm>
            <a:custGeom>
              <a:rect b="b" l="l" r="r" t="t"/>
              <a:pathLst>
                <a:path extrusionOk="0" h="15325" w="1245">
                  <a:moveTo>
                    <a:pt x="1" y="1"/>
                  </a:moveTo>
                  <a:cubicBezTo>
                    <a:pt x="152" y="1"/>
                    <a:pt x="274" y="124"/>
                    <a:pt x="274" y="274"/>
                  </a:cubicBezTo>
                  <a:lnTo>
                    <a:pt x="274" y="15053"/>
                  </a:lnTo>
                  <a:cubicBezTo>
                    <a:pt x="274" y="15203"/>
                    <a:pt x="152" y="15325"/>
                    <a:pt x="1" y="15325"/>
                  </a:cubicBezTo>
                  <a:lnTo>
                    <a:pt x="971" y="15325"/>
                  </a:lnTo>
                  <a:cubicBezTo>
                    <a:pt x="1123" y="15325"/>
                    <a:pt x="1245" y="15203"/>
                    <a:pt x="1245" y="15053"/>
                  </a:cubicBezTo>
                  <a:lnTo>
                    <a:pt x="1245" y="274"/>
                  </a:lnTo>
                  <a:cubicBezTo>
                    <a:pt x="1245" y="124"/>
                    <a:pt x="1123"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665439" y="3930739"/>
              <a:ext cx="38033" cy="426686"/>
            </a:xfrm>
            <a:custGeom>
              <a:rect b="b" l="l" r="r" t="t"/>
              <a:pathLst>
                <a:path extrusionOk="0" h="15325" w="1366">
                  <a:moveTo>
                    <a:pt x="272" y="1"/>
                  </a:moveTo>
                  <a:cubicBezTo>
                    <a:pt x="122" y="1"/>
                    <a:pt x="0" y="124"/>
                    <a:pt x="0" y="274"/>
                  </a:cubicBezTo>
                  <a:lnTo>
                    <a:pt x="0" y="15053"/>
                  </a:lnTo>
                  <a:cubicBezTo>
                    <a:pt x="0" y="15203"/>
                    <a:pt x="122" y="15325"/>
                    <a:pt x="272" y="15325"/>
                  </a:cubicBezTo>
                  <a:lnTo>
                    <a:pt x="1365" y="15325"/>
                  </a:lnTo>
                  <a:lnTo>
                    <a:pt x="13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736105" y="3976429"/>
              <a:ext cx="130052" cy="267399"/>
            </a:xfrm>
            <a:custGeom>
              <a:rect b="b" l="l" r="r" t="t"/>
              <a:pathLst>
                <a:path extrusionOk="0" h="9604" w="4671">
                  <a:moveTo>
                    <a:pt x="3358" y="1"/>
                  </a:moveTo>
                  <a:cubicBezTo>
                    <a:pt x="3198" y="1"/>
                    <a:pt x="3049" y="101"/>
                    <a:pt x="2995" y="261"/>
                  </a:cubicBezTo>
                  <a:lnTo>
                    <a:pt x="0" y="9057"/>
                  </a:lnTo>
                  <a:lnTo>
                    <a:pt x="1608" y="9604"/>
                  </a:lnTo>
                  <a:lnTo>
                    <a:pt x="4602" y="808"/>
                  </a:lnTo>
                  <a:cubicBezTo>
                    <a:pt x="4670" y="608"/>
                    <a:pt x="4563" y="389"/>
                    <a:pt x="4363" y="321"/>
                  </a:cubicBezTo>
                  <a:lnTo>
                    <a:pt x="3482" y="21"/>
                  </a:lnTo>
                  <a:cubicBezTo>
                    <a:pt x="3441" y="7"/>
                    <a:pt x="3400" y="1"/>
                    <a:pt x="3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736133" y="4127644"/>
              <a:ext cx="79045" cy="116048"/>
            </a:xfrm>
            <a:custGeom>
              <a:rect b="b" l="l" r="r" t="t"/>
              <a:pathLst>
                <a:path extrusionOk="0" h="4168" w="2839">
                  <a:moveTo>
                    <a:pt x="1231" y="0"/>
                  </a:moveTo>
                  <a:lnTo>
                    <a:pt x="1" y="3620"/>
                  </a:lnTo>
                  <a:lnTo>
                    <a:pt x="1608" y="4168"/>
                  </a:lnTo>
                  <a:lnTo>
                    <a:pt x="2839" y="548"/>
                  </a:lnTo>
                  <a:lnTo>
                    <a:pt x="1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761330" y="4119737"/>
              <a:ext cx="62952" cy="31434"/>
            </a:xfrm>
            <a:custGeom>
              <a:rect b="b" l="l" r="r" t="t"/>
              <a:pathLst>
                <a:path extrusionOk="0" h="1129" w="2261">
                  <a:moveTo>
                    <a:pt x="328" y="1"/>
                  </a:moveTo>
                  <a:cubicBezTo>
                    <a:pt x="206" y="1"/>
                    <a:pt x="93" y="77"/>
                    <a:pt x="52" y="198"/>
                  </a:cubicBezTo>
                  <a:cubicBezTo>
                    <a:pt x="1" y="349"/>
                    <a:pt x="81" y="514"/>
                    <a:pt x="233" y="566"/>
                  </a:cubicBezTo>
                  <a:lnTo>
                    <a:pt x="1840" y="1113"/>
                  </a:lnTo>
                  <a:cubicBezTo>
                    <a:pt x="1871" y="1124"/>
                    <a:pt x="1903" y="1128"/>
                    <a:pt x="1934" y="1128"/>
                  </a:cubicBezTo>
                  <a:cubicBezTo>
                    <a:pt x="2054" y="1128"/>
                    <a:pt x="2168" y="1053"/>
                    <a:pt x="2208" y="932"/>
                  </a:cubicBezTo>
                  <a:cubicBezTo>
                    <a:pt x="2261" y="781"/>
                    <a:pt x="2179" y="615"/>
                    <a:pt x="2028" y="564"/>
                  </a:cubicBezTo>
                  <a:lnTo>
                    <a:pt x="420" y="16"/>
                  </a:lnTo>
                  <a:cubicBezTo>
                    <a:pt x="389" y="6"/>
                    <a:pt x="358" y="1"/>
                    <a:pt x="3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797805" y="4005942"/>
              <a:ext cx="85087" cy="50061"/>
            </a:xfrm>
            <a:custGeom>
              <a:rect b="b" l="l" r="r" t="t"/>
              <a:pathLst>
                <a:path extrusionOk="0" h="1798" w="3056">
                  <a:moveTo>
                    <a:pt x="416" y="1"/>
                  </a:moveTo>
                  <a:cubicBezTo>
                    <a:pt x="336" y="1"/>
                    <a:pt x="262" y="51"/>
                    <a:pt x="235" y="131"/>
                  </a:cubicBezTo>
                  <a:lnTo>
                    <a:pt x="35" y="719"/>
                  </a:lnTo>
                  <a:cubicBezTo>
                    <a:pt x="0" y="820"/>
                    <a:pt x="54" y="928"/>
                    <a:pt x="154" y="963"/>
                  </a:cubicBezTo>
                  <a:lnTo>
                    <a:pt x="2578" y="1787"/>
                  </a:lnTo>
                  <a:cubicBezTo>
                    <a:pt x="2598" y="1794"/>
                    <a:pt x="2619" y="1797"/>
                    <a:pt x="2639" y="1797"/>
                  </a:cubicBezTo>
                  <a:cubicBezTo>
                    <a:pt x="2719" y="1797"/>
                    <a:pt x="2793" y="1747"/>
                    <a:pt x="2820" y="1668"/>
                  </a:cubicBezTo>
                  <a:lnTo>
                    <a:pt x="3022" y="1080"/>
                  </a:lnTo>
                  <a:cubicBezTo>
                    <a:pt x="3056" y="980"/>
                    <a:pt x="3002" y="870"/>
                    <a:pt x="2901" y="836"/>
                  </a:cubicBezTo>
                  <a:lnTo>
                    <a:pt x="479" y="11"/>
                  </a:lnTo>
                  <a:cubicBezTo>
                    <a:pt x="458" y="4"/>
                    <a:pt x="437"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872145" y="4048041"/>
              <a:ext cx="28" cy="28"/>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854131" y="4016077"/>
              <a:ext cx="58274" cy="103992"/>
            </a:xfrm>
            <a:custGeom>
              <a:rect b="b" l="l" r="r" t="t"/>
              <a:pathLst>
                <a:path extrusionOk="0" h="3735" w="2093">
                  <a:moveTo>
                    <a:pt x="1289" y="0"/>
                  </a:moveTo>
                  <a:cubicBezTo>
                    <a:pt x="1209" y="0"/>
                    <a:pt x="1134" y="51"/>
                    <a:pt x="1107" y="130"/>
                  </a:cubicBezTo>
                  <a:lnTo>
                    <a:pt x="35" y="3281"/>
                  </a:lnTo>
                  <a:cubicBezTo>
                    <a:pt x="1" y="3381"/>
                    <a:pt x="54" y="3490"/>
                    <a:pt x="155" y="3524"/>
                  </a:cubicBezTo>
                  <a:lnTo>
                    <a:pt x="742" y="3724"/>
                  </a:lnTo>
                  <a:cubicBezTo>
                    <a:pt x="763" y="3731"/>
                    <a:pt x="784" y="3735"/>
                    <a:pt x="804" y="3735"/>
                  </a:cubicBezTo>
                  <a:cubicBezTo>
                    <a:pt x="884" y="3735"/>
                    <a:pt x="959" y="3685"/>
                    <a:pt x="986" y="3605"/>
                  </a:cubicBezTo>
                  <a:lnTo>
                    <a:pt x="2058" y="455"/>
                  </a:lnTo>
                  <a:cubicBezTo>
                    <a:pt x="2093" y="353"/>
                    <a:pt x="2039" y="245"/>
                    <a:pt x="1939" y="211"/>
                  </a:cubicBezTo>
                  <a:lnTo>
                    <a:pt x="1351" y="11"/>
                  </a:lnTo>
                  <a:cubicBezTo>
                    <a:pt x="1330" y="4"/>
                    <a:pt x="1309" y="0"/>
                    <a:pt x="1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544852" y="4033229"/>
              <a:ext cx="132419" cy="250944"/>
            </a:xfrm>
            <a:custGeom>
              <a:rect b="b" l="l" r="r" t="t"/>
              <a:pathLst>
                <a:path extrusionOk="0" h="9013" w="4756">
                  <a:moveTo>
                    <a:pt x="1702" y="1"/>
                  </a:moveTo>
                  <a:lnTo>
                    <a:pt x="0" y="619"/>
                  </a:lnTo>
                  <a:lnTo>
                    <a:pt x="3054" y="9013"/>
                  </a:lnTo>
                  <a:lnTo>
                    <a:pt x="4756" y="8394"/>
                  </a:lnTo>
                  <a:lnTo>
                    <a:pt x="17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531292" y="3994527"/>
              <a:ext cx="61253" cy="56938"/>
            </a:xfrm>
            <a:custGeom>
              <a:rect b="b" l="l" r="r" t="t"/>
              <a:pathLst>
                <a:path extrusionOk="0" h="2045" w="2200">
                  <a:moveTo>
                    <a:pt x="1413" y="0"/>
                  </a:moveTo>
                  <a:cubicBezTo>
                    <a:pt x="1369" y="0"/>
                    <a:pt x="1325" y="8"/>
                    <a:pt x="1281" y="24"/>
                  </a:cubicBezTo>
                  <a:lnTo>
                    <a:pt x="303" y="380"/>
                  </a:lnTo>
                  <a:cubicBezTo>
                    <a:pt x="103" y="452"/>
                    <a:pt x="1" y="672"/>
                    <a:pt x="73" y="871"/>
                  </a:cubicBezTo>
                  <a:lnTo>
                    <a:pt x="499" y="2045"/>
                  </a:lnTo>
                  <a:lnTo>
                    <a:pt x="2200" y="1425"/>
                  </a:lnTo>
                  <a:lnTo>
                    <a:pt x="1773" y="253"/>
                  </a:lnTo>
                  <a:cubicBezTo>
                    <a:pt x="1717" y="97"/>
                    <a:pt x="1569" y="0"/>
                    <a:pt x="1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539422" y="4025739"/>
              <a:ext cx="64093" cy="48446"/>
            </a:xfrm>
            <a:custGeom>
              <a:rect b="b" l="l" r="r" t="t"/>
              <a:pathLst>
                <a:path extrusionOk="0" h="1740" w="2302">
                  <a:moveTo>
                    <a:pt x="1802" y="1"/>
                  </a:moveTo>
                  <a:cubicBezTo>
                    <a:pt x="1780" y="1"/>
                    <a:pt x="1758" y="4"/>
                    <a:pt x="1736" y="13"/>
                  </a:cubicBezTo>
                  <a:lnTo>
                    <a:pt x="151" y="589"/>
                  </a:lnTo>
                  <a:cubicBezTo>
                    <a:pt x="51" y="625"/>
                    <a:pt x="0" y="736"/>
                    <a:pt x="37" y="835"/>
                  </a:cubicBezTo>
                  <a:lnTo>
                    <a:pt x="320" y="1613"/>
                  </a:lnTo>
                  <a:cubicBezTo>
                    <a:pt x="348" y="1691"/>
                    <a:pt x="421" y="1739"/>
                    <a:pt x="500" y="1739"/>
                  </a:cubicBezTo>
                  <a:cubicBezTo>
                    <a:pt x="522" y="1739"/>
                    <a:pt x="544" y="1735"/>
                    <a:pt x="566" y="1727"/>
                  </a:cubicBezTo>
                  <a:lnTo>
                    <a:pt x="2150" y="1150"/>
                  </a:lnTo>
                  <a:cubicBezTo>
                    <a:pt x="2250" y="1114"/>
                    <a:pt x="2302" y="1004"/>
                    <a:pt x="2265" y="904"/>
                  </a:cubicBezTo>
                  <a:lnTo>
                    <a:pt x="1982" y="127"/>
                  </a:lnTo>
                  <a:cubicBezTo>
                    <a:pt x="1953" y="49"/>
                    <a:pt x="1880" y="1"/>
                    <a:pt x="18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700772" y="4355761"/>
              <a:ext cx="260188" cy="110312"/>
            </a:xfrm>
            <a:custGeom>
              <a:rect b="b" l="l" r="r" t="t"/>
              <a:pathLst>
                <a:path extrusionOk="0" h="3962" w="9345">
                  <a:moveTo>
                    <a:pt x="1" y="1"/>
                  </a:moveTo>
                  <a:lnTo>
                    <a:pt x="1" y="3961"/>
                  </a:lnTo>
                  <a:lnTo>
                    <a:pt x="8954" y="3961"/>
                  </a:lnTo>
                  <a:cubicBezTo>
                    <a:pt x="9170" y="3961"/>
                    <a:pt x="9345" y="3786"/>
                    <a:pt x="9345" y="3571"/>
                  </a:cubicBezTo>
                  <a:lnTo>
                    <a:pt x="9345" y="391"/>
                  </a:lnTo>
                  <a:cubicBezTo>
                    <a:pt x="9345" y="177"/>
                    <a:pt x="9170" y="1"/>
                    <a:pt x="8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573669" y="4223814"/>
              <a:ext cx="243232" cy="242258"/>
            </a:xfrm>
            <a:custGeom>
              <a:rect b="b" l="l" r="r" t="t"/>
              <a:pathLst>
                <a:path extrusionOk="0" h="8701" w="8736">
                  <a:moveTo>
                    <a:pt x="1" y="0"/>
                  </a:moveTo>
                  <a:lnTo>
                    <a:pt x="1" y="8310"/>
                  </a:lnTo>
                  <a:cubicBezTo>
                    <a:pt x="1" y="8525"/>
                    <a:pt x="175" y="8700"/>
                    <a:pt x="391" y="8700"/>
                  </a:cubicBezTo>
                  <a:lnTo>
                    <a:pt x="8346" y="8700"/>
                  </a:lnTo>
                  <a:cubicBezTo>
                    <a:pt x="8561" y="8700"/>
                    <a:pt x="8736" y="8525"/>
                    <a:pt x="8736" y="8310"/>
                  </a:cubicBezTo>
                  <a:lnTo>
                    <a:pt x="87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557854" y="4174225"/>
              <a:ext cx="274889" cy="56158"/>
            </a:xfrm>
            <a:custGeom>
              <a:rect b="b" l="l" r="r" t="t"/>
              <a:pathLst>
                <a:path extrusionOk="0" h="2017" w="9873">
                  <a:moveTo>
                    <a:pt x="391" y="1"/>
                  </a:moveTo>
                  <a:cubicBezTo>
                    <a:pt x="175" y="1"/>
                    <a:pt x="0" y="175"/>
                    <a:pt x="0" y="391"/>
                  </a:cubicBezTo>
                  <a:lnTo>
                    <a:pt x="0" y="1627"/>
                  </a:lnTo>
                  <a:cubicBezTo>
                    <a:pt x="0" y="1842"/>
                    <a:pt x="175" y="2017"/>
                    <a:pt x="391" y="2017"/>
                  </a:cubicBezTo>
                  <a:lnTo>
                    <a:pt x="9482" y="2017"/>
                  </a:lnTo>
                  <a:cubicBezTo>
                    <a:pt x="9698" y="2017"/>
                    <a:pt x="9872" y="1842"/>
                    <a:pt x="9872" y="1627"/>
                  </a:cubicBezTo>
                  <a:lnTo>
                    <a:pt x="9872" y="391"/>
                  </a:lnTo>
                  <a:cubicBezTo>
                    <a:pt x="9872" y="175"/>
                    <a:pt x="9698" y="1"/>
                    <a:pt x="9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573669" y="4420134"/>
              <a:ext cx="243232" cy="16149"/>
            </a:xfrm>
            <a:custGeom>
              <a:rect b="b" l="l" r="r" t="t"/>
              <a:pathLst>
                <a:path extrusionOk="0" h="580" w="8736">
                  <a:moveTo>
                    <a:pt x="1" y="0"/>
                  </a:moveTo>
                  <a:lnTo>
                    <a:pt x="1" y="580"/>
                  </a:lnTo>
                  <a:lnTo>
                    <a:pt x="8736" y="580"/>
                  </a:lnTo>
                  <a:lnTo>
                    <a:pt x="87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64"/>
          <p:cNvGrpSpPr/>
          <p:nvPr/>
        </p:nvGrpSpPr>
        <p:grpSpPr>
          <a:xfrm>
            <a:off x="3642259" y="596350"/>
            <a:ext cx="535272" cy="458292"/>
            <a:chOff x="1339684" y="1089700"/>
            <a:chExt cx="535272" cy="458292"/>
          </a:xfrm>
        </p:grpSpPr>
        <p:sp>
          <p:nvSpPr>
            <p:cNvPr id="3561" name="Google Shape;3561;p64"/>
            <p:cNvSpPr/>
            <p:nvPr/>
          </p:nvSpPr>
          <p:spPr>
            <a:xfrm>
              <a:off x="1725476" y="1094183"/>
              <a:ext cx="125124" cy="167528"/>
            </a:xfrm>
            <a:custGeom>
              <a:rect b="b" l="l" r="r" t="t"/>
              <a:pathLst>
                <a:path extrusionOk="0" h="6017" w="4494">
                  <a:moveTo>
                    <a:pt x="1392" y="1"/>
                  </a:moveTo>
                  <a:cubicBezTo>
                    <a:pt x="1377" y="1"/>
                    <a:pt x="1362" y="1"/>
                    <a:pt x="1347" y="1"/>
                  </a:cubicBezTo>
                  <a:cubicBezTo>
                    <a:pt x="720" y="11"/>
                    <a:pt x="232" y="228"/>
                    <a:pt x="212" y="237"/>
                  </a:cubicBezTo>
                  <a:cubicBezTo>
                    <a:pt x="67" y="303"/>
                    <a:pt x="1" y="475"/>
                    <a:pt x="67" y="621"/>
                  </a:cubicBezTo>
                  <a:cubicBezTo>
                    <a:pt x="115" y="728"/>
                    <a:pt x="221" y="792"/>
                    <a:pt x="331" y="792"/>
                  </a:cubicBezTo>
                  <a:cubicBezTo>
                    <a:pt x="371" y="792"/>
                    <a:pt x="412" y="784"/>
                    <a:pt x="451" y="766"/>
                  </a:cubicBezTo>
                  <a:cubicBezTo>
                    <a:pt x="454" y="765"/>
                    <a:pt x="856" y="589"/>
                    <a:pt x="1357" y="582"/>
                  </a:cubicBezTo>
                  <a:cubicBezTo>
                    <a:pt x="1370" y="582"/>
                    <a:pt x="1382" y="582"/>
                    <a:pt x="1395" y="582"/>
                  </a:cubicBezTo>
                  <a:cubicBezTo>
                    <a:pt x="2034" y="582"/>
                    <a:pt x="2542" y="855"/>
                    <a:pt x="2904" y="1393"/>
                  </a:cubicBezTo>
                  <a:cubicBezTo>
                    <a:pt x="3826" y="2769"/>
                    <a:pt x="2486" y="5573"/>
                    <a:pt x="2472" y="5601"/>
                  </a:cubicBezTo>
                  <a:cubicBezTo>
                    <a:pt x="2402" y="5745"/>
                    <a:pt x="2462" y="5918"/>
                    <a:pt x="2606" y="5987"/>
                  </a:cubicBezTo>
                  <a:cubicBezTo>
                    <a:pt x="2647" y="6008"/>
                    <a:pt x="2690" y="6017"/>
                    <a:pt x="2733" y="6017"/>
                  </a:cubicBezTo>
                  <a:cubicBezTo>
                    <a:pt x="2840" y="6017"/>
                    <a:pt x="2944" y="5957"/>
                    <a:pt x="2994" y="5853"/>
                  </a:cubicBezTo>
                  <a:cubicBezTo>
                    <a:pt x="3056" y="5726"/>
                    <a:pt x="4494" y="2721"/>
                    <a:pt x="3385" y="1070"/>
                  </a:cubicBezTo>
                  <a:cubicBezTo>
                    <a:pt x="2916" y="370"/>
                    <a:pt x="2229" y="1"/>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1730906" y="1253639"/>
              <a:ext cx="98089" cy="32966"/>
            </a:xfrm>
            <a:custGeom>
              <a:rect b="b" l="l" r="r" t="t"/>
              <a:pathLst>
                <a:path extrusionOk="0" h="1184" w="3523">
                  <a:moveTo>
                    <a:pt x="388" y="1"/>
                  </a:moveTo>
                  <a:cubicBezTo>
                    <a:pt x="174" y="1"/>
                    <a:pt x="1" y="174"/>
                    <a:pt x="1" y="387"/>
                  </a:cubicBezTo>
                  <a:lnTo>
                    <a:pt x="1" y="1184"/>
                  </a:lnTo>
                  <a:lnTo>
                    <a:pt x="3522" y="1184"/>
                  </a:lnTo>
                  <a:lnTo>
                    <a:pt x="3522" y="387"/>
                  </a:lnTo>
                  <a:cubicBezTo>
                    <a:pt x="3522" y="174"/>
                    <a:pt x="3349" y="1"/>
                    <a:pt x="3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1368474" y="1317929"/>
              <a:ext cx="37615" cy="230063"/>
            </a:xfrm>
            <a:custGeom>
              <a:rect b="b" l="l" r="r" t="t"/>
              <a:pathLst>
                <a:path extrusionOk="0" h="8263" w="1351">
                  <a:moveTo>
                    <a:pt x="1" y="0"/>
                  </a:moveTo>
                  <a:lnTo>
                    <a:pt x="1" y="7876"/>
                  </a:lnTo>
                  <a:cubicBezTo>
                    <a:pt x="1" y="8089"/>
                    <a:pt x="173" y="8262"/>
                    <a:pt x="387" y="8262"/>
                  </a:cubicBezTo>
                  <a:lnTo>
                    <a:pt x="964" y="8262"/>
                  </a:lnTo>
                  <a:cubicBezTo>
                    <a:pt x="1178" y="8262"/>
                    <a:pt x="1351" y="8089"/>
                    <a:pt x="1351" y="7876"/>
                  </a:cubicBezTo>
                  <a:lnTo>
                    <a:pt x="13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1808560" y="1317929"/>
              <a:ext cx="37643" cy="230063"/>
            </a:xfrm>
            <a:custGeom>
              <a:rect b="b" l="l" r="r" t="t"/>
              <a:pathLst>
                <a:path extrusionOk="0" h="8263" w="1352">
                  <a:moveTo>
                    <a:pt x="0" y="0"/>
                  </a:moveTo>
                  <a:lnTo>
                    <a:pt x="0" y="7876"/>
                  </a:lnTo>
                  <a:cubicBezTo>
                    <a:pt x="0" y="8089"/>
                    <a:pt x="173" y="8262"/>
                    <a:pt x="387" y="8262"/>
                  </a:cubicBezTo>
                  <a:lnTo>
                    <a:pt x="964" y="8262"/>
                  </a:lnTo>
                  <a:cubicBezTo>
                    <a:pt x="1178" y="8262"/>
                    <a:pt x="1351" y="8089"/>
                    <a:pt x="1351" y="7876"/>
                  </a:cubicBezTo>
                  <a:lnTo>
                    <a:pt x="13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1339684" y="1285770"/>
              <a:ext cx="535272" cy="46107"/>
            </a:xfrm>
            <a:custGeom>
              <a:rect b="b" l="l" r="r" t="t"/>
              <a:pathLst>
                <a:path extrusionOk="0" h="1656" w="19225">
                  <a:moveTo>
                    <a:pt x="387" y="0"/>
                  </a:moveTo>
                  <a:cubicBezTo>
                    <a:pt x="174" y="0"/>
                    <a:pt x="0" y="174"/>
                    <a:pt x="0" y="387"/>
                  </a:cubicBezTo>
                  <a:lnTo>
                    <a:pt x="0" y="1269"/>
                  </a:lnTo>
                  <a:cubicBezTo>
                    <a:pt x="0" y="1482"/>
                    <a:pt x="174" y="1655"/>
                    <a:pt x="387" y="1655"/>
                  </a:cubicBezTo>
                  <a:lnTo>
                    <a:pt x="18838" y="1655"/>
                  </a:lnTo>
                  <a:cubicBezTo>
                    <a:pt x="19051" y="1655"/>
                    <a:pt x="19224" y="1482"/>
                    <a:pt x="19224" y="1269"/>
                  </a:cubicBezTo>
                  <a:lnTo>
                    <a:pt x="19224" y="387"/>
                  </a:lnTo>
                  <a:cubicBezTo>
                    <a:pt x="19224" y="174"/>
                    <a:pt x="19051" y="0"/>
                    <a:pt x="18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1526455" y="1411008"/>
              <a:ext cx="234991" cy="38562"/>
            </a:xfrm>
            <a:custGeom>
              <a:rect b="b" l="l" r="r" t="t"/>
              <a:pathLst>
                <a:path extrusionOk="0" h="1385" w="8440">
                  <a:moveTo>
                    <a:pt x="387" y="0"/>
                  </a:moveTo>
                  <a:cubicBezTo>
                    <a:pt x="174" y="0"/>
                    <a:pt x="0" y="174"/>
                    <a:pt x="0" y="388"/>
                  </a:cubicBezTo>
                  <a:lnTo>
                    <a:pt x="0" y="998"/>
                  </a:lnTo>
                  <a:cubicBezTo>
                    <a:pt x="0" y="1211"/>
                    <a:pt x="174" y="1385"/>
                    <a:pt x="387" y="1385"/>
                  </a:cubicBezTo>
                  <a:lnTo>
                    <a:pt x="8053" y="1385"/>
                  </a:lnTo>
                  <a:cubicBezTo>
                    <a:pt x="8266" y="1385"/>
                    <a:pt x="8439" y="1211"/>
                    <a:pt x="8439" y="998"/>
                  </a:cubicBezTo>
                  <a:lnTo>
                    <a:pt x="8439" y="388"/>
                  </a:lnTo>
                  <a:cubicBezTo>
                    <a:pt x="8439" y="174"/>
                    <a:pt x="8266" y="0"/>
                    <a:pt x="8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1555857" y="1326504"/>
              <a:ext cx="35471" cy="221487"/>
            </a:xfrm>
            <a:custGeom>
              <a:rect b="b" l="l" r="r" t="t"/>
              <a:pathLst>
                <a:path extrusionOk="0" h="7955" w="1274">
                  <a:moveTo>
                    <a:pt x="1" y="1"/>
                  </a:moveTo>
                  <a:lnTo>
                    <a:pt x="1" y="7568"/>
                  </a:lnTo>
                  <a:cubicBezTo>
                    <a:pt x="1" y="7781"/>
                    <a:pt x="174" y="7954"/>
                    <a:pt x="387" y="7954"/>
                  </a:cubicBezTo>
                  <a:lnTo>
                    <a:pt x="887" y="7954"/>
                  </a:lnTo>
                  <a:cubicBezTo>
                    <a:pt x="1101" y="7954"/>
                    <a:pt x="1274" y="7781"/>
                    <a:pt x="1274" y="7568"/>
                  </a:cubicBezTo>
                  <a:lnTo>
                    <a:pt x="1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1696547" y="1326504"/>
              <a:ext cx="35471" cy="221487"/>
            </a:xfrm>
            <a:custGeom>
              <a:rect b="b" l="l" r="r" t="t"/>
              <a:pathLst>
                <a:path extrusionOk="0" h="7955" w="1274">
                  <a:moveTo>
                    <a:pt x="1" y="1"/>
                  </a:moveTo>
                  <a:lnTo>
                    <a:pt x="1" y="7568"/>
                  </a:lnTo>
                  <a:cubicBezTo>
                    <a:pt x="1" y="7781"/>
                    <a:pt x="174" y="7954"/>
                    <a:pt x="387" y="7954"/>
                  </a:cubicBezTo>
                  <a:lnTo>
                    <a:pt x="887" y="7954"/>
                  </a:lnTo>
                  <a:cubicBezTo>
                    <a:pt x="1101" y="7954"/>
                    <a:pt x="1274" y="7781"/>
                    <a:pt x="1274" y="7568"/>
                  </a:cubicBezTo>
                  <a:lnTo>
                    <a:pt x="1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1543662" y="1222567"/>
              <a:ext cx="200550" cy="128075"/>
            </a:xfrm>
            <a:custGeom>
              <a:rect b="b" l="l" r="r" t="t"/>
              <a:pathLst>
                <a:path extrusionOk="0" h="4600" w="7203">
                  <a:moveTo>
                    <a:pt x="387" y="1"/>
                  </a:moveTo>
                  <a:cubicBezTo>
                    <a:pt x="174" y="1"/>
                    <a:pt x="1" y="174"/>
                    <a:pt x="1" y="387"/>
                  </a:cubicBezTo>
                  <a:lnTo>
                    <a:pt x="1" y="4213"/>
                  </a:lnTo>
                  <a:cubicBezTo>
                    <a:pt x="1" y="4427"/>
                    <a:pt x="174" y="4600"/>
                    <a:pt x="387" y="4600"/>
                  </a:cubicBezTo>
                  <a:lnTo>
                    <a:pt x="6815" y="4600"/>
                  </a:lnTo>
                  <a:cubicBezTo>
                    <a:pt x="7030" y="4600"/>
                    <a:pt x="7203" y="4427"/>
                    <a:pt x="7203" y="4213"/>
                  </a:cubicBezTo>
                  <a:lnTo>
                    <a:pt x="7203" y="387"/>
                  </a:lnTo>
                  <a:cubicBezTo>
                    <a:pt x="7203" y="174"/>
                    <a:pt x="7030" y="1"/>
                    <a:pt x="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1357309" y="1253639"/>
              <a:ext cx="83695" cy="32158"/>
            </a:xfrm>
            <a:custGeom>
              <a:rect b="b" l="l" r="r" t="t"/>
              <a:pathLst>
                <a:path extrusionOk="0" h="1155" w="3006">
                  <a:moveTo>
                    <a:pt x="387" y="1"/>
                  </a:moveTo>
                  <a:cubicBezTo>
                    <a:pt x="174" y="1"/>
                    <a:pt x="0" y="174"/>
                    <a:pt x="0" y="387"/>
                  </a:cubicBezTo>
                  <a:lnTo>
                    <a:pt x="0" y="768"/>
                  </a:lnTo>
                  <a:cubicBezTo>
                    <a:pt x="0" y="981"/>
                    <a:pt x="174" y="1154"/>
                    <a:pt x="387" y="1154"/>
                  </a:cubicBezTo>
                  <a:lnTo>
                    <a:pt x="3006" y="1154"/>
                  </a:lnTo>
                  <a:lnTo>
                    <a:pt x="3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1392697" y="1253639"/>
              <a:ext cx="88316" cy="32158"/>
            </a:xfrm>
            <a:custGeom>
              <a:rect b="b" l="l" r="r" t="t"/>
              <a:pathLst>
                <a:path extrusionOk="0" h="1155" w="3172">
                  <a:moveTo>
                    <a:pt x="388" y="1"/>
                  </a:moveTo>
                  <a:cubicBezTo>
                    <a:pt x="173" y="1"/>
                    <a:pt x="0" y="174"/>
                    <a:pt x="0" y="387"/>
                  </a:cubicBezTo>
                  <a:lnTo>
                    <a:pt x="0" y="768"/>
                  </a:lnTo>
                  <a:cubicBezTo>
                    <a:pt x="0" y="981"/>
                    <a:pt x="173" y="1154"/>
                    <a:pt x="388" y="1154"/>
                  </a:cubicBezTo>
                  <a:lnTo>
                    <a:pt x="2785" y="1154"/>
                  </a:lnTo>
                  <a:cubicBezTo>
                    <a:pt x="2998" y="1154"/>
                    <a:pt x="3171" y="981"/>
                    <a:pt x="3171" y="768"/>
                  </a:cubicBezTo>
                  <a:lnTo>
                    <a:pt x="3171" y="387"/>
                  </a:lnTo>
                  <a:cubicBezTo>
                    <a:pt x="3171" y="174"/>
                    <a:pt x="2998" y="1"/>
                    <a:pt x="2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1357309" y="1221481"/>
              <a:ext cx="83695" cy="32186"/>
            </a:xfrm>
            <a:custGeom>
              <a:rect b="b" l="l" r="r" t="t"/>
              <a:pathLst>
                <a:path extrusionOk="0" h="1156" w="3006">
                  <a:moveTo>
                    <a:pt x="387" y="1"/>
                  </a:moveTo>
                  <a:cubicBezTo>
                    <a:pt x="174" y="1"/>
                    <a:pt x="0" y="174"/>
                    <a:pt x="0" y="387"/>
                  </a:cubicBezTo>
                  <a:lnTo>
                    <a:pt x="0" y="768"/>
                  </a:lnTo>
                  <a:cubicBezTo>
                    <a:pt x="0" y="982"/>
                    <a:pt x="174" y="1156"/>
                    <a:pt x="387" y="1156"/>
                  </a:cubicBezTo>
                  <a:lnTo>
                    <a:pt x="3006" y="1156"/>
                  </a:lnTo>
                  <a:lnTo>
                    <a:pt x="3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1392697" y="1221481"/>
              <a:ext cx="88316" cy="32186"/>
            </a:xfrm>
            <a:custGeom>
              <a:rect b="b" l="l" r="r" t="t"/>
              <a:pathLst>
                <a:path extrusionOk="0" h="1156" w="3172">
                  <a:moveTo>
                    <a:pt x="388" y="1"/>
                  </a:moveTo>
                  <a:cubicBezTo>
                    <a:pt x="173" y="1"/>
                    <a:pt x="0" y="174"/>
                    <a:pt x="0" y="387"/>
                  </a:cubicBezTo>
                  <a:lnTo>
                    <a:pt x="0" y="768"/>
                  </a:lnTo>
                  <a:cubicBezTo>
                    <a:pt x="0" y="982"/>
                    <a:pt x="173" y="1156"/>
                    <a:pt x="388" y="1156"/>
                  </a:cubicBezTo>
                  <a:lnTo>
                    <a:pt x="2785" y="1156"/>
                  </a:lnTo>
                  <a:cubicBezTo>
                    <a:pt x="2998" y="1156"/>
                    <a:pt x="3171" y="982"/>
                    <a:pt x="3171" y="768"/>
                  </a:cubicBezTo>
                  <a:lnTo>
                    <a:pt x="3171" y="387"/>
                  </a:lnTo>
                  <a:cubicBezTo>
                    <a:pt x="3171" y="174"/>
                    <a:pt x="2998" y="1"/>
                    <a:pt x="2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1406340" y="1189350"/>
              <a:ext cx="62144" cy="32158"/>
            </a:xfrm>
            <a:custGeom>
              <a:rect b="b" l="l" r="r" t="t"/>
              <a:pathLst>
                <a:path extrusionOk="0" h="1155" w="2232">
                  <a:moveTo>
                    <a:pt x="1" y="1"/>
                  </a:moveTo>
                  <a:lnTo>
                    <a:pt x="1" y="1155"/>
                  </a:lnTo>
                  <a:lnTo>
                    <a:pt x="1845" y="1155"/>
                  </a:lnTo>
                  <a:cubicBezTo>
                    <a:pt x="2058" y="1155"/>
                    <a:pt x="2231" y="981"/>
                    <a:pt x="2231" y="768"/>
                  </a:cubicBezTo>
                  <a:lnTo>
                    <a:pt x="2231" y="387"/>
                  </a:lnTo>
                  <a:cubicBezTo>
                    <a:pt x="2231" y="174"/>
                    <a:pt x="2058"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1366330" y="1189350"/>
              <a:ext cx="66766" cy="32158"/>
            </a:xfrm>
            <a:custGeom>
              <a:rect b="b" l="l" r="r" t="t"/>
              <a:pathLst>
                <a:path extrusionOk="0" h="1155" w="2398">
                  <a:moveTo>
                    <a:pt x="387" y="1"/>
                  </a:moveTo>
                  <a:cubicBezTo>
                    <a:pt x="174" y="1"/>
                    <a:pt x="1" y="174"/>
                    <a:pt x="1" y="387"/>
                  </a:cubicBezTo>
                  <a:lnTo>
                    <a:pt x="1" y="768"/>
                  </a:lnTo>
                  <a:cubicBezTo>
                    <a:pt x="1" y="981"/>
                    <a:pt x="174" y="1155"/>
                    <a:pt x="387" y="1155"/>
                  </a:cubicBezTo>
                  <a:lnTo>
                    <a:pt x="2011" y="1155"/>
                  </a:lnTo>
                  <a:cubicBezTo>
                    <a:pt x="2224" y="1155"/>
                    <a:pt x="2397" y="981"/>
                    <a:pt x="2397" y="768"/>
                  </a:cubicBezTo>
                  <a:lnTo>
                    <a:pt x="2397" y="387"/>
                  </a:lnTo>
                  <a:cubicBezTo>
                    <a:pt x="2397" y="174"/>
                    <a:pt x="2224" y="1"/>
                    <a:pt x="2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1346812" y="1356575"/>
              <a:ext cx="34970" cy="147649"/>
            </a:xfrm>
            <a:custGeom>
              <a:rect b="b" l="l" r="r" t="t"/>
              <a:pathLst>
                <a:path extrusionOk="0" h="5303" w="1256">
                  <a:moveTo>
                    <a:pt x="427" y="0"/>
                  </a:moveTo>
                  <a:cubicBezTo>
                    <a:pt x="191" y="0"/>
                    <a:pt x="0" y="192"/>
                    <a:pt x="0" y="427"/>
                  </a:cubicBezTo>
                  <a:lnTo>
                    <a:pt x="0" y="5302"/>
                  </a:lnTo>
                  <a:lnTo>
                    <a:pt x="1255" y="5302"/>
                  </a:lnTo>
                  <a:lnTo>
                    <a:pt x="1255" y="427"/>
                  </a:lnTo>
                  <a:cubicBezTo>
                    <a:pt x="1255" y="192"/>
                    <a:pt x="1064"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1430424" y="1356575"/>
              <a:ext cx="34942" cy="147649"/>
            </a:xfrm>
            <a:custGeom>
              <a:rect b="b" l="l" r="r" t="t"/>
              <a:pathLst>
                <a:path extrusionOk="0" h="5303" w="1255">
                  <a:moveTo>
                    <a:pt x="426" y="0"/>
                  </a:moveTo>
                  <a:cubicBezTo>
                    <a:pt x="191" y="0"/>
                    <a:pt x="0" y="192"/>
                    <a:pt x="0" y="427"/>
                  </a:cubicBezTo>
                  <a:lnTo>
                    <a:pt x="0" y="5302"/>
                  </a:lnTo>
                  <a:lnTo>
                    <a:pt x="1254" y="5302"/>
                  </a:lnTo>
                  <a:lnTo>
                    <a:pt x="1254" y="427"/>
                  </a:lnTo>
                  <a:cubicBezTo>
                    <a:pt x="1254" y="192"/>
                    <a:pt x="1064"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1346812" y="1376566"/>
              <a:ext cx="118581" cy="171426"/>
            </a:xfrm>
            <a:custGeom>
              <a:rect b="b" l="l" r="r" t="t"/>
              <a:pathLst>
                <a:path extrusionOk="0" h="6157" w="4259">
                  <a:moveTo>
                    <a:pt x="2129" y="1"/>
                  </a:moveTo>
                  <a:cubicBezTo>
                    <a:pt x="953" y="1"/>
                    <a:pt x="0" y="954"/>
                    <a:pt x="0" y="2130"/>
                  </a:cubicBezTo>
                  <a:lnTo>
                    <a:pt x="0" y="5304"/>
                  </a:lnTo>
                  <a:cubicBezTo>
                    <a:pt x="0" y="5774"/>
                    <a:pt x="382" y="6156"/>
                    <a:pt x="854" y="6156"/>
                  </a:cubicBezTo>
                  <a:lnTo>
                    <a:pt x="3405" y="6156"/>
                  </a:lnTo>
                  <a:cubicBezTo>
                    <a:pt x="3875" y="6156"/>
                    <a:pt x="4258" y="5774"/>
                    <a:pt x="4258" y="5304"/>
                  </a:cubicBezTo>
                  <a:lnTo>
                    <a:pt x="4258" y="2130"/>
                  </a:lnTo>
                  <a:cubicBezTo>
                    <a:pt x="4258" y="954"/>
                    <a:pt x="3305" y="1"/>
                    <a:pt x="2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1375128" y="1479251"/>
              <a:ext cx="61894" cy="40928"/>
            </a:xfrm>
            <a:custGeom>
              <a:rect b="b" l="l" r="r" t="t"/>
              <a:pathLst>
                <a:path extrusionOk="0" h="1470" w="2223">
                  <a:moveTo>
                    <a:pt x="214" y="1"/>
                  </a:moveTo>
                  <a:cubicBezTo>
                    <a:pt x="97" y="1"/>
                    <a:pt x="1" y="97"/>
                    <a:pt x="1" y="214"/>
                  </a:cubicBezTo>
                  <a:lnTo>
                    <a:pt x="1" y="1257"/>
                  </a:lnTo>
                  <a:cubicBezTo>
                    <a:pt x="1" y="1374"/>
                    <a:pt x="97" y="1469"/>
                    <a:pt x="214" y="1469"/>
                  </a:cubicBezTo>
                  <a:lnTo>
                    <a:pt x="2009" y="1469"/>
                  </a:lnTo>
                  <a:cubicBezTo>
                    <a:pt x="2127" y="1469"/>
                    <a:pt x="2223" y="1374"/>
                    <a:pt x="2223" y="1257"/>
                  </a:cubicBezTo>
                  <a:lnTo>
                    <a:pt x="2223" y="214"/>
                  </a:lnTo>
                  <a:cubicBezTo>
                    <a:pt x="2223" y="97"/>
                    <a:pt x="2127"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1385764" y="1409142"/>
              <a:ext cx="40650" cy="39258"/>
            </a:xfrm>
            <a:custGeom>
              <a:rect b="b" l="l" r="r" t="t"/>
              <a:pathLst>
                <a:path extrusionOk="0" h="1410" w="1460">
                  <a:moveTo>
                    <a:pt x="730" y="1"/>
                  </a:moveTo>
                  <a:cubicBezTo>
                    <a:pt x="665" y="1"/>
                    <a:pt x="599" y="26"/>
                    <a:pt x="549" y="76"/>
                  </a:cubicBezTo>
                  <a:lnTo>
                    <a:pt x="100" y="524"/>
                  </a:lnTo>
                  <a:cubicBezTo>
                    <a:pt x="0" y="624"/>
                    <a:pt x="0" y="786"/>
                    <a:pt x="100" y="886"/>
                  </a:cubicBezTo>
                  <a:lnTo>
                    <a:pt x="549" y="1335"/>
                  </a:lnTo>
                  <a:cubicBezTo>
                    <a:pt x="599" y="1385"/>
                    <a:pt x="665" y="1410"/>
                    <a:pt x="730" y="1410"/>
                  </a:cubicBezTo>
                  <a:cubicBezTo>
                    <a:pt x="796" y="1410"/>
                    <a:pt x="861" y="1385"/>
                    <a:pt x="911" y="1335"/>
                  </a:cubicBezTo>
                  <a:lnTo>
                    <a:pt x="1359" y="886"/>
                  </a:lnTo>
                  <a:cubicBezTo>
                    <a:pt x="1459" y="786"/>
                    <a:pt x="1459" y="624"/>
                    <a:pt x="1359" y="524"/>
                  </a:cubicBezTo>
                  <a:lnTo>
                    <a:pt x="911" y="76"/>
                  </a:lnTo>
                  <a:cubicBezTo>
                    <a:pt x="861" y="26"/>
                    <a:pt x="796" y="1"/>
                    <a:pt x="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1406758" y="1440577"/>
              <a:ext cx="28" cy="28"/>
            </a:xfrm>
            <a:custGeom>
              <a:rect b="b" l="l" r="r" t="t"/>
              <a:pathLst>
                <a:path extrusionOk="0" h="1" w="1">
                  <a:moveTo>
                    <a:pt x="0" y="1"/>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1682904" y="1089700"/>
              <a:ext cx="75759" cy="63175"/>
            </a:xfrm>
            <a:custGeom>
              <a:rect b="b" l="l" r="r" t="t"/>
              <a:pathLst>
                <a:path extrusionOk="0" h="2269" w="2721">
                  <a:moveTo>
                    <a:pt x="1711" y="0"/>
                  </a:moveTo>
                  <a:cubicBezTo>
                    <a:pt x="1584" y="0"/>
                    <a:pt x="1456" y="28"/>
                    <a:pt x="1333" y="86"/>
                  </a:cubicBezTo>
                  <a:lnTo>
                    <a:pt x="138" y="653"/>
                  </a:lnTo>
                  <a:cubicBezTo>
                    <a:pt x="42" y="698"/>
                    <a:pt x="0" y="814"/>
                    <a:pt x="47" y="910"/>
                  </a:cubicBezTo>
                  <a:lnTo>
                    <a:pt x="638" y="2158"/>
                  </a:lnTo>
                  <a:cubicBezTo>
                    <a:pt x="672" y="2227"/>
                    <a:pt x="741" y="2268"/>
                    <a:pt x="813" y="2268"/>
                  </a:cubicBezTo>
                  <a:cubicBezTo>
                    <a:pt x="840" y="2268"/>
                    <a:pt x="869" y="2262"/>
                    <a:pt x="896" y="2249"/>
                  </a:cubicBezTo>
                  <a:lnTo>
                    <a:pt x="2091" y="1683"/>
                  </a:lnTo>
                  <a:cubicBezTo>
                    <a:pt x="2532" y="1473"/>
                    <a:pt x="2720" y="947"/>
                    <a:pt x="2510" y="506"/>
                  </a:cubicBezTo>
                  <a:cubicBezTo>
                    <a:pt x="2360" y="187"/>
                    <a:pt x="2042" y="0"/>
                    <a:pt x="1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1643701" y="1140207"/>
              <a:ext cx="28761" cy="21021"/>
            </a:xfrm>
            <a:custGeom>
              <a:rect b="b" l="l" r="r" t="t"/>
              <a:pathLst>
                <a:path extrusionOk="0" h="755" w="1033">
                  <a:moveTo>
                    <a:pt x="702" y="0"/>
                  </a:moveTo>
                  <a:cubicBezTo>
                    <a:pt x="661" y="0"/>
                    <a:pt x="619" y="9"/>
                    <a:pt x="579" y="28"/>
                  </a:cubicBezTo>
                  <a:lnTo>
                    <a:pt x="208" y="202"/>
                  </a:lnTo>
                  <a:cubicBezTo>
                    <a:pt x="64" y="270"/>
                    <a:pt x="1" y="442"/>
                    <a:pt x="69" y="588"/>
                  </a:cubicBezTo>
                  <a:cubicBezTo>
                    <a:pt x="119" y="692"/>
                    <a:pt x="224" y="755"/>
                    <a:pt x="333" y="755"/>
                  </a:cubicBezTo>
                  <a:cubicBezTo>
                    <a:pt x="374" y="755"/>
                    <a:pt x="416" y="745"/>
                    <a:pt x="456" y="727"/>
                  </a:cubicBezTo>
                  <a:lnTo>
                    <a:pt x="825" y="552"/>
                  </a:lnTo>
                  <a:cubicBezTo>
                    <a:pt x="970" y="484"/>
                    <a:pt x="1033" y="312"/>
                    <a:pt x="964" y="167"/>
                  </a:cubicBezTo>
                  <a:cubicBezTo>
                    <a:pt x="915" y="62"/>
                    <a:pt x="811" y="0"/>
                    <a:pt x="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1664222" y="1163818"/>
              <a:ext cx="24808" cy="25782"/>
            </a:xfrm>
            <a:custGeom>
              <a:rect b="b" l="l" r="r" t="t"/>
              <a:pathLst>
                <a:path extrusionOk="0" h="926" w="891">
                  <a:moveTo>
                    <a:pt x="561" y="1"/>
                  </a:moveTo>
                  <a:cubicBezTo>
                    <a:pt x="467" y="1"/>
                    <a:pt x="375" y="46"/>
                    <a:pt x="319" y="130"/>
                  </a:cubicBezTo>
                  <a:lnTo>
                    <a:pt x="90" y="474"/>
                  </a:lnTo>
                  <a:cubicBezTo>
                    <a:pt x="1" y="607"/>
                    <a:pt x="37" y="787"/>
                    <a:pt x="170" y="876"/>
                  </a:cubicBezTo>
                  <a:cubicBezTo>
                    <a:pt x="219" y="909"/>
                    <a:pt x="275" y="925"/>
                    <a:pt x="331" y="925"/>
                  </a:cubicBezTo>
                  <a:cubicBezTo>
                    <a:pt x="424" y="925"/>
                    <a:pt x="516" y="880"/>
                    <a:pt x="573" y="796"/>
                  </a:cubicBezTo>
                  <a:lnTo>
                    <a:pt x="802" y="452"/>
                  </a:lnTo>
                  <a:cubicBezTo>
                    <a:pt x="891" y="319"/>
                    <a:pt x="854" y="138"/>
                    <a:pt x="721" y="49"/>
                  </a:cubicBezTo>
                  <a:cubicBezTo>
                    <a:pt x="672" y="16"/>
                    <a:pt x="616"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1635627" y="1111167"/>
              <a:ext cx="28483" cy="17402"/>
            </a:xfrm>
            <a:custGeom>
              <a:rect b="b" l="l" r="r" t="t"/>
              <a:pathLst>
                <a:path extrusionOk="0" h="625" w="1023">
                  <a:moveTo>
                    <a:pt x="307" y="1"/>
                  </a:moveTo>
                  <a:cubicBezTo>
                    <a:pt x="159" y="1"/>
                    <a:pt x="33" y="112"/>
                    <a:pt x="18" y="262"/>
                  </a:cubicBezTo>
                  <a:cubicBezTo>
                    <a:pt x="1" y="421"/>
                    <a:pt x="116" y="563"/>
                    <a:pt x="276" y="580"/>
                  </a:cubicBezTo>
                  <a:lnTo>
                    <a:pt x="687" y="622"/>
                  </a:lnTo>
                  <a:cubicBezTo>
                    <a:pt x="697" y="623"/>
                    <a:pt x="708" y="624"/>
                    <a:pt x="718" y="624"/>
                  </a:cubicBezTo>
                  <a:cubicBezTo>
                    <a:pt x="864" y="624"/>
                    <a:pt x="991" y="513"/>
                    <a:pt x="1006" y="363"/>
                  </a:cubicBezTo>
                  <a:cubicBezTo>
                    <a:pt x="1023" y="204"/>
                    <a:pt x="907" y="62"/>
                    <a:pt x="747" y="45"/>
                  </a:cubicBezTo>
                  <a:lnTo>
                    <a:pt x="336" y="2"/>
                  </a:lnTo>
                  <a:cubicBezTo>
                    <a:pt x="326" y="1"/>
                    <a:pt x="316"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586" name="Google Shape;3586;p64"/>
          <p:cNvCxnSpPr>
            <a:stCxn id="3447" idx="2"/>
            <a:endCxn id="3441" idx="0"/>
          </p:cNvCxnSpPr>
          <p:nvPr/>
        </p:nvCxnSpPr>
        <p:spPr>
          <a:xfrm rot="5400000">
            <a:off x="3008400" y="1827990"/>
            <a:ext cx="504900" cy="2622300"/>
          </a:xfrm>
          <a:prstGeom prst="bentConnector3">
            <a:avLst>
              <a:gd fmla="val 50001" name="adj1"/>
            </a:avLst>
          </a:prstGeom>
          <a:noFill/>
          <a:ln cap="flat" cmpd="sng" w="9525">
            <a:solidFill>
              <a:schemeClr val="dk1"/>
            </a:solidFill>
            <a:prstDash val="solid"/>
            <a:round/>
            <a:headEnd len="med" w="med" type="none"/>
            <a:tailEnd len="med" w="med" type="none"/>
          </a:ln>
        </p:spPr>
      </p:cxnSp>
      <p:cxnSp>
        <p:nvCxnSpPr>
          <p:cNvPr id="3587" name="Google Shape;3587;p64"/>
          <p:cNvCxnSpPr>
            <a:stCxn id="3447" idx="2"/>
            <a:endCxn id="3443" idx="0"/>
          </p:cNvCxnSpPr>
          <p:nvPr/>
        </p:nvCxnSpPr>
        <p:spPr>
          <a:xfrm flipH="1" rot="-5400000">
            <a:off x="5630700" y="1827990"/>
            <a:ext cx="504900" cy="2622300"/>
          </a:xfrm>
          <a:prstGeom prst="bentConnector3">
            <a:avLst>
              <a:gd fmla="val 50001" name="adj1"/>
            </a:avLst>
          </a:prstGeom>
          <a:noFill/>
          <a:ln cap="flat" cmpd="sng" w="9525">
            <a:solidFill>
              <a:schemeClr val="dk1"/>
            </a:solidFill>
            <a:prstDash val="solid"/>
            <a:round/>
            <a:headEnd len="med" w="med" type="none"/>
            <a:tailEnd len="med" w="med" type="none"/>
          </a:ln>
        </p:spPr>
      </p:cxnSp>
      <p:cxnSp>
        <p:nvCxnSpPr>
          <p:cNvPr id="3588" name="Google Shape;3588;p64"/>
          <p:cNvCxnSpPr>
            <a:stCxn id="3444" idx="2"/>
            <a:endCxn id="3447" idx="0"/>
          </p:cNvCxnSpPr>
          <p:nvPr/>
        </p:nvCxnSpPr>
        <p:spPr>
          <a:xfrm flipH="1" rot="-5400000">
            <a:off x="3008600" y="610200"/>
            <a:ext cx="504600" cy="2622300"/>
          </a:xfrm>
          <a:prstGeom prst="bentConnector3">
            <a:avLst>
              <a:gd fmla="val 49994" name="adj1"/>
            </a:avLst>
          </a:prstGeom>
          <a:noFill/>
          <a:ln cap="flat" cmpd="sng" w="9525">
            <a:solidFill>
              <a:schemeClr val="dk1"/>
            </a:solidFill>
            <a:prstDash val="solid"/>
            <a:round/>
            <a:headEnd len="med" w="med" type="none"/>
            <a:tailEnd len="med" w="med" type="none"/>
          </a:ln>
        </p:spPr>
      </p:cxnSp>
      <p:cxnSp>
        <p:nvCxnSpPr>
          <p:cNvPr id="3589" name="Google Shape;3589;p64"/>
          <p:cNvCxnSpPr>
            <a:stCxn id="3447" idx="0"/>
            <a:endCxn id="3446" idx="2"/>
          </p:cNvCxnSpPr>
          <p:nvPr/>
        </p:nvCxnSpPr>
        <p:spPr>
          <a:xfrm rot="-5400000">
            <a:off x="5630850" y="610140"/>
            <a:ext cx="504600" cy="26223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3590" name="Google Shape;3590;p64"/>
          <p:cNvCxnSpPr>
            <a:stCxn id="3447" idx="0"/>
            <a:endCxn id="3445" idx="2"/>
          </p:cNvCxnSpPr>
          <p:nvPr/>
        </p:nvCxnSpPr>
        <p:spPr>
          <a:xfrm rot="-5400000">
            <a:off x="4320000" y="1920990"/>
            <a:ext cx="504600" cy="600"/>
          </a:xfrm>
          <a:prstGeom prst="bentConnector3">
            <a:avLst>
              <a:gd fmla="val 49994" name="adj1"/>
            </a:avLst>
          </a:prstGeom>
          <a:noFill/>
          <a:ln cap="flat" cmpd="sng" w="9525">
            <a:solidFill>
              <a:schemeClr val="dk1"/>
            </a:solidFill>
            <a:prstDash val="solid"/>
            <a:round/>
            <a:headEnd len="med" w="med" type="none"/>
            <a:tailEnd len="med" w="med" type="none"/>
          </a:ln>
        </p:spPr>
      </p:cxnSp>
      <p:cxnSp>
        <p:nvCxnSpPr>
          <p:cNvPr id="3591" name="Google Shape;3591;p64"/>
          <p:cNvCxnSpPr>
            <a:endCxn id="3442" idx="0"/>
          </p:cNvCxnSpPr>
          <p:nvPr/>
        </p:nvCxnSpPr>
        <p:spPr>
          <a:xfrm flipH="1" rot="-5400000">
            <a:off x="4329300" y="3148900"/>
            <a:ext cx="484800" cy="6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5" name="Shape 3595"/>
        <p:cNvGrpSpPr/>
        <p:nvPr/>
      </p:nvGrpSpPr>
      <p:grpSpPr>
        <a:xfrm>
          <a:off x="0" y="0"/>
          <a:ext cx="0" cy="0"/>
          <a:chOff x="0" y="0"/>
          <a:chExt cx="0" cy="0"/>
        </a:xfrm>
      </p:grpSpPr>
      <p:sp>
        <p:nvSpPr>
          <p:cNvPr id="3596" name="Google Shape;3596;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tables to </a:t>
            </a:r>
            <a:r>
              <a:rPr lang="en">
                <a:highlight>
                  <a:schemeClr val="dk2"/>
                </a:highlight>
              </a:rPr>
              <a:t>represent data</a:t>
            </a:r>
            <a:endParaRPr>
              <a:highlight>
                <a:schemeClr val="dk2"/>
              </a:highlight>
            </a:endParaRPr>
          </a:p>
        </p:txBody>
      </p:sp>
      <p:graphicFrame>
        <p:nvGraphicFramePr>
          <p:cNvPr id="3597" name="Google Shape;3597;p65"/>
          <p:cNvGraphicFramePr/>
          <p:nvPr/>
        </p:nvGraphicFramePr>
        <p:xfrm>
          <a:off x="719988" y="1557435"/>
          <a:ext cx="3000000" cy="3000000"/>
        </p:xfrm>
        <a:graphic>
          <a:graphicData uri="http://schemas.openxmlformats.org/drawingml/2006/table">
            <a:tbl>
              <a:tblPr>
                <a:noFill/>
                <a:tableStyleId>{E69D8531-1FDC-4FB1-80C8-1F1FA611EEF3}</a:tableStyleId>
              </a:tblPr>
              <a:tblGrid>
                <a:gridCol w="1233875"/>
                <a:gridCol w="1617525"/>
                <a:gridCol w="1617525"/>
                <a:gridCol w="1617525"/>
                <a:gridCol w="1617525"/>
              </a:tblGrid>
              <a:tr h="658525">
                <a:tc>
                  <a:txBody>
                    <a:bodyPr/>
                    <a:lstStyle/>
                    <a:p>
                      <a:pPr indent="0" lvl="0" marL="0" rtl="0" algn="l">
                        <a:spcBef>
                          <a:spcPts val="0"/>
                        </a:spcBef>
                        <a:spcAft>
                          <a:spcPts val="0"/>
                        </a:spcAft>
                        <a:buNone/>
                      </a:pPr>
                      <a:r>
                        <a:t/>
                      </a:r>
                      <a:endParaRPr b="1" sz="1800">
                        <a:solidFill>
                          <a:srgbClr val="4E48AB"/>
                        </a:solidFill>
                        <a:latin typeface="Varela Round"/>
                        <a:ea typeface="Varela Round"/>
                        <a:cs typeface="Varela Round"/>
                        <a:sym typeface="Varela Round"/>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Varela Round"/>
                          <a:ea typeface="Varela Round"/>
                          <a:cs typeface="Varela Round"/>
                          <a:sym typeface="Varela Round"/>
                        </a:rPr>
                        <a:t>Team A</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800">
                          <a:solidFill>
                            <a:schemeClr val="dk1"/>
                          </a:solidFill>
                          <a:latin typeface="Varela Round"/>
                          <a:ea typeface="Varela Round"/>
                          <a:cs typeface="Varela Round"/>
                          <a:sym typeface="Varela Round"/>
                        </a:rPr>
                        <a:t>Team B</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Varela Round"/>
                          <a:ea typeface="Varela Round"/>
                          <a:cs typeface="Varela Round"/>
                          <a:sym typeface="Varela Round"/>
                        </a:rPr>
                        <a:t>Team C</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Varela Round"/>
                          <a:ea typeface="Varela Round"/>
                          <a:cs typeface="Varela Round"/>
                          <a:sym typeface="Varela Round"/>
                        </a:rPr>
                        <a:t>Team D</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684300">
                <a:tc>
                  <a:txBody>
                    <a:bodyPr/>
                    <a:lstStyle/>
                    <a:p>
                      <a:pPr indent="0" lvl="0" marL="0" rtl="0" algn="ctr">
                        <a:spcBef>
                          <a:spcPts val="0"/>
                        </a:spcBef>
                        <a:spcAft>
                          <a:spcPts val="0"/>
                        </a:spcAft>
                        <a:buNone/>
                      </a:pPr>
                      <a:r>
                        <a:rPr b="1" lang="en" sz="1800">
                          <a:solidFill>
                            <a:schemeClr val="dk1"/>
                          </a:solidFill>
                          <a:latin typeface="Varela Round"/>
                          <a:ea typeface="Varela Round"/>
                          <a:cs typeface="Varela Round"/>
                          <a:sym typeface="Varela Round"/>
                        </a:rPr>
                        <a:t>Mercury</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0.06</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0.53</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0.38</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0.38</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684300">
                <a:tc>
                  <a:txBody>
                    <a:bodyPr/>
                    <a:lstStyle/>
                    <a:p>
                      <a:pPr indent="0" lvl="0" marL="0" rtl="0" algn="ctr">
                        <a:spcBef>
                          <a:spcPts val="0"/>
                        </a:spcBef>
                        <a:spcAft>
                          <a:spcPts val="0"/>
                        </a:spcAft>
                        <a:buNone/>
                      </a:pPr>
                      <a:r>
                        <a:rPr b="1" lang="en" sz="1800">
                          <a:solidFill>
                            <a:schemeClr val="dk1"/>
                          </a:solidFill>
                          <a:latin typeface="Varela Round"/>
                          <a:ea typeface="Varela Round"/>
                          <a:cs typeface="Varela Round"/>
                          <a:sym typeface="Varela Round"/>
                        </a:rPr>
                        <a:t>Mars</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0.11</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9.4</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0.53</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0.78</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r h="684300">
                <a:tc>
                  <a:txBody>
                    <a:bodyPr/>
                    <a:lstStyle/>
                    <a:p>
                      <a:pPr indent="0" lvl="0" marL="0" rtl="0" algn="ctr">
                        <a:spcBef>
                          <a:spcPts val="0"/>
                        </a:spcBef>
                        <a:spcAft>
                          <a:spcPts val="0"/>
                        </a:spcAft>
                        <a:buNone/>
                      </a:pPr>
                      <a:r>
                        <a:rPr b="1" lang="en" sz="1800">
                          <a:solidFill>
                            <a:schemeClr val="dk1"/>
                          </a:solidFill>
                          <a:latin typeface="Varela Round"/>
                          <a:ea typeface="Varela Round"/>
                          <a:cs typeface="Varela Round"/>
                          <a:sym typeface="Varela Round"/>
                        </a:rPr>
                        <a:t>Saturn</a:t>
                      </a:r>
                      <a:endParaRPr b="1" sz="1800">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95.2</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1.16</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9.4</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Varela Round"/>
                          <a:ea typeface="Varela Round"/>
                          <a:cs typeface="Varela Round"/>
                          <a:sym typeface="Varela Round"/>
                        </a:rPr>
                        <a:t>1.16</a:t>
                      </a:r>
                      <a:endParaRPr>
                        <a:solidFill>
                          <a:schemeClr val="dk1"/>
                        </a:solidFill>
                        <a:latin typeface="Varela Round"/>
                        <a:ea typeface="Varela Round"/>
                        <a:cs typeface="Varela Round"/>
                        <a:sym typeface="Varela Round"/>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r>
            </a:tbl>
          </a:graphicData>
        </a:graphic>
      </p:graphicFrame>
      <p:sp>
        <p:nvSpPr>
          <p:cNvPr id="3598" name="Google Shape;3598;p65"/>
          <p:cNvSpPr/>
          <p:nvPr/>
        </p:nvSpPr>
        <p:spPr>
          <a:xfrm>
            <a:off x="8027866" y="1215773"/>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5"/>
          <p:cNvSpPr/>
          <p:nvPr/>
        </p:nvSpPr>
        <p:spPr>
          <a:xfrm>
            <a:off x="7771066" y="859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5"/>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65"/>
          <p:cNvGrpSpPr/>
          <p:nvPr/>
        </p:nvGrpSpPr>
        <p:grpSpPr>
          <a:xfrm>
            <a:off x="7989643" y="367866"/>
            <a:ext cx="882260" cy="906121"/>
            <a:chOff x="1742490" y="367839"/>
            <a:chExt cx="629242" cy="646260"/>
          </a:xfrm>
        </p:grpSpPr>
        <p:sp>
          <p:nvSpPr>
            <p:cNvPr id="3602" name="Google Shape;3602;p65"/>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5"/>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5"/>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5"/>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5"/>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5"/>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5"/>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5"/>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5"/>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5"/>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5"/>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3" name="Google Shape;3613;p65"/>
          <p:cNvSpPr/>
          <p:nvPr/>
        </p:nvSpPr>
        <p:spPr>
          <a:xfrm flipH="1" rot="5582978">
            <a:off x="1107676" y="1597650"/>
            <a:ext cx="207422" cy="186781"/>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5"/>
          <p:cNvSpPr/>
          <p:nvPr/>
        </p:nvSpPr>
        <p:spPr>
          <a:xfrm flipH="1" rot="5582978">
            <a:off x="1449301" y="1873011"/>
            <a:ext cx="207422" cy="186781"/>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8" name="Shape 3618"/>
        <p:cNvGrpSpPr/>
        <p:nvPr/>
      </p:nvGrpSpPr>
      <p:grpSpPr>
        <a:xfrm>
          <a:off x="0" y="0"/>
          <a:ext cx="0" cy="0"/>
          <a:chOff x="0" y="0"/>
          <a:chExt cx="0" cy="0"/>
        </a:xfrm>
      </p:grpSpPr>
      <p:sp>
        <p:nvSpPr>
          <p:cNvPr id="3619" name="Google Shape;361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a:t>
            </a:r>
            <a:r>
              <a:rPr lang="en">
                <a:highlight>
                  <a:schemeClr val="dk2"/>
                </a:highlight>
              </a:rPr>
              <a:t>this graph</a:t>
            </a:r>
            <a:endParaRPr>
              <a:highlight>
                <a:schemeClr val="dk2"/>
              </a:highlight>
            </a:endParaRPr>
          </a:p>
        </p:txBody>
      </p:sp>
      <p:sp>
        <p:nvSpPr>
          <p:cNvPr id="3620" name="Google Shape;3620;p66"/>
          <p:cNvSpPr txBox="1"/>
          <p:nvPr/>
        </p:nvSpPr>
        <p:spPr>
          <a:xfrm>
            <a:off x="981900" y="4270575"/>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Varela Round"/>
                <a:ea typeface="Varela Round"/>
                <a:cs typeface="Varela Round"/>
                <a:sym typeface="Varela Round"/>
              </a:rPr>
              <a:t>Follow the link in the graph to modify its data and then paste the new one here. </a:t>
            </a:r>
            <a:r>
              <a:rPr b="1" lang="en" sz="1000">
                <a:solidFill>
                  <a:schemeClr val="dk1"/>
                </a:solidFill>
                <a:uFill>
                  <a:noFill/>
                </a:uFill>
                <a:latin typeface="Varela Round"/>
                <a:ea typeface="Varela Round"/>
                <a:cs typeface="Varela Round"/>
                <a:sym typeface="Varela Round"/>
                <a:hlinkClick r:id="rId3">
                  <a:extLst>
                    <a:ext uri="{A12FA001-AC4F-418D-AE19-62706E023703}">
                      <ahyp:hlinkClr val="tx"/>
                    </a:ext>
                  </a:extLst>
                </a:hlinkClick>
              </a:rPr>
              <a:t>For more info, click here</a:t>
            </a:r>
            <a:endParaRPr b="1" sz="1000">
              <a:solidFill>
                <a:schemeClr val="dk1"/>
              </a:solidFill>
              <a:latin typeface="Varela Round"/>
              <a:ea typeface="Varela Round"/>
              <a:cs typeface="Varela Round"/>
              <a:sym typeface="Varela Round"/>
            </a:endParaRPr>
          </a:p>
        </p:txBody>
      </p:sp>
      <p:pic>
        <p:nvPicPr>
          <p:cNvPr id="3621" name="Google Shape;3621;p66" title="Points scored">
            <a:hlinkClick r:id="rId4"/>
          </p:cNvPr>
          <p:cNvPicPr preferRelativeResize="0"/>
          <p:nvPr/>
        </p:nvPicPr>
        <p:blipFill>
          <a:blip r:embed="rId5">
            <a:alphaModFix/>
          </a:blip>
          <a:stretch>
            <a:fillRect/>
          </a:stretch>
        </p:blipFill>
        <p:spPr>
          <a:xfrm>
            <a:off x="5171575" y="1233150"/>
            <a:ext cx="2990517" cy="2935700"/>
          </a:xfrm>
          <a:prstGeom prst="rect">
            <a:avLst/>
          </a:prstGeom>
          <a:noFill/>
          <a:ln>
            <a:noFill/>
          </a:ln>
        </p:spPr>
      </p:pic>
      <p:grpSp>
        <p:nvGrpSpPr>
          <p:cNvPr id="3622" name="Google Shape;3622;p66"/>
          <p:cNvGrpSpPr/>
          <p:nvPr/>
        </p:nvGrpSpPr>
        <p:grpSpPr>
          <a:xfrm>
            <a:off x="6328806" y="2201695"/>
            <a:ext cx="676054" cy="998604"/>
            <a:chOff x="3644858" y="3153531"/>
            <a:chExt cx="362398" cy="535301"/>
          </a:xfrm>
        </p:grpSpPr>
        <p:sp>
          <p:nvSpPr>
            <p:cNvPr id="3623" name="Google Shape;3623;p66"/>
            <p:cNvSpPr/>
            <p:nvPr/>
          </p:nvSpPr>
          <p:spPr>
            <a:xfrm>
              <a:off x="3673564" y="3226869"/>
              <a:ext cx="333692" cy="461963"/>
            </a:xfrm>
            <a:custGeom>
              <a:rect b="b" l="l" r="r" t="t"/>
              <a:pathLst>
                <a:path extrusionOk="0" h="16592" w="11985">
                  <a:moveTo>
                    <a:pt x="4587" y="0"/>
                  </a:moveTo>
                  <a:lnTo>
                    <a:pt x="0" y="4586"/>
                  </a:lnTo>
                  <a:lnTo>
                    <a:pt x="0" y="16058"/>
                  </a:lnTo>
                  <a:cubicBezTo>
                    <a:pt x="0" y="16352"/>
                    <a:pt x="239" y="16591"/>
                    <a:pt x="534" y="16591"/>
                  </a:cubicBezTo>
                  <a:lnTo>
                    <a:pt x="11450" y="16591"/>
                  </a:lnTo>
                  <a:cubicBezTo>
                    <a:pt x="11745" y="16591"/>
                    <a:pt x="11984" y="16352"/>
                    <a:pt x="11984" y="16058"/>
                  </a:cubicBezTo>
                  <a:lnTo>
                    <a:pt x="11984" y="533"/>
                  </a:lnTo>
                  <a:cubicBezTo>
                    <a:pt x="11984" y="239"/>
                    <a:pt x="11745" y="0"/>
                    <a:pt x="11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3644858" y="3199221"/>
              <a:ext cx="333665" cy="461963"/>
            </a:xfrm>
            <a:custGeom>
              <a:rect b="b" l="l" r="r" t="t"/>
              <a:pathLst>
                <a:path extrusionOk="0" h="16592" w="11984">
                  <a:moveTo>
                    <a:pt x="4586" y="0"/>
                  </a:moveTo>
                  <a:lnTo>
                    <a:pt x="0" y="4586"/>
                  </a:lnTo>
                  <a:lnTo>
                    <a:pt x="0" y="16058"/>
                  </a:lnTo>
                  <a:cubicBezTo>
                    <a:pt x="0" y="16352"/>
                    <a:pt x="240" y="16591"/>
                    <a:pt x="533" y="16591"/>
                  </a:cubicBezTo>
                  <a:lnTo>
                    <a:pt x="11451" y="16591"/>
                  </a:lnTo>
                  <a:cubicBezTo>
                    <a:pt x="11744" y="16591"/>
                    <a:pt x="11984" y="16352"/>
                    <a:pt x="11984" y="16058"/>
                  </a:cubicBezTo>
                  <a:lnTo>
                    <a:pt x="11984" y="533"/>
                  </a:lnTo>
                  <a:cubicBezTo>
                    <a:pt x="11984" y="240"/>
                    <a:pt x="11744" y="0"/>
                    <a:pt x="11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3702548" y="3355336"/>
              <a:ext cx="75147" cy="51035"/>
            </a:xfrm>
            <a:custGeom>
              <a:rect b="b" l="l" r="r" t="t"/>
              <a:pathLst>
                <a:path extrusionOk="0" h="1833" w="2699">
                  <a:moveTo>
                    <a:pt x="1350" y="0"/>
                  </a:moveTo>
                  <a:cubicBezTo>
                    <a:pt x="604" y="0"/>
                    <a:pt x="1" y="604"/>
                    <a:pt x="1" y="1349"/>
                  </a:cubicBezTo>
                  <a:lnTo>
                    <a:pt x="1" y="1638"/>
                  </a:lnTo>
                  <a:cubicBezTo>
                    <a:pt x="1" y="1745"/>
                    <a:pt x="87" y="1832"/>
                    <a:pt x="195" y="1832"/>
                  </a:cubicBezTo>
                  <a:lnTo>
                    <a:pt x="2506" y="1832"/>
                  </a:lnTo>
                  <a:cubicBezTo>
                    <a:pt x="2612" y="1832"/>
                    <a:pt x="2699" y="1745"/>
                    <a:pt x="2699" y="1638"/>
                  </a:cubicBezTo>
                  <a:lnTo>
                    <a:pt x="2699" y="1349"/>
                  </a:lnTo>
                  <a:cubicBezTo>
                    <a:pt x="2699" y="604"/>
                    <a:pt x="2095" y="0"/>
                    <a:pt x="1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3714326" y="3306500"/>
              <a:ext cx="51620" cy="55045"/>
            </a:xfrm>
            <a:custGeom>
              <a:rect b="b" l="l" r="r" t="t"/>
              <a:pathLst>
                <a:path extrusionOk="0" h="1977" w="1854">
                  <a:moveTo>
                    <a:pt x="927" y="0"/>
                  </a:moveTo>
                  <a:cubicBezTo>
                    <a:pt x="416" y="0"/>
                    <a:pt x="1" y="442"/>
                    <a:pt x="1" y="988"/>
                  </a:cubicBezTo>
                  <a:cubicBezTo>
                    <a:pt x="1" y="1533"/>
                    <a:pt x="416" y="1976"/>
                    <a:pt x="927" y="1976"/>
                  </a:cubicBezTo>
                  <a:cubicBezTo>
                    <a:pt x="1439" y="1976"/>
                    <a:pt x="1854" y="1533"/>
                    <a:pt x="1854" y="988"/>
                  </a:cubicBezTo>
                  <a:cubicBezTo>
                    <a:pt x="1854" y="442"/>
                    <a:pt x="1439" y="0"/>
                    <a:pt x="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3644858" y="3199221"/>
              <a:ext cx="127714" cy="127714"/>
            </a:xfrm>
            <a:custGeom>
              <a:rect b="b" l="l" r="r" t="t"/>
              <a:pathLst>
                <a:path extrusionOk="0" h="4587" w="4587">
                  <a:moveTo>
                    <a:pt x="4586" y="0"/>
                  </a:moveTo>
                  <a:lnTo>
                    <a:pt x="0" y="4586"/>
                  </a:lnTo>
                  <a:lnTo>
                    <a:pt x="4053" y="4586"/>
                  </a:lnTo>
                  <a:cubicBezTo>
                    <a:pt x="4349" y="4586"/>
                    <a:pt x="4586" y="4347"/>
                    <a:pt x="4586" y="4053"/>
                  </a:cubicBezTo>
                  <a:lnTo>
                    <a:pt x="45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3864121" y="3153531"/>
              <a:ext cx="84391" cy="146646"/>
            </a:xfrm>
            <a:custGeom>
              <a:rect b="b" l="l" r="r" t="t"/>
              <a:pathLst>
                <a:path extrusionOk="0" h="5267" w="3031">
                  <a:moveTo>
                    <a:pt x="1514" y="1"/>
                  </a:moveTo>
                  <a:cubicBezTo>
                    <a:pt x="1503" y="1"/>
                    <a:pt x="1491" y="1"/>
                    <a:pt x="1479" y="1"/>
                  </a:cubicBezTo>
                  <a:cubicBezTo>
                    <a:pt x="652" y="21"/>
                    <a:pt x="1" y="717"/>
                    <a:pt x="1" y="1544"/>
                  </a:cubicBezTo>
                  <a:lnTo>
                    <a:pt x="1" y="1641"/>
                  </a:lnTo>
                  <a:lnTo>
                    <a:pt x="924" y="1641"/>
                  </a:lnTo>
                  <a:lnTo>
                    <a:pt x="924" y="1516"/>
                  </a:lnTo>
                  <a:cubicBezTo>
                    <a:pt x="924" y="1190"/>
                    <a:pt x="1189" y="925"/>
                    <a:pt x="1515" y="925"/>
                  </a:cubicBezTo>
                  <a:cubicBezTo>
                    <a:pt x="1525" y="925"/>
                    <a:pt x="1535" y="925"/>
                    <a:pt x="1545" y="926"/>
                  </a:cubicBezTo>
                  <a:cubicBezTo>
                    <a:pt x="1863" y="941"/>
                    <a:pt x="2107" y="1215"/>
                    <a:pt x="2107" y="1533"/>
                  </a:cubicBezTo>
                  <a:lnTo>
                    <a:pt x="2107" y="3973"/>
                  </a:lnTo>
                  <a:cubicBezTo>
                    <a:pt x="2107" y="4177"/>
                    <a:pt x="1941" y="4344"/>
                    <a:pt x="1737" y="4344"/>
                  </a:cubicBezTo>
                  <a:cubicBezTo>
                    <a:pt x="1729" y="4344"/>
                    <a:pt x="1720" y="4344"/>
                    <a:pt x="1712" y="4343"/>
                  </a:cubicBezTo>
                  <a:cubicBezTo>
                    <a:pt x="1516" y="4330"/>
                    <a:pt x="1368" y="4158"/>
                    <a:pt x="1368" y="3961"/>
                  </a:cubicBezTo>
                  <a:lnTo>
                    <a:pt x="1368" y="3036"/>
                  </a:lnTo>
                  <a:cubicBezTo>
                    <a:pt x="1368" y="2832"/>
                    <a:pt x="1202" y="2666"/>
                    <a:pt x="998" y="2666"/>
                  </a:cubicBezTo>
                  <a:lnTo>
                    <a:pt x="813" y="2666"/>
                  </a:lnTo>
                  <a:cubicBezTo>
                    <a:pt x="609" y="2666"/>
                    <a:pt x="443" y="2832"/>
                    <a:pt x="443" y="3036"/>
                  </a:cubicBezTo>
                  <a:lnTo>
                    <a:pt x="443" y="3949"/>
                  </a:lnTo>
                  <a:cubicBezTo>
                    <a:pt x="443" y="4655"/>
                    <a:pt x="1000" y="5250"/>
                    <a:pt x="1706" y="5266"/>
                  </a:cubicBezTo>
                  <a:cubicBezTo>
                    <a:pt x="1716" y="5266"/>
                    <a:pt x="1726" y="5267"/>
                    <a:pt x="1737" y="5267"/>
                  </a:cubicBezTo>
                  <a:cubicBezTo>
                    <a:pt x="2450" y="5267"/>
                    <a:pt x="3030" y="4688"/>
                    <a:pt x="3030" y="3973"/>
                  </a:cubicBezTo>
                  <a:lnTo>
                    <a:pt x="3030" y="1516"/>
                  </a:lnTo>
                  <a:cubicBezTo>
                    <a:pt x="3030" y="680"/>
                    <a:pt x="2350" y="1"/>
                    <a:pt x="1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3695838" y="3430819"/>
              <a:ext cx="89931" cy="16176"/>
            </a:xfrm>
            <a:custGeom>
              <a:rect b="b" l="l" r="r" t="t"/>
              <a:pathLst>
                <a:path extrusionOk="0" h="581" w="3230">
                  <a:moveTo>
                    <a:pt x="290" y="0"/>
                  </a:moveTo>
                  <a:cubicBezTo>
                    <a:pt x="129" y="0"/>
                    <a:pt x="0" y="130"/>
                    <a:pt x="0" y="291"/>
                  </a:cubicBezTo>
                  <a:cubicBezTo>
                    <a:pt x="0" y="450"/>
                    <a:pt x="129" y="581"/>
                    <a:pt x="290" y="581"/>
                  </a:cubicBezTo>
                  <a:lnTo>
                    <a:pt x="2940" y="581"/>
                  </a:lnTo>
                  <a:cubicBezTo>
                    <a:pt x="3101" y="581"/>
                    <a:pt x="3230" y="450"/>
                    <a:pt x="3230" y="291"/>
                  </a:cubicBezTo>
                  <a:cubicBezTo>
                    <a:pt x="3230" y="130"/>
                    <a:pt x="3101" y="0"/>
                    <a:pt x="2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3695838" y="3458550"/>
              <a:ext cx="161960" cy="16176"/>
            </a:xfrm>
            <a:custGeom>
              <a:rect b="b" l="l" r="r" t="t"/>
              <a:pathLst>
                <a:path extrusionOk="0" h="581" w="5817">
                  <a:moveTo>
                    <a:pt x="290" y="1"/>
                  </a:moveTo>
                  <a:cubicBezTo>
                    <a:pt x="129" y="1"/>
                    <a:pt x="0" y="130"/>
                    <a:pt x="0" y="291"/>
                  </a:cubicBezTo>
                  <a:cubicBezTo>
                    <a:pt x="0" y="451"/>
                    <a:pt x="129" y="580"/>
                    <a:pt x="290" y="580"/>
                  </a:cubicBezTo>
                  <a:lnTo>
                    <a:pt x="5528" y="580"/>
                  </a:lnTo>
                  <a:cubicBezTo>
                    <a:pt x="5687" y="580"/>
                    <a:pt x="5817" y="451"/>
                    <a:pt x="5817" y="291"/>
                  </a:cubicBezTo>
                  <a:cubicBezTo>
                    <a:pt x="5817" y="130"/>
                    <a:pt x="5687" y="1"/>
                    <a:pt x="5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3695838" y="3501345"/>
              <a:ext cx="246879" cy="16149"/>
            </a:xfrm>
            <a:custGeom>
              <a:rect b="b" l="l" r="r" t="t"/>
              <a:pathLst>
                <a:path extrusionOk="0" h="580" w="8867">
                  <a:moveTo>
                    <a:pt x="290" y="1"/>
                  </a:moveTo>
                  <a:cubicBezTo>
                    <a:pt x="129" y="1"/>
                    <a:pt x="0" y="130"/>
                    <a:pt x="0" y="291"/>
                  </a:cubicBezTo>
                  <a:cubicBezTo>
                    <a:pt x="0" y="451"/>
                    <a:pt x="129" y="580"/>
                    <a:pt x="290" y="580"/>
                  </a:cubicBezTo>
                  <a:lnTo>
                    <a:pt x="8577" y="580"/>
                  </a:lnTo>
                  <a:cubicBezTo>
                    <a:pt x="8736" y="580"/>
                    <a:pt x="8867" y="451"/>
                    <a:pt x="8867" y="291"/>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3695838" y="3529104"/>
              <a:ext cx="246879" cy="16149"/>
            </a:xfrm>
            <a:custGeom>
              <a:rect b="b" l="l" r="r" t="t"/>
              <a:pathLst>
                <a:path extrusionOk="0" h="580" w="8867">
                  <a:moveTo>
                    <a:pt x="290" y="0"/>
                  </a:moveTo>
                  <a:cubicBezTo>
                    <a:pt x="129" y="0"/>
                    <a:pt x="0" y="129"/>
                    <a:pt x="0" y="290"/>
                  </a:cubicBezTo>
                  <a:cubicBezTo>
                    <a:pt x="0" y="450"/>
                    <a:pt x="129" y="579"/>
                    <a:pt x="290" y="579"/>
                  </a:cubicBezTo>
                  <a:lnTo>
                    <a:pt x="8577" y="579"/>
                  </a:lnTo>
                  <a:cubicBezTo>
                    <a:pt x="8736" y="579"/>
                    <a:pt x="8867" y="450"/>
                    <a:pt x="8867" y="290"/>
                  </a:cubicBezTo>
                  <a:cubicBezTo>
                    <a:pt x="8867" y="129"/>
                    <a:pt x="8736" y="0"/>
                    <a:pt x="85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3695838" y="3556836"/>
              <a:ext cx="246879" cy="16149"/>
            </a:xfrm>
            <a:custGeom>
              <a:rect b="b" l="l" r="r" t="t"/>
              <a:pathLst>
                <a:path extrusionOk="0" h="580" w="8867">
                  <a:moveTo>
                    <a:pt x="290" y="1"/>
                  </a:moveTo>
                  <a:cubicBezTo>
                    <a:pt x="129" y="1"/>
                    <a:pt x="0" y="130"/>
                    <a:pt x="0" y="290"/>
                  </a:cubicBezTo>
                  <a:cubicBezTo>
                    <a:pt x="0" y="451"/>
                    <a:pt x="129" y="580"/>
                    <a:pt x="290" y="580"/>
                  </a:cubicBezTo>
                  <a:lnTo>
                    <a:pt x="8577" y="580"/>
                  </a:lnTo>
                  <a:cubicBezTo>
                    <a:pt x="8736" y="580"/>
                    <a:pt x="8867" y="451"/>
                    <a:pt x="8867" y="290"/>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3864232" y="3605951"/>
              <a:ext cx="55128" cy="16176"/>
            </a:xfrm>
            <a:custGeom>
              <a:rect b="b" l="l" r="r" t="t"/>
              <a:pathLst>
                <a:path extrusionOk="0" h="581" w="1980">
                  <a:moveTo>
                    <a:pt x="291" y="0"/>
                  </a:moveTo>
                  <a:cubicBezTo>
                    <a:pt x="130" y="0"/>
                    <a:pt x="0" y="129"/>
                    <a:pt x="0" y="290"/>
                  </a:cubicBezTo>
                  <a:cubicBezTo>
                    <a:pt x="0" y="450"/>
                    <a:pt x="130" y="581"/>
                    <a:pt x="291" y="581"/>
                  </a:cubicBezTo>
                  <a:lnTo>
                    <a:pt x="1690" y="581"/>
                  </a:lnTo>
                  <a:cubicBezTo>
                    <a:pt x="1849" y="581"/>
                    <a:pt x="1980" y="450"/>
                    <a:pt x="1980" y="290"/>
                  </a:cubicBezTo>
                  <a:cubicBezTo>
                    <a:pt x="1980" y="129"/>
                    <a:pt x="1849" y="0"/>
                    <a:pt x="16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3888511" y="3398242"/>
              <a:ext cx="48836" cy="16204"/>
            </a:xfrm>
            <a:custGeom>
              <a:rect b="b" l="l" r="r" t="t"/>
              <a:pathLst>
                <a:path extrusionOk="0" h="582" w="1754">
                  <a:moveTo>
                    <a:pt x="291" y="1"/>
                  </a:moveTo>
                  <a:cubicBezTo>
                    <a:pt x="131" y="1"/>
                    <a:pt x="0" y="130"/>
                    <a:pt x="0" y="291"/>
                  </a:cubicBezTo>
                  <a:cubicBezTo>
                    <a:pt x="0" y="451"/>
                    <a:pt x="131" y="581"/>
                    <a:pt x="291" y="581"/>
                  </a:cubicBezTo>
                  <a:lnTo>
                    <a:pt x="1463" y="581"/>
                  </a:lnTo>
                  <a:cubicBezTo>
                    <a:pt x="1623" y="581"/>
                    <a:pt x="1753" y="451"/>
                    <a:pt x="1753" y="291"/>
                  </a:cubicBezTo>
                  <a:cubicBezTo>
                    <a:pt x="1753" y="130"/>
                    <a:pt x="1623" y="1"/>
                    <a:pt x="1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3888511" y="3369592"/>
              <a:ext cx="48836" cy="16176"/>
            </a:xfrm>
            <a:custGeom>
              <a:rect b="b" l="l" r="r" t="t"/>
              <a:pathLst>
                <a:path extrusionOk="0" h="581" w="1754">
                  <a:moveTo>
                    <a:pt x="291" y="0"/>
                  </a:moveTo>
                  <a:cubicBezTo>
                    <a:pt x="131" y="0"/>
                    <a:pt x="0" y="130"/>
                    <a:pt x="0" y="291"/>
                  </a:cubicBezTo>
                  <a:cubicBezTo>
                    <a:pt x="0" y="450"/>
                    <a:pt x="131" y="581"/>
                    <a:pt x="291" y="581"/>
                  </a:cubicBezTo>
                  <a:lnTo>
                    <a:pt x="1463" y="581"/>
                  </a:lnTo>
                  <a:cubicBezTo>
                    <a:pt x="1623" y="581"/>
                    <a:pt x="1753" y="450"/>
                    <a:pt x="1753" y="291"/>
                  </a:cubicBezTo>
                  <a:cubicBezTo>
                    <a:pt x="1753" y="130"/>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3888511" y="3340941"/>
              <a:ext cx="48836" cy="16176"/>
            </a:xfrm>
            <a:custGeom>
              <a:rect b="b" l="l" r="r" t="t"/>
              <a:pathLst>
                <a:path extrusionOk="0" h="581" w="1754">
                  <a:moveTo>
                    <a:pt x="291" y="0"/>
                  </a:moveTo>
                  <a:cubicBezTo>
                    <a:pt x="131" y="0"/>
                    <a:pt x="0" y="131"/>
                    <a:pt x="0" y="290"/>
                  </a:cubicBezTo>
                  <a:cubicBezTo>
                    <a:pt x="0" y="450"/>
                    <a:pt x="131" y="581"/>
                    <a:pt x="291" y="581"/>
                  </a:cubicBezTo>
                  <a:lnTo>
                    <a:pt x="1463" y="581"/>
                  </a:lnTo>
                  <a:cubicBezTo>
                    <a:pt x="1623" y="581"/>
                    <a:pt x="1753" y="450"/>
                    <a:pt x="1753" y="290"/>
                  </a:cubicBezTo>
                  <a:cubicBezTo>
                    <a:pt x="1753" y="131"/>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66"/>
          <p:cNvSpPr txBox="1"/>
          <p:nvPr/>
        </p:nvSpPr>
        <p:spPr>
          <a:xfrm flipH="1">
            <a:off x="775674" y="2445800"/>
            <a:ext cx="4198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highlight>
                  <a:schemeClr val="lt2"/>
                </a:highlight>
                <a:latin typeface="Varela Round"/>
                <a:ea typeface="Varela Round"/>
                <a:cs typeface="Varela Round"/>
                <a:sym typeface="Varela Round"/>
              </a:rPr>
              <a:t>17% Venus</a:t>
            </a:r>
            <a:endParaRPr b="1" sz="2500">
              <a:solidFill>
                <a:schemeClr val="dk1"/>
              </a:solidFill>
              <a:highlight>
                <a:schemeClr val="lt2"/>
              </a:highlight>
              <a:latin typeface="Varela Round"/>
              <a:ea typeface="Varela Round"/>
              <a:cs typeface="Varela Round"/>
              <a:sym typeface="Varela Round"/>
            </a:endParaRPr>
          </a:p>
        </p:txBody>
      </p:sp>
      <p:sp>
        <p:nvSpPr>
          <p:cNvPr id="3639" name="Google Shape;3639;p66"/>
          <p:cNvSpPr txBox="1"/>
          <p:nvPr/>
        </p:nvSpPr>
        <p:spPr>
          <a:xfrm flipH="1">
            <a:off x="775725" y="2689221"/>
            <a:ext cx="4198200" cy="384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Venus is the second planet from the Sun</a:t>
            </a:r>
            <a:endParaRPr>
              <a:solidFill>
                <a:schemeClr val="dk1"/>
              </a:solidFill>
              <a:latin typeface="Varela Round"/>
              <a:ea typeface="Varela Round"/>
              <a:cs typeface="Varela Round"/>
              <a:sym typeface="Varela Round"/>
            </a:endParaRPr>
          </a:p>
        </p:txBody>
      </p:sp>
      <p:sp>
        <p:nvSpPr>
          <p:cNvPr id="3640" name="Google Shape;3640;p66"/>
          <p:cNvSpPr txBox="1"/>
          <p:nvPr/>
        </p:nvSpPr>
        <p:spPr>
          <a:xfrm flipH="1">
            <a:off x="775683" y="3324000"/>
            <a:ext cx="4198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highlight>
                  <a:schemeClr val="accent2"/>
                </a:highlight>
                <a:latin typeface="Varela Round"/>
                <a:ea typeface="Varela Round"/>
                <a:cs typeface="Varela Round"/>
                <a:sym typeface="Varela Round"/>
              </a:rPr>
              <a:t>50% Mars</a:t>
            </a:r>
            <a:endParaRPr b="1" sz="2500">
              <a:solidFill>
                <a:schemeClr val="dk1"/>
              </a:solidFill>
              <a:highlight>
                <a:schemeClr val="accent2"/>
              </a:highlight>
              <a:latin typeface="Varela Round"/>
              <a:ea typeface="Varela Round"/>
              <a:cs typeface="Varela Round"/>
              <a:sym typeface="Varela Round"/>
            </a:endParaRPr>
          </a:p>
        </p:txBody>
      </p:sp>
      <p:sp>
        <p:nvSpPr>
          <p:cNvPr id="3641" name="Google Shape;3641;p66"/>
          <p:cNvSpPr txBox="1"/>
          <p:nvPr/>
        </p:nvSpPr>
        <p:spPr>
          <a:xfrm flipH="1">
            <a:off x="775700" y="3567400"/>
            <a:ext cx="4198200" cy="384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Despite being red, Mars is a very cold place</a:t>
            </a:r>
            <a:endParaRPr>
              <a:solidFill>
                <a:schemeClr val="dk1"/>
              </a:solidFill>
              <a:latin typeface="Varela Round"/>
              <a:ea typeface="Varela Round"/>
              <a:cs typeface="Varela Round"/>
              <a:sym typeface="Varela Round"/>
            </a:endParaRPr>
          </a:p>
        </p:txBody>
      </p:sp>
      <p:sp>
        <p:nvSpPr>
          <p:cNvPr id="3642" name="Google Shape;3642;p66"/>
          <p:cNvSpPr txBox="1"/>
          <p:nvPr/>
        </p:nvSpPr>
        <p:spPr>
          <a:xfrm flipH="1">
            <a:off x="775683" y="1567625"/>
            <a:ext cx="4198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highlight>
                  <a:schemeClr val="dk2"/>
                </a:highlight>
                <a:latin typeface="Varela Round"/>
                <a:ea typeface="Varela Round"/>
                <a:cs typeface="Varela Round"/>
                <a:sym typeface="Varela Round"/>
              </a:rPr>
              <a:t>33% Mercury</a:t>
            </a:r>
            <a:r>
              <a:rPr b="1" lang="en" sz="2000">
                <a:solidFill>
                  <a:srgbClr val="614C9F"/>
                </a:solidFill>
                <a:highlight>
                  <a:schemeClr val="dk2"/>
                </a:highlight>
                <a:latin typeface="Varela Round"/>
                <a:ea typeface="Varela Round"/>
                <a:cs typeface="Varela Round"/>
                <a:sym typeface="Varela Round"/>
              </a:rPr>
              <a:t> </a:t>
            </a:r>
            <a:endParaRPr b="1" sz="2500">
              <a:solidFill>
                <a:srgbClr val="541C5B"/>
              </a:solidFill>
              <a:highlight>
                <a:schemeClr val="dk2"/>
              </a:highlight>
              <a:latin typeface="Varela Round"/>
              <a:ea typeface="Varela Round"/>
              <a:cs typeface="Varela Round"/>
              <a:sym typeface="Varela Round"/>
            </a:endParaRPr>
          </a:p>
        </p:txBody>
      </p:sp>
      <p:sp>
        <p:nvSpPr>
          <p:cNvPr id="3643" name="Google Shape;3643;p66"/>
          <p:cNvSpPr txBox="1"/>
          <p:nvPr/>
        </p:nvSpPr>
        <p:spPr>
          <a:xfrm flipH="1">
            <a:off x="775725" y="1811025"/>
            <a:ext cx="4198200" cy="384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Mercury is the closest planet to the Sun</a:t>
            </a:r>
            <a:endParaRPr>
              <a:solidFill>
                <a:schemeClr val="dk1"/>
              </a:solidFill>
              <a:latin typeface="Varela Round"/>
              <a:ea typeface="Varela Round"/>
              <a:cs typeface="Varela Round"/>
              <a:sym typeface="Varela Round"/>
            </a:endParaRPr>
          </a:p>
        </p:txBody>
      </p:sp>
      <p:sp>
        <p:nvSpPr>
          <p:cNvPr id="3644" name="Google Shape;3644;p66"/>
          <p:cNvSpPr/>
          <p:nvPr/>
        </p:nvSpPr>
        <p:spPr>
          <a:xfrm flipH="1">
            <a:off x="8325028" y="9446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flipH="1">
            <a:off x="7880566" y="5790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0" name="Shape 3650"/>
        <p:cNvGrpSpPr/>
        <p:nvPr/>
      </p:nvGrpSpPr>
      <p:grpSpPr>
        <a:xfrm>
          <a:off x="0" y="0"/>
          <a:ext cx="0" cy="0"/>
          <a:chOff x="0" y="0"/>
          <a:chExt cx="0" cy="0"/>
        </a:xfrm>
      </p:grpSpPr>
      <p:pic>
        <p:nvPicPr>
          <p:cNvPr id="3651" name="Google Shape;3651;p67"/>
          <p:cNvPicPr preferRelativeResize="0"/>
          <p:nvPr/>
        </p:nvPicPr>
        <p:blipFill rotWithShape="1">
          <a:blip r:embed="rId3">
            <a:alphaModFix/>
          </a:blip>
          <a:srcRect b="33958" l="29807" r="26176" t="0"/>
          <a:stretch/>
        </p:blipFill>
        <p:spPr>
          <a:xfrm>
            <a:off x="2031864" y="1375650"/>
            <a:ext cx="1608000" cy="1608000"/>
          </a:xfrm>
          <a:prstGeom prst="ellipse">
            <a:avLst/>
          </a:prstGeom>
          <a:noFill/>
          <a:ln>
            <a:noFill/>
          </a:ln>
        </p:spPr>
      </p:pic>
      <p:sp>
        <p:nvSpPr>
          <p:cNvPr id="3652" name="Google Shape;3652;p67"/>
          <p:cNvSpPr txBox="1"/>
          <p:nvPr>
            <p:ph idx="3" type="subTitle"/>
          </p:nvPr>
        </p:nvSpPr>
        <p:spPr>
          <a:xfrm>
            <a:off x="5055275" y="31225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Andy</a:t>
            </a:r>
            <a:r>
              <a:rPr lang="en"/>
              <a:t> Harris</a:t>
            </a:r>
            <a:endParaRPr/>
          </a:p>
        </p:txBody>
      </p:sp>
      <p:sp>
        <p:nvSpPr>
          <p:cNvPr id="3653" name="Google Shape;3653;p67"/>
          <p:cNvSpPr txBox="1"/>
          <p:nvPr>
            <p:ph idx="4" type="subTitle"/>
          </p:nvPr>
        </p:nvSpPr>
        <p:spPr>
          <a:xfrm>
            <a:off x="1583075" y="31225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3654" name="Google Shape;3654;p67"/>
          <p:cNvPicPr preferRelativeResize="0"/>
          <p:nvPr/>
        </p:nvPicPr>
        <p:blipFill rotWithShape="1">
          <a:blip r:embed="rId4">
            <a:alphaModFix/>
          </a:blip>
          <a:srcRect b="35446" l="32187" r="31500" t="0"/>
          <a:stretch/>
        </p:blipFill>
        <p:spPr>
          <a:xfrm>
            <a:off x="5504089" y="1375650"/>
            <a:ext cx="1608000" cy="1608000"/>
          </a:xfrm>
          <a:prstGeom prst="ellipse">
            <a:avLst/>
          </a:prstGeom>
          <a:noFill/>
          <a:ln>
            <a:noFill/>
          </a:ln>
        </p:spPr>
      </p:pic>
      <p:sp>
        <p:nvSpPr>
          <p:cNvPr id="3655" name="Google Shape;3655;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team</a:t>
            </a:r>
            <a:endParaRPr/>
          </a:p>
        </p:txBody>
      </p:sp>
      <p:sp>
        <p:nvSpPr>
          <p:cNvPr id="3656" name="Google Shape;3656;p67"/>
          <p:cNvSpPr txBox="1"/>
          <p:nvPr>
            <p:ph idx="1" type="subTitle"/>
          </p:nvPr>
        </p:nvSpPr>
        <p:spPr>
          <a:xfrm>
            <a:off x="5055284" y="3619024"/>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3657" name="Google Shape;3657;p67"/>
          <p:cNvSpPr txBox="1"/>
          <p:nvPr>
            <p:ph idx="2" type="subTitle"/>
          </p:nvPr>
        </p:nvSpPr>
        <p:spPr>
          <a:xfrm>
            <a:off x="1583300" y="3619024"/>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3658" name="Google Shape;3658;p67"/>
          <p:cNvSpPr/>
          <p:nvPr/>
        </p:nvSpPr>
        <p:spPr>
          <a:xfrm flipH="1">
            <a:off x="1875528" y="28595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flipH="1">
            <a:off x="1507266" y="241773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6761997" y="1430648"/>
            <a:ext cx="1236835" cy="489612"/>
          </a:xfrm>
          <a:custGeom>
            <a:rect b="b" l="l" r="r" t="t"/>
            <a:pathLst>
              <a:path extrusionOk="0" h="14031" w="36083">
                <a:moveTo>
                  <a:pt x="18007" y="0"/>
                </a:moveTo>
                <a:cubicBezTo>
                  <a:pt x="15994" y="0"/>
                  <a:pt x="14021" y="912"/>
                  <a:pt x="12749" y="2604"/>
                </a:cubicBezTo>
                <a:cubicBezTo>
                  <a:pt x="12302" y="3196"/>
                  <a:pt x="11957" y="3864"/>
                  <a:pt x="11732" y="4571"/>
                </a:cubicBezTo>
                <a:cubicBezTo>
                  <a:pt x="11672" y="4757"/>
                  <a:pt x="11622" y="4945"/>
                  <a:pt x="11581" y="5134"/>
                </a:cubicBezTo>
                <a:cubicBezTo>
                  <a:pt x="11547" y="5292"/>
                  <a:pt x="11570" y="5420"/>
                  <a:pt x="11435" y="5420"/>
                </a:cubicBezTo>
                <a:cubicBezTo>
                  <a:pt x="11415" y="5420"/>
                  <a:pt x="11391" y="5417"/>
                  <a:pt x="11363" y="5411"/>
                </a:cubicBezTo>
                <a:cubicBezTo>
                  <a:pt x="11163" y="5370"/>
                  <a:pt x="10965" y="5248"/>
                  <a:pt x="10766" y="5189"/>
                </a:cubicBezTo>
                <a:cubicBezTo>
                  <a:pt x="10552" y="5127"/>
                  <a:pt x="10335" y="5083"/>
                  <a:pt x="10116" y="5053"/>
                </a:cubicBezTo>
                <a:cubicBezTo>
                  <a:pt x="9899" y="5022"/>
                  <a:pt x="9681" y="5007"/>
                  <a:pt x="9464" y="5007"/>
                </a:cubicBezTo>
                <a:cubicBezTo>
                  <a:pt x="8125" y="5007"/>
                  <a:pt x="6822" y="5578"/>
                  <a:pt x="5937" y="6609"/>
                </a:cubicBezTo>
                <a:cubicBezTo>
                  <a:pt x="5452" y="7174"/>
                  <a:pt x="5202" y="7782"/>
                  <a:pt x="4945" y="8468"/>
                </a:cubicBezTo>
                <a:cubicBezTo>
                  <a:pt x="4808" y="8829"/>
                  <a:pt x="4418" y="8774"/>
                  <a:pt x="4092" y="8842"/>
                </a:cubicBezTo>
                <a:cubicBezTo>
                  <a:pt x="3738" y="8914"/>
                  <a:pt x="3396" y="9036"/>
                  <a:pt x="3068" y="9191"/>
                </a:cubicBezTo>
                <a:cubicBezTo>
                  <a:pt x="1829" y="9775"/>
                  <a:pt x="851" y="10920"/>
                  <a:pt x="456" y="12232"/>
                </a:cubicBezTo>
                <a:cubicBezTo>
                  <a:pt x="312" y="12705"/>
                  <a:pt x="1" y="13789"/>
                  <a:pt x="681" y="13988"/>
                </a:cubicBezTo>
                <a:cubicBezTo>
                  <a:pt x="727" y="14014"/>
                  <a:pt x="782" y="14030"/>
                  <a:pt x="848" y="14030"/>
                </a:cubicBezTo>
                <a:lnTo>
                  <a:pt x="35235" y="14030"/>
                </a:lnTo>
                <a:cubicBezTo>
                  <a:pt x="35301" y="14030"/>
                  <a:pt x="35357" y="14014"/>
                  <a:pt x="35402" y="13988"/>
                </a:cubicBezTo>
                <a:cubicBezTo>
                  <a:pt x="36082" y="13789"/>
                  <a:pt x="35770" y="12705"/>
                  <a:pt x="35627" y="12232"/>
                </a:cubicBezTo>
                <a:cubicBezTo>
                  <a:pt x="35232" y="10920"/>
                  <a:pt x="34255" y="9775"/>
                  <a:pt x="33015" y="9191"/>
                </a:cubicBezTo>
                <a:cubicBezTo>
                  <a:pt x="32687" y="9036"/>
                  <a:pt x="32345" y="8914"/>
                  <a:pt x="31990" y="8842"/>
                </a:cubicBezTo>
                <a:cubicBezTo>
                  <a:pt x="31664" y="8774"/>
                  <a:pt x="31274" y="8829"/>
                  <a:pt x="31138" y="8468"/>
                </a:cubicBezTo>
                <a:cubicBezTo>
                  <a:pt x="30881" y="7782"/>
                  <a:pt x="30631" y="7174"/>
                  <a:pt x="30146" y="6609"/>
                </a:cubicBezTo>
                <a:cubicBezTo>
                  <a:pt x="29263" y="5578"/>
                  <a:pt x="27958" y="5007"/>
                  <a:pt x="26619" y="5007"/>
                </a:cubicBezTo>
                <a:cubicBezTo>
                  <a:pt x="26402" y="5007"/>
                  <a:pt x="26184" y="5022"/>
                  <a:pt x="25967" y="5053"/>
                </a:cubicBezTo>
                <a:cubicBezTo>
                  <a:pt x="25747" y="5083"/>
                  <a:pt x="25531" y="5127"/>
                  <a:pt x="25317" y="5189"/>
                </a:cubicBezTo>
                <a:cubicBezTo>
                  <a:pt x="25118" y="5248"/>
                  <a:pt x="24920" y="5370"/>
                  <a:pt x="24720" y="5411"/>
                </a:cubicBezTo>
                <a:cubicBezTo>
                  <a:pt x="24692" y="5417"/>
                  <a:pt x="24668" y="5420"/>
                  <a:pt x="24648" y="5420"/>
                </a:cubicBezTo>
                <a:cubicBezTo>
                  <a:pt x="24513" y="5420"/>
                  <a:pt x="24535" y="5292"/>
                  <a:pt x="24502" y="5134"/>
                </a:cubicBezTo>
                <a:cubicBezTo>
                  <a:pt x="24461" y="4945"/>
                  <a:pt x="24411" y="4757"/>
                  <a:pt x="24353" y="4571"/>
                </a:cubicBezTo>
                <a:cubicBezTo>
                  <a:pt x="24126" y="3864"/>
                  <a:pt x="23780" y="3196"/>
                  <a:pt x="23334" y="2604"/>
                </a:cubicBezTo>
                <a:cubicBezTo>
                  <a:pt x="22062" y="912"/>
                  <a:pt x="20089" y="0"/>
                  <a:pt x="18077" y="0"/>
                </a:cubicBezTo>
                <a:cubicBezTo>
                  <a:pt x="18066" y="0"/>
                  <a:pt x="18054" y="1"/>
                  <a:pt x="18042" y="1"/>
                </a:cubicBezTo>
                <a:cubicBezTo>
                  <a:pt x="18031" y="1"/>
                  <a:pt x="18019" y="0"/>
                  <a:pt x="1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6830041" y="1103298"/>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70BA"/>
              </a:solidFill>
            </a:endParaRPr>
          </a:p>
        </p:txBody>
      </p:sp>
      <p:sp>
        <p:nvSpPr>
          <p:cNvPr id="3662" name="Google Shape;3662;p67"/>
          <p:cNvSpPr/>
          <p:nvPr/>
        </p:nvSpPr>
        <p:spPr>
          <a:xfrm>
            <a:off x="987153"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3" name="Google Shape;3663;p67"/>
          <p:cNvGrpSpPr/>
          <p:nvPr/>
        </p:nvGrpSpPr>
        <p:grpSpPr>
          <a:xfrm>
            <a:off x="49720" y="3278856"/>
            <a:ext cx="1059580" cy="1088238"/>
            <a:chOff x="1742490" y="367839"/>
            <a:chExt cx="629242" cy="646260"/>
          </a:xfrm>
        </p:grpSpPr>
        <p:sp>
          <p:nvSpPr>
            <p:cNvPr id="3664" name="Google Shape;3664;p67"/>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8" name="Shape 3678"/>
        <p:cNvGrpSpPr/>
        <p:nvPr/>
      </p:nvGrpSpPr>
      <p:grpSpPr>
        <a:xfrm>
          <a:off x="0" y="0"/>
          <a:ext cx="0" cy="0"/>
          <a:chOff x="0" y="0"/>
          <a:chExt cx="0" cy="0"/>
        </a:xfrm>
      </p:grpSpPr>
      <p:grpSp>
        <p:nvGrpSpPr>
          <p:cNvPr id="3679" name="Google Shape;3679;p68"/>
          <p:cNvGrpSpPr/>
          <p:nvPr/>
        </p:nvGrpSpPr>
        <p:grpSpPr>
          <a:xfrm rot="1041406">
            <a:off x="6137483" y="-450321"/>
            <a:ext cx="4141228" cy="3220067"/>
            <a:chOff x="3609967" y="2243520"/>
            <a:chExt cx="4141513" cy="3220289"/>
          </a:xfrm>
        </p:grpSpPr>
        <p:grpSp>
          <p:nvGrpSpPr>
            <p:cNvPr id="3680" name="Google Shape;3680;p68"/>
            <p:cNvGrpSpPr/>
            <p:nvPr/>
          </p:nvGrpSpPr>
          <p:grpSpPr>
            <a:xfrm flipH="1" rot="-1837553">
              <a:off x="5826213" y="3189929"/>
              <a:ext cx="1513811" cy="2029860"/>
              <a:chOff x="1400935" y="1333409"/>
              <a:chExt cx="760984" cy="1020399"/>
            </a:xfrm>
          </p:grpSpPr>
          <p:sp>
            <p:nvSpPr>
              <p:cNvPr id="3681" name="Google Shape;3681;p68"/>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5" name="Google Shape;3695;p68"/>
            <p:cNvSpPr/>
            <p:nvPr/>
          </p:nvSpPr>
          <p:spPr>
            <a:xfrm flipH="1" rot="-144386">
              <a:off x="3640469" y="2280041"/>
              <a:ext cx="1770886" cy="1490097"/>
            </a:xfrm>
            <a:custGeom>
              <a:rect b="b" l="l" r="r" t="t"/>
              <a:pathLst>
                <a:path extrusionOk="0" h="20150" w="23947">
                  <a:moveTo>
                    <a:pt x="6831" y="1"/>
                  </a:moveTo>
                  <a:cubicBezTo>
                    <a:pt x="6782" y="1"/>
                    <a:pt x="6732" y="1"/>
                    <a:pt x="6683" y="3"/>
                  </a:cubicBezTo>
                  <a:cubicBezTo>
                    <a:pt x="6612" y="3"/>
                    <a:pt x="6538" y="6"/>
                    <a:pt x="6467" y="10"/>
                  </a:cubicBezTo>
                  <a:cubicBezTo>
                    <a:pt x="6352" y="17"/>
                    <a:pt x="6265" y="112"/>
                    <a:pt x="6270" y="228"/>
                  </a:cubicBezTo>
                  <a:cubicBezTo>
                    <a:pt x="6277" y="337"/>
                    <a:pt x="6368" y="423"/>
                    <a:pt x="6475" y="423"/>
                  </a:cubicBezTo>
                  <a:cubicBezTo>
                    <a:pt x="6480" y="423"/>
                    <a:pt x="6484" y="423"/>
                    <a:pt x="6488" y="422"/>
                  </a:cubicBezTo>
                  <a:cubicBezTo>
                    <a:pt x="6555" y="419"/>
                    <a:pt x="6625" y="417"/>
                    <a:pt x="6692" y="415"/>
                  </a:cubicBezTo>
                  <a:cubicBezTo>
                    <a:pt x="6734" y="414"/>
                    <a:pt x="6777" y="414"/>
                    <a:pt x="6819" y="414"/>
                  </a:cubicBezTo>
                  <a:cubicBezTo>
                    <a:pt x="6995" y="414"/>
                    <a:pt x="7172" y="422"/>
                    <a:pt x="7346" y="437"/>
                  </a:cubicBezTo>
                  <a:cubicBezTo>
                    <a:pt x="7353" y="437"/>
                    <a:pt x="7358" y="438"/>
                    <a:pt x="7364" y="438"/>
                  </a:cubicBezTo>
                  <a:cubicBezTo>
                    <a:pt x="7470" y="438"/>
                    <a:pt x="7560" y="357"/>
                    <a:pt x="7569" y="249"/>
                  </a:cubicBezTo>
                  <a:cubicBezTo>
                    <a:pt x="7580" y="135"/>
                    <a:pt x="7496" y="34"/>
                    <a:pt x="7381" y="26"/>
                  </a:cubicBezTo>
                  <a:cubicBezTo>
                    <a:pt x="7200" y="9"/>
                    <a:pt x="7016" y="1"/>
                    <a:pt x="6831" y="1"/>
                  </a:cubicBezTo>
                  <a:close/>
                  <a:moveTo>
                    <a:pt x="5596" y="114"/>
                  </a:moveTo>
                  <a:cubicBezTo>
                    <a:pt x="5583" y="114"/>
                    <a:pt x="5571" y="115"/>
                    <a:pt x="5558" y="118"/>
                  </a:cubicBezTo>
                  <a:cubicBezTo>
                    <a:pt x="5260" y="174"/>
                    <a:pt x="4962" y="249"/>
                    <a:pt x="4672" y="343"/>
                  </a:cubicBezTo>
                  <a:cubicBezTo>
                    <a:pt x="4564" y="378"/>
                    <a:pt x="4503" y="495"/>
                    <a:pt x="4539" y="603"/>
                  </a:cubicBezTo>
                  <a:cubicBezTo>
                    <a:pt x="4567" y="692"/>
                    <a:pt x="4649" y="747"/>
                    <a:pt x="4736" y="747"/>
                  </a:cubicBezTo>
                  <a:cubicBezTo>
                    <a:pt x="4757" y="747"/>
                    <a:pt x="4778" y="743"/>
                    <a:pt x="4799" y="736"/>
                  </a:cubicBezTo>
                  <a:cubicBezTo>
                    <a:pt x="5072" y="648"/>
                    <a:pt x="5352" y="577"/>
                    <a:pt x="5634" y="525"/>
                  </a:cubicBezTo>
                  <a:cubicBezTo>
                    <a:pt x="5746" y="504"/>
                    <a:pt x="5820" y="396"/>
                    <a:pt x="5799" y="284"/>
                  </a:cubicBezTo>
                  <a:cubicBezTo>
                    <a:pt x="5780" y="184"/>
                    <a:pt x="5693" y="114"/>
                    <a:pt x="5596" y="114"/>
                  </a:cubicBezTo>
                  <a:close/>
                  <a:moveTo>
                    <a:pt x="8241" y="162"/>
                  </a:moveTo>
                  <a:cubicBezTo>
                    <a:pt x="8147" y="162"/>
                    <a:pt x="8062" y="227"/>
                    <a:pt x="8039" y="323"/>
                  </a:cubicBezTo>
                  <a:cubicBezTo>
                    <a:pt x="8014" y="435"/>
                    <a:pt x="8083" y="545"/>
                    <a:pt x="8195" y="571"/>
                  </a:cubicBezTo>
                  <a:cubicBezTo>
                    <a:pt x="8469" y="635"/>
                    <a:pt x="8746" y="718"/>
                    <a:pt x="9017" y="819"/>
                  </a:cubicBezTo>
                  <a:cubicBezTo>
                    <a:pt x="9040" y="828"/>
                    <a:pt x="9065" y="834"/>
                    <a:pt x="9090" y="834"/>
                  </a:cubicBezTo>
                  <a:cubicBezTo>
                    <a:pt x="9173" y="834"/>
                    <a:pt x="9251" y="782"/>
                    <a:pt x="9283" y="699"/>
                  </a:cubicBezTo>
                  <a:cubicBezTo>
                    <a:pt x="9323" y="593"/>
                    <a:pt x="9269" y="474"/>
                    <a:pt x="9162" y="433"/>
                  </a:cubicBezTo>
                  <a:cubicBezTo>
                    <a:pt x="8875" y="325"/>
                    <a:pt x="8581" y="236"/>
                    <a:pt x="8287" y="167"/>
                  </a:cubicBezTo>
                  <a:cubicBezTo>
                    <a:pt x="8271" y="164"/>
                    <a:pt x="8256" y="162"/>
                    <a:pt x="8241" y="162"/>
                  </a:cubicBezTo>
                  <a:close/>
                  <a:moveTo>
                    <a:pt x="3910" y="660"/>
                  </a:moveTo>
                  <a:cubicBezTo>
                    <a:pt x="3881" y="660"/>
                    <a:pt x="3851" y="666"/>
                    <a:pt x="3823" y="679"/>
                  </a:cubicBezTo>
                  <a:cubicBezTo>
                    <a:pt x="3546" y="811"/>
                    <a:pt x="3277" y="959"/>
                    <a:pt x="3022" y="1122"/>
                  </a:cubicBezTo>
                  <a:cubicBezTo>
                    <a:pt x="2926" y="1184"/>
                    <a:pt x="2898" y="1312"/>
                    <a:pt x="2960" y="1408"/>
                  </a:cubicBezTo>
                  <a:cubicBezTo>
                    <a:pt x="3001" y="1470"/>
                    <a:pt x="3066" y="1503"/>
                    <a:pt x="3135" y="1503"/>
                  </a:cubicBezTo>
                  <a:cubicBezTo>
                    <a:pt x="3173" y="1503"/>
                    <a:pt x="3212" y="1493"/>
                    <a:pt x="3245" y="1470"/>
                  </a:cubicBezTo>
                  <a:cubicBezTo>
                    <a:pt x="3486" y="1316"/>
                    <a:pt x="3740" y="1176"/>
                    <a:pt x="3998" y="1053"/>
                  </a:cubicBezTo>
                  <a:cubicBezTo>
                    <a:pt x="4103" y="1006"/>
                    <a:pt x="4147" y="881"/>
                    <a:pt x="4098" y="779"/>
                  </a:cubicBezTo>
                  <a:cubicBezTo>
                    <a:pt x="4063" y="704"/>
                    <a:pt x="3988" y="660"/>
                    <a:pt x="3910" y="660"/>
                  </a:cubicBezTo>
                  <a:close/>
                  <a:moveTo>
                    <a:pt x="9899" y="785"/>
                  </a:moveTo>
                  <a:cubicBezTo>
                    <a:pt x="9824" y="785"/>
                    <a:pt x="9752" y="825"/>
                    <a:pt x="9715" y="896"/>
                  </a:cubicBezTo>
                  <a:cubicBezTo>
                    <a:pt x="9662" y="997"/>
                    <a:pt x="9701" y="1121"/>
                    <a:pt x="9802" y="1174"/>
                  </a:cubicBezTo>
                  <a:cubicBezTo>
                    <a:pt x="10052" y="1307"/>
                    <a:pt x="10300" y="1457"/>
                    <a:pt x="10539" y="1622"/>
                  </a:cubicBezTo>
                  <a:cubicBezTo>
                    <a:pt x="10575" y="1647"/>
                    <a:pt x="10615" y="1658"/>
                    <a:pt x="10656" y="1658"/>
                  </a:cubicBezTo>
                  <a:cubicBezTo>
                    <a:pt x="10722" y="1658"/>
                    <a:pt x="10787" y="1628"/>
                    <a:pt x="10826" y="1569"/>
                  </a:cubicBezTo>
                  <a:cubicBezTo>
                    <a:pt x="10892" y="1475"/>
                    <a:pt x="10867" y="1346"/>
                    <a:pt x="10773" y="1282"/>
                  </a:cubicBezTo>
                  <a:cubicBezTo>
                    <a:pt x="10521" y="1107"/>
                    <a:pt x="10259" y="949"/>
                    <a:pt x="9995" y="809"/>
                  </a:cubicBezTo>
                  <a:cubicBezTo>
                    <a:pt x="9964" y="793"/>
                    <a:pt x="9932" y="785"/>
                    <a:pt x="9899" y="785"/>
                  </a:cubicBezTo>
                  <a:close/>
                  <a:moveTo>
                    <a:pt x="2421" y="1617"/>
                  </a:moveTo>
                  <a:cubicBezTo>
                    <a:pt x="2374" y="1617"/>
                    <a:pt x="2326" y="1633"/>
                    <a:pt x="2287" y="1667"/>
                  </a:cubicBezTo>
                  <a:cubicBezTo>
                    <a:pt x="2054" y="1863"/>
                    <a:pt x="1833" y="2076"/>
                    <a:pt x="1629" y="2299"/>
                  </a:cubicBezTo>
                  <a:cubicBezTo>
                    <a:pt x="1551" y="2384"/>
                    <a:pt x="1556" y="2515"/>
                    <a:pt x="1641" y="2592"/>
                  </a:cubicBezTo>
                  <a:cubicBezTo>
                    <a:pt x="1680" y="2629"/>
                    <a:pt x="1732" y="2646"/>
                    <a:pt x="1781" y="2646"/>
                  </a:cubicBezTo>
                  <a:cubicBezTo>
                    <a:pt x="1836" y="2646"/>
                    <a:pt x="1893" y="2623"/>
                    <a:pt x="1934" y="2579"/>
                  </a:cubicBezTo>
                  <a:cubicBezTo>
                    <a:pt x="2127" y="2368"/>
                    <a:pt x="2336" y="2168"/>
                    <a:pt x="2554" y="1982"/>
                  </a:cubicBezTo>
                  <a:cubicBezTo>
                    <a:pt x="2641" y="1908"/>
                    <a:pt x="2653" y="1778"/>
                    <a:pt x="2579" y="1691"/>
                  </a:cubicBezTo>
                  <a:cubicBezTo>
                    <a:pt x="2538" y="1642"/>
                    <a:pt x="2480" y="1617"/>
                    <a:pt x="2421" y="1617"/>
                  </a:cubicBezTo>
                  <a:close/>
                  <a:moveTo>
                    <a:pt x="11359" y="1786"/>
                  </a:moveTo>
                  <a:cubicBezTo>
                    <a:pt x="11301" y="1786"/>
                    <a:pt x="11243" y="1810"/>
                    <a:pt x="11202" y="1858"/>
                  </a:cubicBezTo>
                  <a:cubicBezTo>
                    <a:pt x="11129" y="1945"/>
                    <a:pt x="11138" y="2076"/>
                    <a:pt x="11225" y="2150"/>
                  </a:cubicBezTo>
                  <a:cubicBezTo>
                    <a:pt x="11441" y="2335"/>
                    <a:pt x="11654" y="2535"/>
                    <a:pt x="11854" y="2746"/>
                  </a:cubicBezTo>
                  <a:cubicBezTo>
                    <a:pt x="11895" y="2788"/>
                    <a:pt x="11950" y="2810"/>
                    <a:pt x="12005" y="2810"/>
                  </a:cubicBezTo>
                  <a:cubicBezTo>
                    <a:pt x="12056" y="2810"/>
                    <a:pt x="12107" y="2790"/>
                    <a:pt x="12146" y="2753"/>
                  </a:cubicBezTo>
                  <a:cubicBezTo>
                    <a:pt x="12230" y="2673"/>
                    <a:pt x="12231" y="2542"/>
                    <a:pt x="12154" y="2460"/>
                  </a:cubicBezTo>
                  <a:cubicBezTo>
                    <a:pt x="11943" y="2239"/>
                    <a:pt x="11721" y="2030"/>
                    <a:pt x="11494" y="1835"/>
                  </a:cubicBezTo>
                  <a:cubicBezTo>
                    <a:pt x="11455" y="1802"/>
                    <a:pt x="11407" y="1786"/>
                    <a:pt x="11359" y="1786"/>
                  </a:cubicBezTo>
                  <a:close/>
                  <a:moveTo>
                    <a:pt x="23069" y="3254"/>
                  </a:moveTo>
                  <a:cubicBezTo>
                    <a:pt x="22994" y="3254"/>
                    <a:pt x="22918" y="3255"/>
                    <a:pt x="22843" y="3256"/>
                  </a:cubicBezTo>
                  <a:cubicBezTo>
                    <a:pt x="22729" y="3258"/>
                    <a:pt x="22637" y="3352"/>
                    <a:pt x="22641" y="3467"/>
                  </a:cubicBezTo>
                  <a:cubicBezTo>
                    <a:pt x="22643" y="3579"/>
                    <a:pt x="22735" y="3669"/>
                    <a:pt x="22847" y="3669"/>
                  </a:cubicBezTo>
                  <a:cubicBezTo>
                    <a:pt x="22848" y="3669"/>
                    <a:pt x="22849" y="3669"/>
                    <a:pt x="22850" y="3669"/>
                  </a:cubicBezTo>
                  <a:cubicBezTo>
                    <a:pt x="22923" y="3668"/>
                    <a:pt x="22996" y="3667"/>
                    <a:pt x="23069" y="3667"/>
                  </a:cubicBezTo>
                  <a:cubicBezTo>
                    <a:pt x="23288" y="3667"/>
                    <a:pt x="23507" y="3673"/>
                    <a:pt x="23724" y="3685"/>
                  </a:cubicBezTo>
                  <a:lnTo>
                    <a:pt x="23734" y="3685"/>
                  </a:lnTo>
                  <a:cubicBezTo>
                    <a:pt x="23844" y="3685"/>
                    <a:pt x="23934" y="3600"/>
                    <a:pt x="23941" y="3488"/>
                  </a:cubicBezTo>
                  <a:cubicBezTo>
                    <a:pt x="23947" y="3375"/>
                    <a:pt x="23860" y="3277"/>
                    <a:pt x="23745" y="3272"/>
                  </a:cubicBezTo>
                  <a:cubicBezTo>
                    <a:pt x="23521" y="3260"/>
                    <a:pt x="23295" y="3254"/>
                    <a:pt x="23069" y="3254"/>
                  </a:cubicBezTo>
                  <a:close/>
                  <a:moveTo>
                    <a:pt x="21962" y="3303"/>
                  </a:moveTo>
                  <a:cubicBezTo>
                    <a:pt x="21955" y="3303"/>
                    <a:pt x="21949" y="3303"/>
                    <a:pt x="21943" y="3304"/>
                  </a:cubicBezTo>
                  <a:cubicBezTo>
                    <a:pt x="21643" y="3331"/>
                    <a:pt x="21342" y="3369"/>
                    <a:pt x="21046" y="3416"/>
                  </a:cubicBezTo>
                  <a:cubicBezTo>
                    <a:pt x="20934" y="3435"/>
                    <a:pt x="20856" y="3541"/>
                    <a:pt x="20876" y="3653"/>
                  </a:cubicBezTo>
                  <a:cubicBezTo>
                    <a:pt x="20892" y="3756"/>
                    <a:pt x="20979" y="3827"/>
                    <a:pt x="21080" y="3827"/>
                  </a:cubicBezTo>
                  <a:cubicBezTo>
                    <a:pt x="21090" y="3827"/>
                    <a:pt x="21101" y="3827"/>
                    <a:pt x="21111" y="3825"/>
                  </a:cubicBezTo>
                  <a:cubicBezTo>
                    <a:pt x="21399" y="3779"/>
                    <a:pt x="21689" y="3742"/>
                    <a:pt x="21978" y="3717"/>
                  </a:cubicBezTo>
                  <a:cubicBezTo>
                    <a:pt x="22093" y="3706"/>
                    <a:pt x="22176" y="3605"/>
                    <a:pt x="22166" y="3492"/>
                  </a:cubicBezTo>
                  <a:cubicBezTo>
                    <a:pt x="22156" y="3385"/>
                    <a:pt x="22067" y="3303"/>
                    <a:pt x="21962" y="3303"/>
                  </a:cubicBezTo>
                  <a:close/>
                  <a:moveTo>
                    <a:pt x="1225" y="2925"/>
                  </a:moveTo>
                  <a:cubicBezTo>
                    <a:pt x="1160" y="2925"/>
                    <a:pt x="1095" y="2956"/>
                    <a:pt x="1055" y="3013"/>
                  </a:cubicBezTo>
                  <a:cubicBezTo>
                    <a:pt x="878" y="3267"/>
                    <a:pt x="720" y="3531"/>
                    <a:pt x="585" y="3798"/>
                  </a:cubicBezTo>
                  <a:cubicBezTo>
                    <a:pt x="534" y="3901"/>
                    <a:pt x="575" y="4025"/>
                    <a:pt x="676" y="4077"/>
                  </a:cubicBezTo>
                  <a:cubicBezTo>
                    <a:pt x="706" y="4093"/>
                    <a:pt x="738" y="4100"/>
                    <a:pt x="770" y="4100"/>
                  </a:cubicBezTo>
                  <a:cubicBezTo>
                    <a:pt x="844" y="4100"/>
                    <a:pt x="917" y="4057"/>
                    <a:pt x="954" y="3984"/>
                  </a:cubicBezTo>
                  <a:cubicBezTo>
                    <a:pt x="1080" y="3735"/>
                    <a:pt x="1229" y="3488"/>
                    <a:pt x="1395" y="3249"/>
                  </a:cubicBezTo>
                  <a:cubicBezTo>
                    <a:pt x="1461" y="3157"/>
                    <a:pt x="1438" y="3027"/>
                    <a:pt x="1344" y="2962"/>
                  </a:cubicBezTo>
                  <a:cubicBezTo>
                    <a:pt x="1308" y="2937"/>
                    <a:pt x="1266" y="2925"/>
                    <a:pt x="1225" y="2925"/>
                  </a:cubicBezTo>
                  <a:close/>
                  <a:moveTo>
                    <a:pt x="12588" y="3065"/>
                  </a:moveTo>
                  <a:cubicBezTo>
                    <a:pt x="12542" y="3065"/>
                    <a:pt x="12497" y="3080"/>
                    <a:pt x="12458" y="3111"/>
                  </a:cubicBezTo>
                  <a:cubicBezTo>
                    <a:pt x="12370" y="3182"/>
                    <a:pt x="12356" y="3311"/>
                    <a:pt x="12426" y="3400"/>
                  </a:cubicBezTo>
                  <a:cubicBezTo>
                    <a:pt x="12604" y="3625"/>
                    <a:pt x="12776" y="3862"/>
                    <a:pt x="12937" y="4105"/>
                  </a:cubicBezTo>
                  <a:cubicBezTo>
                    <a:pt x="12976" y="4165"/>
                    <a:pt x="13041" y="4197"/>
                    <a:pt x="13109" y="4197"/>
                  </a:cubicBezTo>
                  <a:cubicBezTo>
                    <a:pt x="13148" y="4197"/>
                    <a:pt x="13188" y="4186"/>
                    <a:pt x="13224" y="4163"/>
                  </a:cubicBezTo>
                  <a:cubicBezTo>
                    <a:pt x="13318" y="4100"/>
                    <a:pt x="13344" y="3972"/>
                    <a:pt x="13281" y="3876"/>
                  </a:cubicBezTo>
                  <a:cubicBezTo>
                    <a:pt x="13114" y="3623"/>
                    <a:pt x="12935" y="3377"/>
                    <a:pt x="12749" y="3143"/>
                  </a:cubicBezTo>
                  <a:cubicBezTo>
                    <a:pt x="12708" y="3092"/>
                    <a:pt x="12648" y="3065"/>
                    <a:pt x="12588" y="3065"/>
                  </a:cubicBezTo>
                  <a:close/>
                  <a:moveTo>
                    <a:pt x="20208" y="3586"/>
                  </a:moveTo>
                  <a:cubicBezTo>
                    <a:pt x="20192" y="3586"/>
                    <a:pt x="20177" y="3588"/>
                    <a:pt x="20162" y="3591"/>
                  </a:cubicBezTo>
                  <a:cubicBezTo>
                    <a:pt x="19869" y="3660"/>
                    <a:pt x="19575" y="3740"/>
                    <a:pt x="19290" y="3828"/>
                  </a:cubicBezTo>
                  <a:cubicBezTo>
                    <a:pt x="19182" y="3864"/>
                    <a:pt x="19120" y="3979"/>
                    <a:pt x="19155" y="4089"/>
                  </a:cubicBezTo>
                  <a:cubicBezTo>
                    <a:pt x="19182" y="4178"/>
                    <a:pt x="19263" y="4234"/>
                    <a:pt x="19352" y="4234"/>
                  </a:cubicBezTo>
                  <a:cubicBezTo>
                    <a:pt x="19373" y="4234"/>
                    <a:pt x="19393" y="4231"/>
                    <a:pt x="19414" y="4224"/>
                  </a:cubicBezTo>
                  <a:cubicBezTo>
                    <a:pt x="19690" y="4139"/>
                    <a:pt x="19974" y="4061"/>
                    <a:pt x="20256" y="3993"/>
                  </a:cubicBezTo>
                  <a:cubicBezTo>
                    <a:pt x="20367" y="3968"/>
                    <a:pt x="20436" y="3857"/>
                    <a:pt x="20410" y="3745"/>
                  </a:cubicBezTo>
                  <a:cubicBezTo>
                    <a:pt x="20387" y="3649"/>
                    <a:pt x="20301" y="3586"/>
                    <a:pt x="20208" y="3586"/>
                  </a:cubicBezTo>
                  <a:close/>
                  <a:moveTo>
                    <a:pt x="18515" y="4115"/>
                  </a:moveTo>
                  <a:cubicBezTo>
                    <a:pt x="18490" y="4115"/>
                    <a:pt x="18464" y="4120"/>
                    <a:pt x="18439" y="4130"/>
                  </a:cubicBezTo>
                  <a:cubicBezTo>
                    <a:pt x="18297" y="4185"/>
                    <a:pt x="18154" y="4245"/>
                    <a:pt x="18016" y="4305"/>
                  </a:cubicBezTo>
                  <a:cubicBezTo>
                    <a:pt x="17881" y="4364"/>
                    <a:pt x="17746" y="4426"/>
                    <a:pt x="17612" y="4489"/>
                  </a:cubicBezTo>
                  <a:cubicBezTo>
                    <a:pt x="17509" y="4539"/>
                    <a:pt x="17464" y="4663"/>
                    <a:pt x="17514" y="4766"/>
                  </a:cubicBezTo>
                  <a:cubicBezTo>
                    <a:pt x="17550" y="4840"/>
                    <a:pt x="17624" y="4883"/>
                    <a:pt x="17700" y="4883"/>
                  </a:cubicBezTo>
                  <a:cubicBezTo>
                    <a:pt x="17730" y="4883"/>
                    <a:pt x="17760" y="4876"/>
                    <a:pt x="17791" y="4863"/>
                  </a:cubicBezTo>
                  <a:cubicBezTo>
                    <a:pt x="17920" y="4801"/>
                    <a:pt x="18051" y="4741"/>
                    <a:pt x="18180" y="4684"/>
                  </a:cubicBezTo>
                  <a:cubicBezTo>
                    <a:pt x="18315" y="4626"/>
                    <a:pt x="18453" y="4567"/>
                    <a:pt x="18590" y="4514"/>
                  </a:cubicBezTo>
                  <a:cubicBezTo>
                    <a:pt x="18696" y="4472"/>
                    <a:pt x="18749" y="4353"/>
                    <a:pt x="18707" y="4247"/>
                  </a:cubicBezTo>
                  <a:cubicBezTo>
                    <a:pt x="18674" y="4165"/>
                    <a:pt x="18597" y="4115"/>
                    <a:pt x="18515" y="4115"/>
                  </a:cubicBezTo>
                  <a:close/>
                  <a:moveTo>
                    <a:pt x="16912" y="4877"/>
                  </a:moveTo>
                  <a:cubicBezTo>
                    <a:pt x="16878" y="4877"/>
                    <a:pt x="16844" y="4885"/>
                    <a:pt x="16812" y="4902"/>
                  </a:cubicBezTo>
                  <a:cubicBezTo>
                    <a:pt x="16562" y="5041"/>
                    <a:pt x="16302" y="5193"/>
                    <a:pt x="16038" y="5358"/>
                  </a:cubicBezTo>
                  <a:cubicBezTo>
                    <a:pt x="15940" y="5416"/>
                    <a:pt x="15910" y="5544"/>
                    <a:pt x="15971" y="5641"/>
                  </a:cubicBezTo>
                  <a:cubicBezTo>
                    <a:pt x="16010" y="5705"/>
                    <a:pt x="16077" y="5741"/>
                    <a:pt x="16146" y="5741"/>
                  </a:cubicBezTo>
                  <a:cubicBezTo>
                    <a:pt x="16183" y="5741"/>
                    <a:pt x="16220" y="5730"/>
                    <a:pt x="16254" y="5709"/>
                  </a:cubicBezTo>
                  <a:cubicBezTo>
                    <a:pt x="16513" y="5549"/>
                    <a:pt x="16768" y="5400"/>
                    <a:pt x="17013" y="5264"/>
                  </a:cubicBezTo>
                  <a:cubicBezTo>
                    <a:pt x="17112" y="5209"/>
                    <a:pt x="17147" y="5083"/>
                    <a:pt x="17092" y="4984"/>
                  </a:cubicBezTo>
                  <a:cubicBezTo>
                    <a:pt x="17055" y="4915"/>
                    <a:pt x="16984" y="4877"/>
                    <a:pt x="16912" y="4877"/>
                  </a:cubicBezTo>
                  <a:close/>
                  <a:moveTo>
                    <a:pt x="13566" y="4544"/>
                  </a:moveTo>
                  <a:cubicBezTo>
                    <a:pt x="13533" y="4544"/>
                    <a:pt x="13500" y="4552"/>
                    <a:pt x="13468" y="4569"/>
                  </a:cubicBezTo>
                  <a:cubicBezTo>
                    <a:pt x="13367" y="4622"/>
                    <a:pt x="13330" y="4748"/>
                    <a:pt x="13383" y="4849"/>
                  </a:cubicBezTo>
                  <a:cubicBezTo>
                    <a:pt x="13516" y="5097"/>
                    <a:pt x="13637" y="5361"/>
                    <a:pt x="13740" y="5632"/>
                  </a:cubicBezTo>
                  <a:cubicBezTo>
                    <a:pt x="13771" y="5716"/>
                    <a:pt x="13849" y="5765"/>
                    <a:pt x="13933" y="5765"/>
                  </a:cubicBezTo>
                  <a:cubicBezTo>
                    <a:pt x="13958" y="5765"/>
                    <a:pt x="13982" y="5762"/>
                    <a:pt x="14007" y="5753"/>
                  </a:cubicBezTo>
                  <a:cubicBezTo>
                    <a:pt x="14113" y="5712"/>
                    <a:pt x="14167" y="5592"/>
                    <a:pt x="14126" y="5485"/>
                  </a:cubicBezTo>
                  <a:cubicBezTo>
                    <a:pt x="14016" y="5198"/>
                    <a:pt x="13890" y="4918"/>
                    <a:pt x="13748" y="4654"/>
                  </a:cubicBezTo>
                  <a:cubicBezTo>
                    <a:pt x="13712" y="4584"/>
                    <a:pt x="13640" y="4544"/>
                    <a:pt x="13566" y="4544"/>
                  </a:cubicBezTo>
                  <a:close/>
                  <a:moveTo>
                    <a:pt x="434" y="4507"/>
                  </a:moveTo>
                  <a:cubicBezTo>
                    <a:pt x="346" y="4507"/>
                    <a:pt x="264" y="4563"/>
                    <a:pt x="236" y="4651"/>
                  </a:cubicBezTo>
                  <a:cubicBezTo>
                    <a:pt x="142" y="4948"/>
                    <a:pt x="75" y="5251"/>
                    <a:pt x="36" y="5553"/>
                  </a:cubicBezTo>
                  <a:cubicBezTo>
                    <a:pt x="22" y="5666"/>
                    <a:pt x="102" y="5769"/>
                    <a:pt x="215" y="5783"/>
                  </a:cubicBezTo>
                  <a:cubicBezTo>
                    <a:pt x="224" y="5785"/>
                    <a:pt x="233" y="5785"/>
                    <a:pt x="242" y="5785"/>
                  </a:cubicBezTo>
                  <a:cubicBezTo>
                    <a:pt x="344" y="5785"/>
                    <a:pt x="433" y="5709"/>
                    <a:pt x="447" y="5604"/>
                  </a:cubicBezTo>
                  <a:cubicBezTo>
                    <a:pt x="483" y="5329"/>
                    <a:pt x="543" y="5049"/>
                    <a:pt x="630" y="4775"/>
                  </a:cubicBezTo>
                  <a:cubicBezTo>
                    <a:pt x="665" y="4667"/>
                    <a:pt x="605" y="4550"/>
                    <a:pt x="495" y="4516"/>
                  </a:cubicBezTo>
                  <a:cubicBezTo>
                    <a:pt x="475" y="4510"/>
                    <a:pt x="454" y="4507"/>
                    <a:pt x="434" y="4507"/>
                  </a:cubicBezTo>
                  <a:close/>
                  <a:moveTo>
                    <a:pt x="15399" y="5807"/>
                  </a:moveTo>
                  <a:cubicBezTo>
                    <a:pt x="15359" y="5807"/>
                    <a:pt x="15320" y="5818"/>
                    <a:pt x="15285" y="5842"/>
                  </a:cubicBezTo>
                  <a:cubicBezTo>
                    <a:pt x="15058" y="5992"/>
                    <a:pt x="14817" y="6159"/>
                    <a:pt x="14548" y="6347"/>
                  </a:cubicBezTo>
                  <a:cubicBezTo>
                    <a:pt x="14454" y="6412"/>
                    <a:pt x="14432" y="6540"/>
                    <a:pt x="14498" y="6634"/>
                  </a:cubicBezTo>
                  <a:cubicBezTo>
                    <a:pt x="14537" y="6692"/>
                    <a:pt x="14603" y="6722"/>
                    <a:pt x="14666" y="6722"/>
                  </a:cubicBezTo>
                  <a:cubicBezTo>
                    <a:pt x="14707" y="6722"/>
                    <a:pt x="14750" y="6710"/>
                    <a:pt x="14785" y="6685"/>
                  </a:cubicBezTo>
                  <a:cubicBezTo>
                    <a:pt x="15051" y="6499"/>
                    <a:pt x="15290" y="6336"/>
                    <a:pt x="15513" y="6185"/>
                  </a:cubicBezTo>
                  <a:cubicBezTo>
                    <a:pt x="15609" y="6122"/>
                    <a:pt x="15634" y="5994"/>
                    <a:pt x="15572" y="5898"/>
                  </a:cubicBezTo>
                  <a:cubicBezTo>
                    <a:pt x="15532" y="5839"/>
                    <a:pt x="15466" y="5807"/>
                    <a:pt x="15399" y="5807"/>
                  </a:cubicBezTo>
                  <a:close/>
                  <a:moveTo>
                    <a:pt x="214" y="6258"/>
                  </a:moveTo>
                  <a:cubicBezTo>
                    <a:pt x="209" y="6258"/>
                    <a:pt x="205" y="6258"/>
                    <a:pt x="201" y="6258"/>
                  </a:cubicBezTo>
                  <a:cubicBezTo>
                    <a:pt x="87" y="6267"/>
                    <a:pt x="1" y="6364"/>
                    <a:pt x="8" y="6480"/>
                  </a:cubicBezTo>
                  <a:cubicBezTo>
                    <a:pt x="11" y="6513"/>
                    <a:pt x="13" y="6547"/>
                    <a:pt x="16" y="6582"/>
                  </a:cubicBezTo>
                  <a:cubicBezTo>
                    <a:pt x="41" y="6857"/>
                    <a:pt x="94" y="7132"/>
                    <a:pt x="178" y="7397"/>
                  </a:cubicBezTo>
                  <a:cubicBezTo>
                    <a:pt x="204" y="7486"/>
                    <a:pt x="286" y="7543"/>
                    <a:pt x="374" y="7543"/>
                  </a:cubicBezTo>
                  <a:cubicBezTo>
                    <a:pt x="394" y="7543"/>
                    <a:pt x="415" y="7539"/>
                    <a:pt x="435" y="7534"/>
                  </a:cubicBezTo>
                  <a:cubicBezTo>
                    <a:pt x="545" y="7500"/>
                    <a:pt x="607" y="7383"/>
                    <a:pt x="573" y="7275"/>
                  </a:cubicBezTo>
                  <a:cubicBezTo>
                    <a:pt x="498" y="7036"/>
                    <a:pt x="451" y="6791"/>
                    <a:pt x="428" y="6545"/>
                  </a:cubicBezTo>
                  <a:cubicBezTo>
                    <a:pt x="426" y="6513"/>
                    <a:pt x="422" y="6483"/>
                    <a:pt x="420" y="6451"/>
                  </a:cubicBezTo>
                  <a:cubicBezTo>
                    <a:pt x="414" y="6342"/>
                    <a:pt x="322" y="6258"/>
                    <a:pt x="214" y="6258"/>
                  </a:cubicBezTo>
                  <a:close/>
                  <a:moveTo>
                    <a:pt x="14200" y="6198"/>
                  </a:moveTo>
                  <a:cubicBezTo>
                    <a:pt x="14183" y="6198"/>
                    <a:pt x="14166" y="6200"/>
                    <a:pt x="14149" y="6205"/>
                  </a:cubicBezTo>
                  <a:cubicBezTo>
                    <a:pt x="14039" y="6233"/>
                    <a:pt x="13972" y="6347"/>
                    <a:pt x="14000" y="6456"/>
                  </a:cubicBezTo>
                  <a:cubicBezTo>
                    <a:pt x="14037" y="6600"/>
                    <a:pt x="14071" y="6747"/>
                    <a:pt x="14099" y="6894"/>
                  </a:cubicBezTo>
                  <a:cubicBezTo>
                    <a:pt x="14059" y="6847"/>
                    <a:pt x="14000" y="6823"/>
                    <a:pt x="13942" y="6823"/>
                  </a:cubicBezTo>
                  <a:cubicBezTo>
                    <a:pt x="13900" y="6823"/>
                    <a:pt x="13859" y="6835"/>
                    <a:pt x="13823" y="6861"/>
                  </a:cubicBezTo>
                  <a:lnTo>
                    <a:pt x="13552" y="7055"/>
                  </a:lnTo>
                  <a:cubicBezTo>
                    <a:pt x="13401" y="7164"/>
                    <a:pt x="13250" y="7272"/>
                    <a:pt x="13100" y="7378"/>
                  </a:cubicBezTo>
                  <a:cubicBezTo>
                    <a:pt x="13008" y="7445"/>
                    <a:pt x="12986" y="7573"/>
                    <a:pt x="13052" y="7667"/>
                  </a:cubicBezTo>
                  <a:cubicBezTo>
                    <a:pt x="13093" y="7724"/>
                    <a:pt x="13157" y="7754"/>
                    <a:pt x="13220" y="7754"/>
                  </a:cubicBezTo>
                  <a:cubicBezTo>
                    <a:pt x="13263" y="7754"/>
                    <a:pt x="13304" y="7741"/>
                    <a:pt x="13341" y="7715"/>
                  </a:cubicBezTo>
                  <a:cubicBezTo>
                    <a:pt x="13491" y="7607"/>
                    <a:pt x="13642" y="7498"/>
                    <a:pt x="13793" y="7390"/>
                  </a:cubicBezTo>
                  <a:lnTo>
                    <a:pt x="14062" y="7197"/>
                  </a:lnTo>
                  <a:cubicBezTo>
                    <a:pt x="14097" y="7172"/>
                    <a:pt x="14124" y="7137"/>
                    <a:pt x="14136" y="7100"/>
                  </a:cubicBezTo>
                  <a:cubicBezTo>
                    <a:pt x="14149" y="7167"/>
                    <a:pt x="14160" y="7236"/>
                    <a:pt x="14170" y="7305"/>
                  </a:cubicBezTo>
                  <a:cubicBezTo>
                    <a:pt x="14185" y="7409"/>
                    <a:pt x="14273" y="7483"/>
                    <a:pt x="14375" y="7483"/>
                  </a:cubicBezTo>
                  <a:cubicBezTo>
                    <a:pt x="14384" y="7483"/>
                    <a:pt x="14394" y="7482"/>
                    <a:pt x="14404" y="7481"/>
                  </a:cubicBezTo>
                  <a:cubicBezTo>
                    <a:pt x="14517" y="7463"/>
                    <a:pt x="14595" y="7358"/>
                    <a:pt x="14580" y="7245"/>
                  </a:cubicBezTo>
                  <a:cubicBezTo>
                    <a:pt x="14535" y="6944"/>
                    <a:pt x="14475" y="6643"/>
                    <a:pt x="14401" y="6354"/>
                  </a:cubicBezTo>
                  <a:cubicBezTo>
                    <a:pt x="14377" y="6261"/>
                    <a:pt x="14293" y="6198"/>
                    <a:pt x="14200" y="6198"/>
                  </a:cubicBezTo>
                  <a:close/>
                  <a:moveTo>
                    <a:pt x="12494" y="7851"/>
                  </a:moveTo>
                  <a:cubicBezTo>
                    <a:pt x="12454" y="7851"/>
                    <a:pt x="12413" y="7863"/>
                    <a:pt x="12377" y="7888"/>
                  </a:cubicBezTo>
                  <a:cubicBezTo>
                    <a:pt x="12208" y="8005"/>
                    <a:pt x="12054" y="8112"/>
                    <a:pt x="11902" y="8213"/>
                  </a:cubicBezTo>
                  <a:cubicBezTo>
                    <a:pt x="11817" y="8269"/>
                    <a:pt x="11732" y="8326"/>
                    <a:pt x="11647" y="8383"/>
                  </a:cubicBezTo>
                  <a:cubicBezTo>
                    <a:pt x="11551" y="8445"/>
                    <a:pt x="11524" y="8572"/>
                    <a:pt x="11586" y="8668"/>
                  </a:cubicBezTo>
                  <a:cubicBezTo>
                    <a:pt x="11625" y="8730"/>
                    <a:pt x="11693" y="8762"/>
                    <a:pt x="11760" y="8762"/>
                  </a:cubicBezTo>
                  <a:cubicBezTo>
                    <a:pt x="11799" y="8762"/>
                    <a:pt x="11838" y="8751"/>
                    <a:pt x="11872" y="8728"/>
                  </a:cubicBezTo>
                  <a:cubicBezTo>
                    <a:pt x="11960" y="8672"/>
                    <a:pt x="12047" y="8613"/>
                    <a:pt x="12132" y="8556"/>
                  </a:cubicBezTo>
                  <a:cubicBezTo>
                    <a:pt x="12286" y="8454"/>
                    <a:pt x="12442" y="8346"/>
                    <a:pt x="12612" y="8229"/>
                  </a:cubicBezTo>
                  <a:cubicBezTo>
                    <a:pt x="12706" y="8163"/>
                    <a:pt x="12729" y="8034"/>
                    <a:pt x="12664" y="7940"/>
                  </a:cubicBezTo>
                  <a:cubicBezTo>
                    <a:pt x="12624" y="7883"/>
                    <a:pt x="12560" y="7851"/>
                    <a:pt x="12494" y="7851"/>
                  </a:cubicBezTo>
                  <a:close/>
                  <a:moveTo>
                    <a:pt x="729" y="7941"/>
                  </a:moveTo>
                  <a:cubicBezTo>
                    <a:pt x="694" y="7941"/>
                    <a:pt x="659" y="7949"/>
                    <a:pt x="626" y="7968"/>
                  </a:cubicBezTo>
                  <a:cubicBezTo>
                    <a:pt x="527" y="8025"/>
                    <a:pt x="493" y="8151"/>
                    <a:pt x="550" y="8250"/>
                  </a:cubicBezTo>
                  <a:cubicBezTo>
                    <a:pt x="700" y="8512"/>
                    <a:pt x="881" y="8767"/>
                    <a:pt x="1089" y="9005"/>
                  </a:cubicBezTo>
                  <a:cubicBezTo>
                    <a:pt x="1129" y="9051"/>
                    <a:pt x="1188" y="9076"/>
                    <a:pt x="1245" y="9076"/>
                  </a:cubicBezTo>
                  <a:cubicBezTo>
                    <a:pt x="1292" y="9076"/>
                    <a:pt x="1342" y="9058"/>
                    <a:pt x="1381" y="9024"/>
                  </a:cubicBezTo>
                  <a:cubicBezTo>
                    <a:pt x="1466" y="8948"/>
                    <a:pt x="1475" y="8819"/>
                    <a:pt x="1400" y="8732"/>
                  </a:cubicBezTo>
                  <a:cubicBezTo>
                    <a:pt x="1211" y="8516"/>
                    <a:pt x="1046" y="8284"/>
                    <a:pt x="908" y="8044"/>
                  </a:cubicBezTo>
                  <a:cubicBezTo>
                    <a:pt x="870" y="7978"/>
                    <a:pt x="801" y="7941"/>
                    <a:pt x="729" y="7941"/>
                  </a:cubicBezTo>
                  <a:close/>
                  <a:moveTo>
                    <a:pt x="14457" y="7952"/>
                  </a:moveTo>
                  <a:cubicBezTo>
                    <a:pt x="14455" y="7952"/>
                    <a:pt x="14452" y="7952"/>
                    <a:pt x="14450" y="7952"/>
                  </a:cubicBezTo>
                  <a:cubicBezTo>
                    <a:pt x="14335" y="7959"/>
                    <a:pt x="14246" y="8055"/>
                    <a:pt x="14253" y="8170"/>
                  </a:cubicBezTo>
                  <a:cubicBezTo>
                    <a:pt x="14259" y="8291"/>
                    <a:pt x="14262" y="8413"/>
                    <a:pt x="14262" y="8535"/>
                  </a:cubicBezTo>
                  <a:cubicBezTo>
                    <a:pt x="14262" y="8562"/>
                    <a:pt x="14264" y="8588"/>
                    <a:pt x="14264" y="8615"/>
                  </a:cubicBezTo>
                  <a:cubicBezTo>
                    <a:pt x="14264" y="8755"/>
                    <a:pt x="14261" y="8897"/>
                    <a:pt x="14253" y="9038"/>
                  </a:cubicBezTo>
                  <a:cubicBezTo>
                    <a:pt x="14248" y="9152"/>
                    <a:pt x="14337" y="9249"/>
                    <a:pt x="14450" y="9255"/>
                  </a:cubicBezTo>
                  <a:lnTo>
                    <a:pt x="14461" y="9255"/>
                  </a:lnTo>
                  <a:cubicBezTo>
                    <a:pt x="14571" y="9255"/>
                    <a:pt x="14661" y="9168"/>
                    <a:pt x="14666" y="9056"/>
                  </a:cubicBezTo>
                  <a:cubicBezTo>
                    <a:pt x="14673" y="8909"/>
                    <a:pt x="14677" y="8760"/>
                    <a:pt x="14677" y="8615"/>
                  </a:cubicBezTo>
                  <a:cubicBezTo>
                    <a:pt x="14677" y="8587"/>
                    <a:pt x="14677" y="8560"/>
                    <a:pt x="14677" y="8532"/>
                  </a:cubicBezTo>
                  <a:cubicBezTo>
                    <a:pt x="14675" y="8404"/>
                    <a:pt x="14672" y="8276"/>
                    <a:pt x="14666" y="8149"/>
                  </a:cubicBezTo>
                  <a:cubicBezTo>
                    <a:pt x="14661" y="8038"/>
                    <a:pt x="14567" y="7952"/>
                    <a:pt x="14457" y="7952"/>
                  </a:cubicBezTo>
                  <a:close/>
                  <a:moveTo>
                    <a:pt x="11007" y="8820"/>
                  </a:moveTo>
                  <a:cubicBezTo>
                    <a:pt x="10971" y="8820"/>
                    <a:pt x="10934" y="8830"/>
                    <a:pt x="10901" y="8851"/>
                  </a:cubicBezTo>
                  <a:cubicBezTo>
                    <a:pt x="10642" y="9005"/>
                    <a:pt x="10385" y="9150"/>
                    <a:pt x="10137" y="9283"/>
                  </a:cubicBezTo>
                  <a:cubicBezTo>
                    <a:pt x="10036" y="9336"/>
                    <a:pt x="9999" y="9462"/>
                    <a:pt x="10052" y="9561"/>
                  </a:cubicBezTo>
                  <a:cubicBezTo>
                    <a:pt x="10089" y="9632"/>
                    <a:pt x="10160" y="9671"/>
                    <a:pt x="10234" y="9671"/>
                  </a:cubicBezTo>
                  <a:cubicBezTo>
                    <a:pt x="10266" y="9671"/>
                    <a:pt x="10300" y="9664"/>
                    <a:pt x="10332" y="9648"/>
                  </a:cubicBezTo>
                  <a:cubicBezTo>
                    <a:pt x="10585" y="9512"/>
                    <a:pt x="10849" y="9363"/>
                    <a:pt x="11113" y="9205"/>
                  </a:cubicBezTo>
                  <a:cubicBezTo>
                    <a:pt x="11211" y="9147"/>
                    <a:pt x="11243" y="9019"/>
                    <a:pt x="11184" y="8921"/>
                  </a:cubicBezTo>
                  <a:cubicBezTo>
                    <a:pt x="11146" y="8856"/>
                    <a:pt x="11077" y="8820"/>
                    <a:pt x="11007" y="8820"/>
                  </a:cubicBezTo>
                  <a:close/>
                  <a:moveTo>
                    <a:pt x="1885" y="9275"/>
                  </a:moveTo>
                  <a:cubicBezTo>
                    <a:pt x="1825" y="9275"/>
                    <a:pt x="1765" y="9302"/>
                    <a:pt x="1725" y="9352"/>
                  </a:cubicBezTo>
                  <a:cubicBezTo>
                    <a:pt x="1652" y="9441"/>
                    <a:pt x="1666" y="9572"/>
                    <a:pt x="1755" y="9643"/>
                  </a:cubicBezTo>
                  <a:cubicBezTo>
                    <a:pt x="1991" y="9832"/>
                    <a:pt x="2246" y="10008"/>
                    <a:pt x="2513" y="10162"/>
                  </a:cubicBezTo>
                  <a:cubicBezTo>
                    <a:pt x="2547" y="10181"/>
                    <a:pt x="2582" y="10190"/>
                    <a:pt x="2616" y="10190"/>
                  </a:cubicBezTo>
                  <a:cubicBezTo>
                    <a:pt x="2689" y="10190"/>
                    <a:pt x="2758" y="10153"/>
                    <a:pt x="2797" y="10087"/>
                  </a:cubicBezTo>
                  <a:cubicBezTo>
                    <a:pt x="2854" y="9988"/>
                    <a:pt x="2820" y="9862"/>
                    <a:pt x="2721" y="9804"/>
                  </a:cubicBezTo>
                  <a:cubicBezTo>
                    <a:pt x="2471" y="9660"/>
                    <a:pt x="2233" y="9497"/>
                    <a:pt x="2015" y="9322"/>
                  </a:cubicBezTo>
                  <a:cubicBezTo>
                    <a:pt x="1977" y="9291"/>
                    <a:pt x="1931" y="9275"/>
                    <a:pt x="1885" y="9275"/>
                  </a:cubicBezTo>
                  <a:close/>
                  <a:moveTo>
                    <a:pt x="9438" y="9652"/>
                  </a:moveTo>
                  <a:cubicBezTo>
                    <a:pt x="9409" y="9652"/>
                    <a:pt x="9380" y="9658"/>
                    <a:pt x="9352" y="9671"/>
                  </a:cubicBezTo>
                  <a:cubicBezTo>
                    <a:pt x="9081" y="9795"/>
                    <a:pt x="8810" y="9909"/>
                    <a:pt x="8547" y="10006"/>
                  </a:cubicBezTo>
                  <a:cubicBezTo>
                    <a:pt x="8439" y="10047"/>
                    <a:pt x="8384" y="10165"/>
                    <a:pt x="8425" y="10272"/>
                  </a:cubicBezTo>
                  <a:cubicBezTo>
                    <a:pt x="8455" y="10355"/>
                    <a:pt x="8535" y="10406"/>
                    <a:pt x="8618" y="10406"/>
                  </a:cubicBezTo>
                  <a:cubicBezTo>
                    <a:pt x="8643" y="10406"/>
                    <a:pt x="8668" y="10403"/>
                    <a:pt x="8691" y="10394"/>
                  </a:cubicBezTo>
                  <a:cubicBezTo>
                    <a:pt x="8964" y="10291"/>
                    <a:pt x="9244" y="10176"/>
                    <a:pt x="9524" y="10047"/>
                  </a:cubicBezTo>
                  <a:cubicBezTo>
                    <a:pt x="9628" y="9999"/>
                    <a:pt x="9674" y="9877"/>
                    <a:pt x="9627" y="9774"/>
                  </a:cubicBezTo>
                  <a:cubicBezTo>
                    <a:pt x="9592" y="9697"/>
                    <a:pt x="9517" y="9652"/>
                    <a:pt x="9438" y="9652"/>
                  </a:cubicBezTo>
                  <a:close/>
                  <a:moveTo>
                    <a:pt x="3417" y="10162"/>
                  </a:moveTo>
                  <a:cubicBezTo>
                    <a:pt x="3335" y="10162"/>
                    <a:pt x="3257" y="10211"/>
                    <a:pt x="3224" y="10293"/>
                  </a:cubicBezTo>
                  <a:cubicBezTo>
                    <a:pt x="3181" y="10399"/>
                    <a:pt x="3235" y="10520"/>
                    <a:pt x="3341" y="10561"/>
                  </a:cubicBezTo>
                  <a:cubicBezTo>
                    <a:pt x="3626" y="10674"/>
                    <a:pt x="3920" y="10766"/>
                    <a:pt x="4216" y="10835"/>
                  </a:cubicBezTo>
                  <a:cubicBezTo>
                    <a:pt x="4232" y="10839"/>
                    <a:pt x="4248" y="10841"/>
                    <a:pt x="4264" y="10841"/>
                  </a:cubicBezTo>
                  <a:cubicBezTo>
                    <a:pt x="4358" y="10841"/>
                    <a:pt x="4443" y="10775"/>
                    <a:pt x="4464" y="10681"/>
                  </a:cubicBezTo>
                  <a:cubicBezTo>
                    <a:pt x="4491" y="10570"/>
                    <a:pt x="4422" y="10458"/>
                    <a:pt x="4310" y="10433"/>
                  </a:cubicBezTo>
                  <a:cubicBezTo>
                    <a:pt x="4034" y="10367"/>
                    <a:pt x="3759" y="10282"/>
                    <a:pt x="3492" y="10176"/>
                  </a:cubicBezTo>
                  <a:cubicBezTo>
                    <a:pt x="3467" y="10167"/>
                    <a:pt x="3442" y="10162"/>
                    <a:pt x="3417" y="10162"/>
                  </a:cubicBezTo>
                  <a:close/>
                  <a:moveTo>
                    <a:pt x="7775" y="10268"/>
                  </a:moveTo>
                  <a:cubicBezTo>
                    <a:pt x="7757" y="10268"/>
                    <a:pt x="7738" y="10270"/>
                    <a:pt x="7720" y="10275"/>
                  </a:cubicBezTo>
                  <a:cubicBezTo>
                    <a:pt x="7434" y="10355"/>
                    <a:pt x="7151" y="10419"/>
                    <a:pt x="6874" y="10467"/>
                  </a:cubicBezTo>
                  <a:cubicBezTo>
                    <a:pt x="6761" y="10486"/>
                    <a:pt x="6685" y="10593"/>
                    <a:pt x="6704" y="10706"/>
                  </a:cubicBezTo>
                  <a:cubicBezTo>
                    <a:pt x="6722" y="10805"/>
                    <a:pt x="6811" y="10878"/>
                    <a:pt x="6908" y="10878"/>
                  </a:cubicBezTo>
                  <a:cubicBezTo>
                    <a:pt x="6921" y="10878"/>
                    <a:pt x="6931" y="10876"/>
                    <a:pt x="6944" y="10874"/>
                  </a:cubicBezTo>
                  <a:cubicBezTo>
                    <a:pt x="7234" y="10825"/>
                    <a:pt x="7532" y="10757"/>
                    <a:pt x="7830" y="10674"/>
                  </a:cubicBezTo>
                  <a:cubicBezTo>
                    <a:pt x="7939" y="10644"/>
                    <a:pt x="8005" y="10529"/>
                    <a:pt x="7973" y="10419"/>
                  </a:cubicBezTo>
                  <a:cubicBezTo>
                    <a:pt x="7948" y="10327"/>
                    <a:pt x="7865" y="10268"/>
                    <a:pt x="7775" y="10268"/>
                  </a:cubicBezTo>
                  <a:close/>
                  <a:moveTo>
                    <a:pt x="5139" y="10562"/>
                  </a:moveTo>
                  <a:cubicBezTo>
                    <a:pt x="5033" y="10562"/>
                    <a:pt x="4942" y="10644"/>
                    <a:pt x="4934" y="10752"/>
                  </a:cubicBezTo>
                  <a:cubicBezTo>
                    <a:pt x="4925" y="10867"/>
                    <a:pt x="5012" y="10966"/>
                    <a:pt x="5125" y="10974"/>
                  </a:cubicBezTo>
                  <a:cubicBezTo>
                    <a:pt x="5189" y="10979"/>
                    <a:pt x="5253" y="10982"/>
                    <a:pt x="5317" y="10986"/>
                  </a:cubicBezTo>
                  <a:cubicBezTo>
                    <a:pt x="5412" y="10989"/>
                    <a:pt x="5512" y="10991"/>
                    <a:pt x="5607" y="10991"/>
                  </a:cubicBezTo>
                  <a:lnTo>
                    <a:pt x="5609" y="10991"/>
                  </a:lnTo>
                  <a:cubicBezTo>
                    <a:pt x="5751" y="10991"/>
                    <a:pt x="5896" y="10988"/>
                    <a:pt x="6040" y="10979"/>
                  </a:cubicBezTo>
                  <a:cubicBezTo>
                    <a:pt x="6153" y="10972"/>
                    <a:pt x="6240" y="10874"/>
                    <a:pt x="6233" y="10761"/>
                  </a:cubicBezTo>
                  <a:cubicBezTo>
                    <a:pt x="6228" y="10650"/>
                    <a:pt x="6136" y="10566"/>
                    <a:pt x="6028" y="10566"/>
                  </a:cubicBezTo>
                  <a:cubicBezTo>
                    <a:pt x="6024" y="10566"/>
                    <a:pt x="6019" y="10566"/>
                    <a:pt x="6015" y="10566"/>
                  </a:cubicBezTo>
                  <a:cubicBezTo>
                    <a:pt x="5880" y="10573"/>
                    <a:pt x="5742" y="10578"/>
                    <a:pt x="5609" y="10578"/>
                  </a:cubicBezTo>
                  <a:lnTo>
                    <a:pt x="5607" y="10578"/>
                  </a:lnTo>
                  <a:cubicBezTo>
                    <a:pt x="5517" y="10578"/>
                    <a:pt x="5423" y="10577"/>
                    <a:pt x="5333" y="10571"/>
                  </a:cubicBezTo>
                  <a:cubicBezTo>
                    <a:pt x="5274" y="10570"/>
                    <a:pt x="5214" y="10566"/>
                    <a:pt x="5156" y="10562"/>
                  </a:cubicBezTo>
                  <a:cubicBezTo>
                    <a:pt x="5150" y="10562"/>
                    <a:pt x="5145" y="10562"/>
                    <a:pt x="5139" y="10562"/>
                  </a:cubicBezTo>
                  <a:close/>
                  <a:moveTo>
                    <a:pt x="14381" y="9724"/>
                  </a:moveTo>
                  <a:cubicBezTo>
                    <a:pt x="14279" y="9724"/>
                    <a:pt x="14190" y="9799"/>
                    <a:pt x="14175" y="9903"/>
                  </a:cubicBezTo>
                  <a:cubicBezTo>
                    <a:pt x="14136" y="10189"/>
                    <a:pt x="14083" y="10476"/>
                    <a:pt x="14020" y="10759"/>
                  </a:cubicBezTo>
                  <a:cubicBezTo>
                    <a:pt x="13995" y="10871"/>
                    <a:pt x="14064" y="10981"/>
                    <a:pt x="14175" y="11007"/>
                  </a:cubicBezTo>
                  <a:cubicBezTo>
                    <a:pt x="14191" y="11009"/>
                    <a:pt x="14207" y="11011"/>
                    <a:pt x="14222" y="11011"/>
                  </a:cubicBezTo>
                  <a:cubicBezTo>
                    <a:pt x="14315" y="11011"/>
                    <a:pt x="14402" y="10947"/>
                    <a:pt x="14424" y="10851"/>
                  </a:cubicBezTo>
                  <a:cubicBezTo>
                    <a:pt x="14491" y="10555"/>
                    <a:pt x="14544" y="10256"/>
                    <a:pt x="14585" y="9960"/>
                  </a:cubicBezTo>
                  <a:cubicBezTo>
                    <a:pt x="14601" y="9846"/>
                    <a:pt x="14521" y="9742"/>
                    <a:pt x="14408" y="9726"/>
                  </a:cubicBezTo>
                  <a:cubicBezTo>
                    <a:pt x="14399" y="9725"/>
                    <a:pt x="14390" y="9724"/>
                    <a:pt x="14381" y="9724"/>
                  </a:cubicBezTo>
                  <a:close/>
                  <a:moveTo>
                    <a:pt x="13988" y="11454"/>
                  </a:moveTo>
                  <a:cubicBezTo>
                    <a:pt x="13901" y="11454"/>
                    <a:pt x="13819" y="11511"/>
                    <a:pt x="13791" y="11599"/>
                  </a:cubicBezTo>
                  <a:cubicBezTo>
                    <a:pt x="13704" y="11872"/>
                    <a:pt x="13605" y="12148"/>
                    <a:pt x="13495" y="12418"/>
                  </a:cubicBezTo>
                  <a:cubicBezTo>
                    <a:pt x="13451" y="12522"/>
                    <a:pt x="13502" y="12643"/>
                    <a:pt x="13608" y="12687"/>
                  </a:cubicBezTo>
                  <a:cubicBezTo>
                    <a:pt x="13633" y="12698"/>
                    <a:pt x="13660" y="12703"/>
                    <a:pt x="13686" y="12703"/>
                  </a:cubicBezTo>
                  <a:cubicBezTo>
                    <a:pt x="13768" y="12703"/>
                    <a:pt x="13844" y="12653"/>
                    <a:pt x="13878" y="12574"/>
                  </a:cubicBezTo>
                  <a:cubicBezTo>
                    <a:pt x="13991" y="12294"/>
                    <a:pt x="14096" y="12008"/>
                    <a:pt x="14186" y="11723"/>
                  </a:cubicBezTo>
                  <a:cubicBezTo>
                    <a:pt x="14220" y="11615"/>
                    <a:pt x="14160" y="11498"/>
                    <a:pt x="14051" y="11464"/>
                  </a:cubicBezTo>
                  <a:cubicBezTo>
                    <a:pt x="14030" y="11458"/>
                    <a:pt x="14009" y="11454"/>
                    <a:pt x="13988" y="11454"/>
                  </a:cubicBezTo>
                  <a:close/>
                  <a:moveTo>
                    <a:pt x="13317" y="13096"/>
                  </a:moveTo>
                  <a:cubicBezTo>
                    <a:pt x="13242" y="13096"/>
                    <a:pt x="13168" y="13137"/>
                    <a:pt x="13132" y="13210"/>
                  </a:cubicBezTo>
                  <a:cubicBezTo>
                    <a:pt x="13002" y="13467"/>
                    <a:pt x="12861" y="13724"/>
                    <a:pt x="12710" y="13972"/>
                  </a:cubicBezTo>
                  <a:cubicBezTo>
                    <a:pt x="12650" y="14069"/>
                    <a:pt x="12682" y="14197"/>
                    <a:pt x="12779" y="14255"/>
                  </a:cubicBezTo>
                  <a:cubicBezTo>
                    <a:pt x="12813" y="14277"/>
                    <a:pt x="12850" y="14286"/>
                    <a:pt x="12885" y="14286"/>
                  </a:cubicBezTo>
                  <a:cubicBezTo>
                    <a:pt x="12956" y="14286"/>
                    <a:pt x="13024" y="14250"/>
                    <a:pt x="13063" y="14186"/>
                  </a:cubicBezTo>
                  <a:cubicBezTo>
                    <a:pt x="13219" y="13929"/>
                    <a:pt x="13367" y="13664"/>
                    <a:pt x="13502" y="13396"/>
                  </a:cubicBezTo>
                  <a:cubicBezTo>
                    <a:pt x="13553" y="13295"/>
                    <a:pt x="13513" y="13169"/>
                    <a:pt x="13410" y="13118"/>
                  </a:cubicBezTo>
                  <a:cubicBezTo>
                    <a:pt x="13380" y="13103"/>
                    <a:pt x="13349" y="13096"/>
                    <a:pt x="13317" y="13096"/>
                  </a:cubicBezTo>
                  <a:close/>
                  <a:moveTo>
                    <a:pt x="12397" y="14613"/>
                  </a:moveTo>
                  <a:cubicBezTo>
                    <a:pt x="12333" y="14613"/>
                    <a:pt x="12269" y="14643"/>
                    <a:pt x="12230" y="14700"/>
                  </a:cubicBezTo>
                  <a:cubicBezTo>
                    <a:pt x="12061" y="14936"/>
                    <a:pt x="11881" y="15168"/>
                    <a:pt x="11695" y="15390"/>
                  </a:cubicBezTo>
                  <a:cubicBezTo>
                    <a:pt x="11622" y="15476"/>
                    <a:pt x="11633" y="15608"/>
                    <a:pt x="11721" y="15680"/>
                  </a:cubicBezTo>
                  <a:cubicBezTo>
                    <a:pt x="11760" y="15714"/>
                    <a:pt x="11806" y="15728"/>
                    <a:pt x="11854" y="15728"/>
                  </a:cubicBezTo>
                  <a:cubicBezTo>
                    <a:pt x="11913" y="15728"/>
                    <a:pt x="11971" y="15703"/>
                    <a:pt x="12012" y="15655"/>
                  </a:cubicBezTo>
                  <a:cubicBezTo>
                    <a:pt x="12205" y="15425"/>
                    <a:pt x="12391" y="15184"/>
                    <a:pt x="12565" y="14941"/>
                  </a:cubicBezTo>
                  <a:cubicBezTo>
                    <a:pt x="12632" y="14847"/>
                    <a:pt x="12611" y="14718"/>
                    <a:pt x="12517" y="14652"/>
                  </a:cubicBezTo>
                  <a:cubicBezTo>
                    <a:pt x="12480" y="14626"/>
                    <a:pt x="12438" y="14613"/>
                    <a:pt x="12397" y="14613"/>
                  </a:cubicBezTo>
                  <a:close/>
                  <a:moveTo>
                    <a:pt x="11258" y="15974"/>
                  </a:moveTo>
                  <a:cubicBezTo>
                    <a:pt x="11204" y="15974"/>
                    <a:pt x="11150" y="15995"/>
                    <a:pt x="11110" y="16036"/>
                  </a:cubicBezTo>
                  <a:cubicBezTo>
                    <a:pt x="10908" y="16246"/>
                    <a:pt x="10695" y="16448"/>
                    <a:pt x="10479" y="16639"/>
                  </a:cubicBezTo>
                  <a:cubicBezTo>
                    <a:pt x="10394" y="16713"/>
                    <a:pt x="10385" y="16844"/>
                    <a:pt x="10461" y="16930"/>
                  </a:cubicBezTo>
                  <a:cubicBezTo>
                    <a:pt x="10502" y="16977"/>
                    <a:pt x="10559" y="17000"/>
                    <a:pt x="10615" y="17000"/>
                  </a:cubicBezTo>
                  <a:cubicBezTo>
                    <a:pt x="10665" y="17000"/>
                    <a:pt x="10713" y="16983"/>
                    <a:pt x="10752" y="16949"/>
                  </a:cubicBezTo>
                  <a:cubicBezTo>
                    <a:pt x="10977" y="16751"/>
                    <a:pt x="11197" y="16541"/>
                    <a:pt x="11407" y="16325"/>
                  </a:cubicBezTo>
                  <a:cubicBezTo>
                    <a:pt x="11487" y="16244"/>
                    <a:pt x="11485" y="16113"/>
                    <a:pt x="11402" y="16033"/>
                  </a:cubicBezTo>
                  <a:cubicBezTo>
                    <a:pt x="11362" y="15994"/>
                    <a:pt x="11310" y="15974"/>
                    <a:pt x="11258" y="15974"/>
                  </a:cubicBezTo>
                  <a:close/>
                  <a:moveTo>
                    <a:pt x="9928" y="17148"/>
                  </a:moveTo>
                  <a:cubicBezTo>
                    <a:pt x="9884" y="17148"/>
                    <a:pt x="9841" y="17162"/>
                    <a:pt x="9804" y="17190"/>
                  </a:cubicBezTo>
                  <a:cubicBezTo>
                    <a:pt x="9697" y="17270"/>
                    <a:pt x="9588" y="17350"/>
                    <a:pt x="9478" y="17426"/>
                  </a:cubicBezTo>
                  <a:cubicBezTo>
                    <a:pt x="9350" y="17514"/>
                    <a:pt x="9219" y="17603"/>
                    <a:pt x="9088" y="17688"/>
                  </a:cubicBezTo>
                  <a:cubicBezTo>
                    <a:pt x="8990" y="17748"/>
                    <a:pt x="8964" y="17876"/>
                    <a:pt x="9024" y="17973"/>
                  </a:cubicBezTo>
                  <a:cubicBezTo>
                    <a:pt x="9065" y="18034"/>
                    <a:pt x="9130" y="18067"/>
                    <a:pt x="9199" y="18067"/>
                  </a:cubicBezTo>
                  <a:cubicBezTo>
                    <a:pt x="9237" y="18067"/>
                    <a:pt x="9276" y="18057"/>
                    <a:pt x="9309" y="18035"/>
                  </a:cubicBezTo>
                  <a:cubicBezTo>
                    <a:pt x="9446" y="17948"/>
                    <a:pt x="9582" y="17856"/>
                    <a:pt x="9715" y="17764"/>
                  </a:cubicBezTo>
                  <a:cubicBezTo>
                    <a:pt x="9829" y="17686"/>
                    <a:pt x="9942" y="17603"/>
                    <a:pt x="10052" y="17520"/>
                  </a:cubicBezTo>
                  <a:cubicBezTo>
                    <a:pt x="10144" y="17451"/>
                    <a:pt x="10162" y="17321"/>
                    <a:pt x="10093" y="17231"/>
                  </a:cubicBezTo>
                  <a:cubicBezTo>
                    <a:pt x="10052" y="17176"/>
                    <a:pt x="9990" y="17148"/>
                    <a:pt x="9928" y="17148"/>
                  </a:cubicBezTo>
                  <a:close/>
                  <a:moveTo>
                    <a:pt x="8434" y="18106"/>
                  </a:moveTo>
                  <a:cubicBezTo>
                    <a:pt x="8400" y="18106"/>
                    <a:pt x="8366" y="18114"/>
                    <a:pt x="8335" y="18131"/>
                  </a:cubicBezTo>
                  <a:cubicBezTo>
                    <a:pt x="8081" y="18269"/>
                    <a:pt x="7819" y="18399"/>
                    <a:pt x="7553" y="18521"/>
                  </a:cubicBezTo>
                  <a:cubicBezTo>
                    <a:pt x="7450" y="18567"/>
                    <a:pt x="7404" y="18691"/>
                    <a:pt x="7450" y="18794"/>
                  </a:cubicBezTo>
                  <a:cubicBezTo>
                    <a:pt x="7486" y="18870"/>
                    <a:pt x="7560" y="18916"/>
                    <a:pt x="7640" y="18916"/>
                  </a:cubicBezTo>
                  <a:cubicBezTo>
                    <a:pt x="7668" y="18916"/>
                    <a:pt x="7697" y="18909"/>
                    <a:pt x="7725" y="18897"/>
                  </a:cubicBezTo>
                  <a:cubicBezTo>
                    <a:pt x="8000" y="18773"/>
                    <a:pt x="8271" y="18636"/>
                    <a:pt x="8533" y="18494"/>
                  </a:cubicBezTo>
                  <a:cubicBezTo>
                    <a:pt x="8632" y="18439"/>
                    <a:pt x="8670" y="18314"/>
                    <a:pt x="8616" y="18214"/>
                  </a:cubicBezTo>
                  <a:cubicBezTo>
                    <a:pt x="8579" y="18145"/>
                    <a:pt x="8508" y="18106"/>
                    <a:pt x="8434" y="18106"/>
                  </a:cubicBezTo>
                  <a:close/>
                  <a:moveTo>
                    <a:pt x="6820" y="18842"/>
                  </a:moveTo>
                  <a:cubicBezTo>
                    <a:pt x="6796" y="18842"/>
                    <a:pt x="6771" y="18847"/>
                    <a:pt x="6747" y="18856"/>
                  </a:cubicBezTo>
                  <a:cubicBezTo>
                    <a:pt x="6476" y="18957"/>
                    <a:pt x="6198" y="19051"/>
                    <a:pt x="5919" y="19136"/>
                  </a:cubicBezTo>
                  <a:cubicBezTo>
                    <a:pt x="5809" y="19168"/>
                    <a:pt x="5747" y="19283"/>
                    <a:pt x="5781" y="19393"/>
                  </a:cubicBezTo>
                  <a:cubicBezTo>
                    <a:pt x="5808" y="19483"/>
                    <a:pt x="5889" y="19540"/>
                    <a:pt x="5978" y="19540"/>
                  </a:cubicBezTo>
                  <a:cubicBezTo>
                    <a:pt x="5997" y="19540"/>
                    <a:pt x="6019" y="19536"/>
                    <a:pt x="6038" y="19531"/>
                  </a:cubicBezTo>
                  <a:cubicBezTo>
                    <a:pt x="6327" y="19444"/>
                    <a:pt x="6614" y="19347"/>
                    <a:pt x="6892" y="19242"/>
                  </a:cubicBezTo>
                  <a:cubicBezTo>
                    <a:pt x="6998" y="19201"/>
                    <a:pt x="7053" y="19083"/>
                    <a:pt x="7013" y="18976"/>
                  </a:cubicBezTo>
                  <a:cubicBezTo>
                    <a:pt x="6981" y="18893"/>
                    <a:pt x="6903" y="18842"/>
                    <a:pt x="6820" y="18842"/>
                  </a:cubicBezTo>
                  <a:close/>
                  <a:moveTo>
                    <a:pt x="5120" y="19356"/>
                  </a:moveTo>
                  <a:cubicBezTo>
                    <a:pt x="5105" y="19356"/>
                    <a:pt x="5089" y="19357"/>
                    <a:pt x="5074" y="19361"/>
                  </a:cubicBezTo>
                  <a:cubicBezTo>
                    <a:pt x="4792" y="19426"/>
                    <a:pt x="4503" y="19485"/>
                    <a:pt x="4216" y="19535"/>
                  </a:cubicBezTo>
                  <a:cubicBezTo>
                    <a:pt x="4103" y="19552"/>
                    <a:pt x="4027" y="19660"/>
                    <a:pt x="4046" y="19772"/>
                  </a:cubicBezTo>
                  <a:cubicBezTo>
                    <a:pt x="4064" y="19873"/>
                    <a:pt x="4151" y="19944"/>
                    <a:pt x="4250" y="19944"/>
                  </a:cubicBezTo>
                  <a:cubicBezTo>
                    <a:pt x="4262" y="19944"/>
                    <a:pt x="4273" y="19944"/>
                    <a:pt x="4285" y="19942"/>
                  </a:cubicBezTo>
                  <a:cubicBezTo>
                    <a:pt x="4581" y="19892"/>
                    <a:pt x="4877" y="19832"/>
                    <a:pt x="5168" y="19765"/>
                  </a:cubicBezTo>
                  <a:cubicBezTo>
                    <a:pt x="5280" y="19738"/>
                    <a:pt x="5349" y="19627"/>
                    <a:pt x="5322" y="19515"/>
                  </a:cubicBezTo>
                  <a:cubicBezTo>
                    <a:pt x="5299" y="19420"/>
                    <a:pt x="5214" y="19356"/>
                    <a:pt x="5120" y="19356"/>
                  </a:cubicBezTo>
                  <a:close/>
                  <a:moveTo>
                    <a:pt x="3371" y="19652"/>
                  </a:moveTo>
                  <a:cubicBezTo>
                    <a:pt x="3363" y="19652"/>
                    <a:pt x="3356" y="19652"/>
                    <a:pt x="3348" y="19653"/>
                  </a:cubicBezTo>
                  <a:cubicBezTo>
                    <a:pt x="3061" y="19685"/>
                    <a:pt x="2767" y="19706"/>
                    <a:pt x="2476" y="19721"/>
                  </a:cubicBezTo>
                  <a:cubicBezTo>
                    <a:pt x="2361" y="19726"/>
                    <a:pt x="2274" y="19823"/>
                    <a:pt x="2279" y="19937"/>
                  </a:cubicBezTo>
                  <a:cubicBezTo>
                    <a:pt x="2285" y="20048"/>
                    <a:pt x="2375" y="20133"/>
                    <a:pt x="2485" y="20133"/>
                  </a:cubicBezTo>
                  <a:lnTo>
                    <a:pt x="2496" y="20133"/>
                  </a:lnTo>
                  <a:cubicBezTo>
                    <a:pt x="2795" y="20119"/>
                    <a:pt x="3096" y="20096"/>
                    <a:pt x="3392" y="20064"/>
                  </a:cubicBezTo>
                  <a:cubicBezTo>
                    <a:pt x="3506" y="20052"/>
                    <a:pt x="3589" y="19951"/>
                    <a:pt x="3577" y="19838"/>
                  </a:cubicBezTo>
                  <a:cubicBezTo>
                    <a:pt x="3565" y="19732"/>
                    <a:pt x="3476" y="19652"/>
                    <a:pt x="3371" y="19652"/>
                  </a:cubicBezTo>
                  <a:close/>
                  <a:moveTo>
                    <a:pt x="712" y="19699"/>
                  </a:moveTo>
                  <a:cubicBezTo>
                    <a:pt x="604" y="19699"/>
                    <a:pt x="512" y="19782"/>
                    <a:pt x="504" y="19891"/>
                  </a:cubicBezTo>
                  <a:cubicBezTo>
                    <a:pt x="497" y="20006"/>
                    <a:pt x="582" y="20103"/>
                    <a:pt x="697" y="20112"/>
                  </a:cubicBezTo>
                  <a:cubicBezTo>
                    <a:pt x="995" y="20133"/>
                    <a:pt x="1296" y="20146"/>
                    <a:pt x="1595" y="20149"/>
                  </a:cubicBezTo>
                  <a:lnTo>
                    <a:pt x="1597" y="20149"/>
                  </a:lnTo>
                  <a:cubicBezTo>
                    <a:pt x="1711" y="20149"/>
                    <a:pt x="1803" y="20059"/>
                    <a:pt x="1804" y="19946"/>
                  </a:cubicBezTo>
                  <a:cubicBezTo>
                    <a:pt x="1806" y="19830"/>
                    <a:pt x="1714" y="19737"/>
                    <a:pt x="1601" y="19737"/>
                  </a:cubicBezTo>
                  <a:cubicBezTo>
                    <a:pt x="1310" y="19733"/>
                    <a:pt x="1016" y="19721"/>
                    <a:pt x="725" y="19699"/>
                  </a:cubicBezTo>
                  <a:cubicBezTo>
                    <a:pt x="721" y="19699"/>
                    <a:pt x="716" y="19699"/>
                    <a:pt x="712" y="196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6" name="Google Shape;3696;p68"/>
          <p:cNvSpPr/>
          <p:nvPr/>
        </p:nvSpPr>
        <p:spPr>
          <a:xfrm>
            <a:off x="827375" y="2356000"/>
            <a:ext cx="2299500" cy="2088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You can write your conclusions here</a:t>
            </a:r>
            <a:endParaRPr>
              <a:latin typeface="Varela Round"/>
              <a:ea typeface="Varela Round"/>
              <a:cs typeface="Varela Round"/>
              <a:sym typeface="Varela Round"/>
            </a:endParaRPr>
          </a:p>
        </p:txBody>
      </p:sp>
      <p:sp>
        <p:nvSpPr>
          <p:cNvPr id="3697" name="Google Shape;3697;p68"/>
          <p:cNvSpPr/>
          <p:nvPr/>
        </p:nvSpPr>
        <p:spPr>
          <a:xfrm>
            <a:off x="3415225" y="2356000"/>
            <a:ext cx="2299500" cy="2088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You can write your conclusions here</a:t>
            </a:r>
            <a:endParaRPr>
              <a:latin typeface="Varela Round"/>
              <a:ea typeface="Varela Round"/>
              <a:cs typeface="Varela Round"/>
              <a:sym typeface="Varela Round"/>
            </a:endParaRPr>
          </a:p>
        </p:txBody>
      </p:sp>
      <p:sp>
        <p:nvSpPr>
          <p:cNvPr id="3698" name="Google Shape;3698;p68"/>
          <p:cNvSpPr/>
          <p:nvPr/>
        </p:nvSpPr>
        <p:spPr>
          <a:xfrm>
            <a:off x="6054650" y="2356000"/>
            <a:ext cx="2299500" cy="2088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Varela Round"/>
                <a:ea typeface="Varela Round"/>
                <a:cs typeface="Varela Round"/>
                <a:sym typeface="Varela Round"/>
              </a:rPr>
              <a:t>You can write your conclusions here</a:t>
            </a:r>
            <a:endParaRPr>
              <a:latin typeface="Varela Round"/>
              <a:ea typeface="Varela Round"/>
              <a:cs typeface="Varela Round"/>
              <a:sym typeface="Varela Round"/>
            </a:endParaRPr>
          </a:p>
        </p:txBody>
      </p:sp>
      <p:sp>
        <p:nvSpPr>
          <p:cNvPr id="3699" name="Google Shape;369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highlight>
                  <a:schemeClr val="dk2"/>
                </a:highlight>
              </a:rPr>
              <a:t>Conclusions</a:t>
            </a:r>
            <a:endParaRPr>
              <a:highlight>
                <a:schemeClr val="dk2"/>
              </a:highlight>
            </a:endParaRPr>
          </a:p>
        </p:txBody>
      </p:sp>
      <p:sp>
        <p:nvSpPr>
          <p:cNvPr id="3700" name="Google Shape;3700;p68"/>
          <p:cNvSpPr/>
          <p:nvPr/>
        </p:nvSpPr>
        <p:spPr>
          <a:xfrm>
            <a:off x="1034766" y="8817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827366" y="637986"/>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5142166" y="41677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609516" y="460401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rgbClr val="FCD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rot="-9000099">
            <a:off x="1354173" y="1711774"/>
            <a:ext cx="1245904" cy="1148576"/>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txBox="1"/>
          <p:nvPr>
            <p:ph idx="4294967295" type="title"/>
          </p:nvPr>
        </p:nvSpPr>
        <p:spPr>
          <a:xfrm>
            <a:off x="1476275" y="1821100"/>
            <a:ext cx="1001700" cy="9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600">
                <a:solidFill>
                  <a:schemeClr val="dk2"/>
                </a:solidFill>
              </a:rPr>
              <a:t>01</a:t>
            </a:r>
            <a:endParaRPr sz="4600">
              <a:solidFill>
                <a:schemeClr val="dk2"/>
              </a:solidFill>
            </a:endParaRPr>
          </a:p>
        </p:txBody>
      </p:sp>
      <p:sp>
        <p:nvSpPr>
          <p:cNvPr id="3706" name="Google Shape;3706;p68"/>
          <p:cNvSpPr/>
          <p:nvPr/>
        </p:nvSpPr>
        <p:spPr>
          <a:xfrm rot="-9000099">
            <a:off x="3947422" y="1711774"/>
            <a:ext cx="1245904" cy="1148576"/>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txBox="1"/>
          <p:nvPr>
            <p:ph idx="4294967295" type="title"/>
          </p:nvPr>
        </p:nvSpPr>
        <p:spPr>
          <a:xfrm>
            <a:off x="4069549" y="1821100"/>
            <a:ext cx="1001700" cy="9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600">
                <a:solidFill>
                  <a:schemeClr val="dk2"/>
                </a:solidFill>
              </a:rPr>
              <a:t>02</a:t>
            </a:r>
            <a:endParaRPr sz="4600">
              <a:solidFill>
                <a:schemeClr val="dk2"/>
              </a:solidFill>
            </a:endParaRPr>
          </a:p>
        </p:txBody>
      </p:sp>
      <p:sp>
        <p:nvSpPr>
          <p:cNvPr id="3708" name="Google Shape;3708;p68"/>
          <p:cNvSpPr/>
          <p:nvPr/>
        </p:nvSpPr>
        <p:spPr>
          <a:xfrm rot="-9000099">
            <a:off x="6614422" y="1711774"/>
            <a:ext cx="1245904" cy="1148576"/>
          </a:xfrm>
          <a:custGeom>
            <a:rect b="b" l="l" r="r" t="t"/>
            <a:pathLst>
              <a:path extrusionOk="0" h="19814" w="21493">
                <a:moveTo>
                  <a:pt x="15473" y="1"/>
                </a:moveTo>
                <a:cubicBezTo>
                  <a:pt x="14968" y="1"/>
                  <a:pt x="14459" y="79"/>
                  <a:pt x="13954" y="241"/>
                </a:cubicBezTo>
                <a:cubicBezTo>
                  <a:pt x="12920" y="574"/>
                  <a:pt x="11997" y="1152"/>
                  <a:pt x="11015" y="1600"/>
                </a:cubicBezTo>
                <a:cubicBezTo>
                  <a:pt x="10454" y="1816"/>
                  <a:pt x="9874" y="1951"/>
                  <a:pt x="9279" y="2041"/>
                </a:cubicBezTo>
                <a:cubicBezTo>
                  <a:pt x="7450" y="2261"/>
                  <a:pt x="5580" y="2270"/>
                  <a:pt x="3913" y="3160"/>
                </a:cubicBezTo>
                <a:cubicBezTo>
                  <a:pt x="2185" y="4081"/>
                  <a:pt x="1007" y="5885"/>
                  <a:pt x="489" y="7735"/>
                </a:cubicBezTo>
                <a:cubicBezTo>
                  <a:pt x="0" y="9482"/>
                  <a:pt x="46" y="11457"/>
                  <a:pt x="684" y="13160"/>
                </a:cubicBezTo>
                <a:cubicBezTo>
                  <a:pt x="746" y="13326"/>
                  <a:pt x="814" y="13489"/>
                  <a:pt x="884" y="13650"/>
                </a:cubicBezTo>
                <a:cubicBezTo>
                  <a:pt x="1462" y="15173"/>
                  <a:pt x="2479" y="16548"/>
                  <a:pt x="3737" y="17553"/>
                </a:cubicBezTo>
                <a:cubicBezTo>
                  <a:pt x="5549" y="18999"/>
                  <a:pt x="7723" y="19800"/>
                  <a:pt x="10051" y="19814"/>
                </a:cubicBezTo>
                <a:cubicBezTo>
                  <a:pt x="10073" y="19814"/>
                  <a:pt x="10095" y="19814"/>
                  <a:pt x="10117" y="19814"/>
                </a:cubicBezTo>
                <a:cubicBezTo>
                  <a:pt x="14792" y="19814"/>
                  <a:pt x="19404" y="16777"/>
                  <a:pt x="20856" y="12270"/>
                </a:cubicBezTo>
                <a:cubicBezTo>
                  <a:pt x="21260" y="11015"/>
                  <a:pt x="21492" y="9633"/>
                  <a:pt x="21473" y="8313"/>
                </a:cubicBezTo>
                <a:cubicBezTo>
                  <a:pt x="21467" y="7987"/>
                  <a:pt x="21444" y="7655"/>
                  <a:pt x="21403" y="7328"/>
                </a:cubicBezTo>
                <a:cubicBezTo>
                  <a:pt x="21340" y="6580"/>
                  <a:pt x="21207" y="5839"/>
                  <a:pt x="21005" y="5121"/>
                </a:cubicBezTo>
                <a:cubicBezTo>
                  <a:pt x="20971" y="5001"/>
                  <a:pt x="20934" y="4880"/>
                  <a:pt x="20895" y="4762"/>
                </a:cubicBezTo>
                <a:cubicBezTo>
                  <a:pt x="20727" y="3980"/>
                  <a:pt x="20448" y="3227"/>
                  <a:pt x="19991" y="2559"/>
                </a:cubicBezTo>
                <a:cubicBezTo>
                  <a:pt x="19406" y="1707"/>
                  <a:pt x="18634" y="936"/>
                  <a:pt x="17682" y="500"/>
                </a:cubicBezTo>
                <a:cubicBezTo>
                  <a:pt x="16971" y="174"/>
                  <a:pt x="16226" y="1"/>
                  <a:pt x="15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txBox="1"/>
          <p:nvPr>
            <p:ph idx="4294967295" type="title"/>
          </p:nvPr>
        </p:nvSpPr>
        <p:spPr>
          <a:xfrm>
            <a:off x="6736549" y="1821100"/>
            <a:ext cx="1001700" cy="9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600">
                <a:solidFill>
                  <a:schemeClr val="dk2"/>
                </a:solidFill>
              </a:rPr>
              <a:t>0</a:t>
            </a:r>
            <a:r>
              <a:rPr lang="en" sz="4600">
                <a:solidFill>
                  <a:schemeClr val="dk2"/>
                </a:solidFill>
              </a:rPr>
              <a:t>3</a:t>
            </a:r>
            <a:endParaRPr sz="4600">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3" name="Shape 3713"/>
        <p:cNvGrpSpPr/>
        <p:nvPr/>
      </p:nvGrpSpPr>
      <p:grpSpPr>
        <a:xfrm>
          <a:off x="0" y="0"/>
          <a:ext cx="0" cy="0"/>
          <a:chOff x="0" y="0"/>
          <a:chExt cx="0" cy="0"/>
        </a:xfrm>
      </p:grpSpPr>
      <p:sp>
        <p:nvSpPr>
          <p:cNvPr id="3714" name="Google Shape;3714;p69"/>
          <p:cNvSpPr txBox="1"/>
          <p:nvPr>
            <p:ph type="title"/>
          </p:nvPr>
        </p:nvSpPr>
        <p:spPr>
          <a:xfrm>
            <a:off x="2347938" y="6775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715" name="Google Shape;3715;p69"/>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highlight>
                  <a:schemeClr val="dk2"/>
                </a:highlight>
              </a:rPr>
              <a:t>D</a:t>
            </a:r>
            <a:r>
              <a:rPr b="1" lang="en" sz="2000">
                <a:highlight>
                  <a:schemeClr val="dk2"/>
                </a:highlight>
              </a:rPr>
              <a:t>o you have any questions?</a:t>
            </a:r>
            <a:endParaRPr b="1" sz="2000">
              <a:highlight>
                <a:schemeClr val="dk2"/>
              </a:highlight>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3716" name="Google Shape;3716;p69"/>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Varela Round"/>
                <a:ea typeface="Varela Round"/>
                <a:cs typeface="Varela Round"/>
                <a:sym typeface="Varela Round"/>
              </a:rPr>
              <a:t>Please keep this slide for attribution</a:t>
            </a:r>
            <a:endParaRPr sz="1200">
              <a:solidFill>
                <a:schemeClr val="dk1"/>
              </a:solidFill>
              <a:latin typeface="Varela Round"/>
              <a:ea typeface="Varela Round"/>
              <a:cs typeface="Varela Round"/>
              <a:sym typeface="Varela Round"/>
            </a:endParaRPr>
          </a:p>
        </p:txBody>
      </p:sp>
      <p:grpSp>
        <p:nvGrpSpPr>
          <p:cNvPr id="3717" name="Google Shape;3717;p69"/>
          <p:cNvGrpSpPr/>
          <p:nvPr/>
        </p:nvGrpSpPr>
        <p:grpSpPr>
          <a:xfrm>
            <a:off x="7154660" y="1268555"/>
            <a:ext cx="1671196" cy="2265062"/>
            <a:chOff x="2522614" y="409334"/>
            <a:chExt cx="595325" cy="806847"/>
          </a:xfrm>
        </p:grpSpPr>
        <p:sp>
          <p:nvSpPr>
            <p:cNvPr id="3718" name="Google Shape;3718;p69"/>
            <p:cNvSpPr/>
            <p:nvPr/>
          </p:nvSpPr>
          <p:spPr>
            <a:xfrm>
              <a:off x="2522614" y="1034575"/>
              <a:ext cx="273609" cy="181606"/>
            </a:xfrm>
            <a:custGeom>
              <a:rect b="b" l="l" r="r" t="t"/>
              <a:pathLst>
                <a:path extrusionOk="0" h="3405" w="5130">
                  <a:moveTo>
                    <a:pt x="701" y="1"/>
                  </a:moveTo>
                  <a:cubicBezTo>
                    <a:pt x="579" y="1"/>
                    <a:pt x="456" y="57"/>
                    <a:pt x="375" y="193"/>
                  </a:cubicBezTo>
                  <a:cubicBezTo>
                    <a:pt x="79" y="682"/>
                    <a:pt x="1" y="1192"/>
                    <a:pt x="410" y="1644"/>
                  </a:cubicBezTo>
                  <a:cubicBezTo>
                    <a:pt x="800" y="2077"/>
                    <a:pt x="1378" y="2429"/>
                    <a:pt x="1879" y="2716"/>
                  </a:cubicBezTo>
                  <a:cubicBezTo>
                    <a:pt x="2405" y="3019"/>
                    <a:pt x="2985" y="3260"/>
                    <a:pt x="3587" y="3356"/>
                  </a:cubicBezTo>
                  <a:cubicBezTo>
                    <a:pt x="3744" y="3380"/>
                    <a:pt x="3913" y="3404"/>
                    <a:pt x="4080" y="3404"/>
                  </a:cubicBezTo>
                  <a:cubicBezTo>
                    <a:pt x="4223" y="3404"/>
                    <a:pt x="4364" y="3386"/>
                    <a:pt x="4493" y="3335"/>
                  </a:cubicBezTo>
                  <a:cubicBezTo>
                    <a:pt x="4798" y="3213"/>
                    <a:pt x="4883" y="2901"/>
                    <a:pt x="4998" y="2623"/>
                  </a:cubicBezTo>
                  <a:cubicBezTo>
                    <a:pt x="5130" y="2303"/>
                    <a:pt x="4850" y="2015"/>
                    <a:pt x="4598" y="2015"/>
                  </a:cubicBezTo>
                  <a:cubicBezTo>
                    <a:pt x="4480" y="2015"/>
                    <a:pt x="4369" y="2077"/>
                    <a:pt x="4307" y="2227"/>
                  </a:cubicBezTo>
                  <a:cubicBezTo>
                    <a:pt x="4233" y="2405"/>
                    <a:pt x="4233" y="2594"/>
                    <a:pt x="4031" y="2605"/>
                  </a:cubicBezTo>
                  <a:cubicBezTo>
                    <a:pt x="4013" y="2606"/>
                    <a:pt x="3995" y="2606"/>
                    <a:pt x="3976" y="2606"/>
                  </a:cubicBezTo>
                  <a:cubicBezTo>
                    <a:pt x="3782" y="2606"/>
                    <a:pt x="3574" y="2549"/>
                    <a:pt x="3391" y="2500"/>
                  </a:cubicBezTo>
                  <a:cubicBezTo>
                    <a:pt x="2996" y="2396"/>
                    <a:pt x="2627" y="2227"/>
                    <a:pt x="2273" y="2025"/>
                  </a:cubicBezTo>
                  <a:cubicBezTo>
                    <a:pt x="1932" y="1830"/>
                    <a:pt x="1608" y="1607"/>
                    <a:pt x="1300" y="1366"/>
                  </a:cubicBezTo>
                  <a:cubicBezTo>
                    <a:pt x="1186" y="1278"/>
                    <a:pt x="998" y="1164"/>
                    <a:pt x="935" y="1029"/>
                  </a:cubicBezTo>
                  <a:cubicBezTo>
                    <a:pt x="862" y="875"/>
                    <a:pt x="986" y="719"/>
                    <a:pt x="1066" y="586"/>
                  </a:cubicBezTo>
                  <a:cubicBezTo>
                    <a:pt x="1250" y="283"/>
                    <a:pt x="975" y="1"/>
                    <a:pt x="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9"/>
            <p:cNvSpPr/>
            <p:nvPr/>
          </p:nvSpPr>
          <p:spPr>
            <a:xfrm>
              <a:off x="2536907" y="1026362"/>
              <a:ext cx="257075" cy="157605"/>
            </a:xfrm>
            <a:custGeom>
              <a:rect b="b" l="l" r="r" t="t"/>
              <a:pathLst>
                <a:path extrusionOk="0" h="2955" w="4820">
                  <a:moveTo>
                    <a:pt x="1021" y="1"/>
                  </a:moveTo>
                  <a:cubicBezTo>
                    <a:pt x="987" y="1"/>
                    <a:pt x="955" y="6"/>
                    <a:pt x="927" y="14"/>
                  </a:cubicBezTo>
                  <a:cubicBezTo>
                    <a:pt x="888" y="11"/>
                    <a:pt x="849" y="9"/>
                    <a:pt x="810" y="9"/>
                  </a:cubicBezTo>
                  <a:cubicBezTo>
                    <a:pt x="684" y="9"/>
                    <a:pt x="564" y="28"/>
                    <a:pt x="456" y="72"/>
                  </a:cubicBezTo>
                  <a:cubicBezTo>
                    <a:pt x="39" y="242"/>
                    <a:pt x="0" y="696"/>
                    <a:pt x="277" y="1066"/>
                  </a:cubicBezTo>
                  <a:cubicBezTo>
                    <a:pt x="541" y="1419"/>
                    <a:pt x="948" y="1703"/>
                    <a:pt x="1326" y="1940"/>
                  </a:cubicBezTo>
                  <a:cubicBezTo>
                    <a:pt x="1721" y="2188"/>
                    <a:pt x="2146" y="2383"/>
                    <a:pt x="2581" y="2548"/>
                  </a:cubicBezTo>
                  <a:cubicBezTo>
                    <a:pt x="3032" y="2720"/>
                    <a:pt x="3511" y="2904"/>
                    <a:pt x="3984" y="2948"/>
                  </a:cubicBezTo>
                  <a:cubicBezTo>
                    <a:pt x="4027" y="2952"/>
                    <a:pt x="4070" y="2954"/>
                    <a:pt x="4112" y="2954"/>
                  </a:cubicBezTo>
                  <a:cubicBezTo>
                    <a:pt x="4485" y="2954"/>
                    <a:pt x="4819" y="2796"/>
                    <a:pt x="4778" y="2388"/>
                  </a:cubicBezTo>
                  <a:cubicBezTo>
                    <a:pt x="4737" y="1993"/>
                    <a:pt x="4301" y="1637"/>
                    <a:pt x="3984" y="1382"/>
                  </a:cubicBezTo>
                  <a:cubicBezTo>
                    <a:pt x="3156" y="717"/>
                    <a:pt x="2148" y="315"/>
                    <a:pt x="1147" y="21"/>
                  </a:cubicBezTo>
                  <a:cubicBezTo>
                    <a:pt x="1102" y="7"/>
                    <a:pt x="1060" y="1"/>
                    <a:pt x="1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9"/>
            <p:cNvSpPr/>
            <p:nvPr/>
          </p:nvSpPr>
          <p:spPr>
            <a:xfrm>
              <a:off x="2645497" y="409334"/>
              <a:ext cx="365025" cy="710316"/>
            </a:xfrm>
            <a:custGeom>
              <a:rect b="b" l="l" r="r" t="t"/>
              <a:pathLst>
                <a:path extrusionOk="0" h="13318" w="6844">
                  <a:moveTo>
                    <a:pt x="6323" y="1"/>
                  </a:moveTo>
                  <a:cubicBezTo>
                    <a:pt x="6185" y="1"/>
                    <a:pt x="6048" y="69"/>
                    <a:pt x="5976" y="233"/>
                  </a:cubicBezTo>
                  <a:cubicBezTo>
                    <a:pt x="4000" y="4689"/>
                    <a:pt x="2414" y="8460"/>
                    <a:pt x="156" y="12784"/>
                  </a:cubicBezTo>
                  <a:cubicBezTo>
                    <a:pt x="1" y="13082"/>
                    <a:pt x="263" y="13318"/>
                    <a:pt x="528" y="13318"/>
                  </a:cubicBezTo>
                  <a:cubicBezTo>
                    <a:pt x="668" y="13318"/>
                    <a:pt x="809" y="13252"/>
                    <a:pt x="890" y="13096"/>
                  </a:cubicBezTo>
                  <a:cubicBezTo>
                    <a:pt x="3146" y="8772"/>
                    <a:pt x="4732" y="5001"/>
                    <a:pt x="6708" y="546"/>
                  </a:cubicBezTo>
                  <a:cubicBezTo>
                    <a:pt x="6844" y="239"/>
                    <a:pt x="6581" y="1"/>
                    <a:pt x="63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9"/>
            <p:cNvSpPr/>
            <p:nvPr/>
          </p:nvSpPr>
          <p:spPr>
            <a:xfrm>
              <a:off x="2536801" y="450508"/>
              <a:ext cx="516496" cy="512283"/>
            </a:xfrm>
            <a:custGeom>
              <a:rect b="b" l="l" r="r" t="t"/>
              <a:pathLst>
                <a:path extrusionOk="0" h="9605" w="9684">
                  <a:moveTo>
                    <a:pt x="4815" y="0"/>
                  </a:moveTo>
                  <a:cubicBezTo>
                    <a:pt x="4769" y="0"/>
                    <a:pt x="4725" y="1"/>
                    <a:pt x="4681" y="3"/>
                  </a:cubicBezTo>
                  <a:cubicBezTo>
                    <a:pt x="4133" y="24"/>
                    <a:pt x="3674" y="161"/>
                    <a:pt x="3026" y="363"/>
                  </a:cubicBezTo>
                  <a:cubicBezTo>
                    <a:pt x="2620" y="488"/>
                    <a:pt x="2258" y="749"/>
                    <a:pt x="1914" y="990"/>
                  </a:cubicBezTo>
                  <a:cubicBezTo>
                    <a:pt x="1746" y="1107"/>
                    <a:pt x="1537" y="1355"/>
                    <a:pt x="1455" y="1436"/>
                  </a:cubicBezTo>
                  <a:cubicBezTo>
                    <a:pt x="1301" y="1591"/>
                    <a:pt x="1133" y="1720"/>
                    <a:pt x="1007" y="1894"/>
                  </a:cubicBezTo>
                  <a:cubicBezTo>
                    <a:pt x="702" y="2319"/>
                    <a:pt x="468" y="2727"/>
                    <a:pt x="305" y="3175"/>
                  </a:cubicBezTo>
                  <a:cubicBezTo>
                    <a:pt x="201" y="3462"/>
                    <a:pt x="125" y="3765"/>
                    <a:pt x="75" y="4100"/>
                  </a:cubicBezTo>
                  <a:cubicBezTo>
                    <a:pt x="66" y="4169"/>
                    <a:pt x="57" y="4238"/>
                    <a:pt x="52" y="4307"/>
                  </a:cubicBezTo>
                  <a:cubicBezTo>
                    <a:pt x="1" y="4819"/>
                    <a:pt x="36" y="5346"/>
                    <a:pt x="153" y="5851"/>
                  </a:cubicBezTo>
                  <a:cubicBezTo>
                    <a:pt x="211" y="6109"/>
                    <a:pt x="293" y="6361"/>
                    <a:pt x="394" y="6604"/>
                  </a:cubicBezTo>
                  <a:cubicBezTo>
                    <a:pt x="713" y="7369"/>
                    <a:pt x="1209" y="7995"/>
                    <a:pt x="1861" y="8504"/>
                  </a:cubicBezTo>
                  <a:cubicBezTo>
                    <a:pt x="2085" y="8693"/>
                    <a:pt x="2324" y="8849"/>
                    <a:pt x="2579" y="8971"/>
                  </a:cubicBezTo>
                  <a:cubicBezTo>
                    <a:pt x="2749" y="9072"/>
                    <a:pt x="2926" y="9163"/>
                    <a:pt x="3111" y="9244"/>
                  </a:cubicBezTo>
                  <a:cubicBezTo>
                    <a:pt x="3454" y="9340"/>
                    <a:pt x="3800" y="9437"/>
                    <a:pt x="4142" y="9533"/>
                  </a:cubicBezTo>
                  <a:cubicBezTo>
                    <a:pt x="4174" y="9542"/>
                    <a:pt x="4206" y="9551"/>
                    <a:pt x="4238" y="9560"/>
                  </a:cubicBezTo>
                  <a:cubicBezTo>
                    <a:pt x="4455" y="9590"/>
                    <a:pt x="4670" y="9605"/>
                    <a:pt x="4884" y="9605"/>
                  </a:cubicBezTo>
                  <a:cubicBezTo>
                    <a:pt x="5477" y="9605"/>
                    <a:pt x="6055" y="9489"/>
                    <a:pt x="6619" y="9258"/>
                  </a:cubicBezTo>
                  <a:cubicBezTo>
                    <a:pt x="6756" y="9219"/>
                    <a:pt x="6972" y="9085"/>
                    <a:pt x="7096" y="9003"/>
                  </a:cubicBezTo>
                  <a:cubicBezTo>
                    <a:pt x="7146" y="8970"/>
                    <a:pt x="7181" y="8945"/>
                    <a:pt x="7190" y="8939"/>
                  </a:cubicBezTo>
                  <a:cubicBezTo>
                    <a:pt x="7364" y="8840"/>
                    <a:pt x="7583" y="8743"/>
                    <a:pt x="7752" y="8606"/>
                  </a:cubicBezTo>
                  <a:lnTo>
                    <a:pt x="8569" y="7791"/>
                  </a:lnTo>
                  <a:cubicBezTo>
                    <a:pt x="8579" y="7781"/>
                    <a:pt x="8590" y="7770"/>
                    <a:pt x="8601" y="7758"/>
                  </a:cubicBezTo>
                  <a:cubicBezTo>
                    <a:pt x="8608" y="7749"/>
                    <a:pt x="8615" y="7738"/>
                    <a:pt x="8620" y="7729"/>
                  </a:cubicBezTo>
                  <a:cubicBezTo>
                    <a:pt x="8755" y="7506"/>
                    <a:pt x="8889" y="7283"/>
                    <a:pt x="9021" y="7058"/>
                  </a:cubicBezTo>
                  <a:cubicBezTo>
                    <a:pt x="9084" y="6946"/>
                    <a:pt x="9148" y="6836"/>
                    <a:pt x="9212" y="6724"/>
                  </a:cubicBezTo>
                  <a:cubicBezTo>
                    <a:pt x="9518" y="6076"/>
                    <a:pt x="9683" y="5135"/>
                    <a:pt x="9607" y="4382"/>
                  </a:cubicBezTo>
                  <a:cubicBezTo>
                    <a:pt x="9598" y="4298"/>
                    <a:pt x="9586" y="4217"/>
                    <a:pt x="9572" y="4139"/>
                  </a:cubicBezTo>
                  <a:cubicBezTo>
                    <a:pt x="9403" y="3232"/>
                    <a:pt x="9198" y="2602"/>
                    <a:pt x="8629" y="1864"/>
                  </a:cubicBezTo>
                  <a:cubicBezTo>
                    <a:pt x="8124" y="1210"/>
                    <a:pt x="7495" y="735"/>
                    <a:pt x="6743" y="400"/>
                  </a:cubicBezTo>
                  <a:cubicBezTo>
                    <a:pt x="6354" y="224"/>
                    <a:pt x="5928" y="113"/>
                    <a:pt x="5505" y="52"/>
                  </a:cubicBezTo>
                  <a:cubicBezTo>
                    <a:pt x="5250" y="17"/>
                    <a:pt x="5025" y="0"/>
                    <a:pt x="4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9"/>
            <p:cNvSpPr/>
            <p:nvPr/>
          </p:nvSpPr>
          <p:spPr>
            <a:xfrm>
              <a:off x="2863741" y="683314"/>
              <a:ext cx="189553" cy="143631"/>
            </a:xfrm>
            <a:custGeom>
              <a:rect b="b" l="l" r="r" t="t"/>
              <a:pathLst>
                <a:path extrusionOk="0" h="2693" w="3554">
                  <a:moveTo>
                    <a:pt x="3255" y="1"/>
                  </a:moveTo>
                  <a:cubicBezTo>
                    <a:pt x="3083" y="1"/>
                    <a:pt x="2910" y="31"/>
                    <a:pt x="2742" y="96"/>
                  </a:cubicBezTo>
                  <a:cubicBezTo>
                    <a:pt x="2380" y="236"/>
                    <a:pt x="2146" y="515"/>
                    <a:pt x="1746" y="564"/>
                  </a:cubicBezTo>
                  <a:cubicBezTo>
                    <a:pt x="1241" y="626"/>
                    <a:pt x="0" y="617"/>
                    <a:pt x="241" y="1470"/>
                  </a:cubicBezTo>
                  <a:cubicBezTo>
                    <a:pt x="445" y="2191"/>
                    <a:pt x="1499" y="1893"/>
                    <a:pt x="1990" y="2189"/>
                  </a:cubicBezTo>
                  <a:cubicBezTo>
                    <a:pt x="2295" y="2372"/>
                    <a:pt x="2527" y="2623"/>
                    <a:pt x="2891" y="2693"/>
                  </a:cubicBezTo>
                  <a:cubicBezTo>
                    <a:pt x="2954" y="2581"/>
                    <a:pt x="3018" y="2471"/>
                    <a:pt x="3082" y="2359"/>
                  </a:cubicBezTo>
                  <a:cubicBezTo>
                    <a:pt x="3388" y="1711"/>
                    <a:pt x="3553" y="770"/>
                    <a:pt x="3477" y="17"/>
                  </a:cubicBezTo>
                  <a:cubicBezTo>
                    <a:pt x="3403" y="6"/>
                    <a:pt x="3329" y="1"/>
                    <a:pt x="3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9"/>
            <p:cNvSpPr/>
            <p:nvPr/>
          </p:nvSpPr>
          <p:spPr>
            <a:xfrm>
              <a:off x="2553068" y="450615"/>
              <a:ext cx="265342" cy="229767"/>
            </a:xfrm>
            <a:custGeom>
              <a:rect b="b" l="l" r="r" t="t"/>
              <a:pathLst>
                <a:path extrusionOk="0" h="4308" w="4975">
                  <a:moveTo>
                    <a:pt x="4376" y="1"/>
                  </a:moveTo>
                  <a:cubicBezTo>
                    <a:pt x="3828" y="22"/>
                    <a:pt x="3369" y="159"/>
                    <a:pt x="2721" y="361"/>
                  </a:cubicBezTo>
                  <a:cubicBezTo>
                    <a:pt x="2315" y="486"/>
                    <a:pt x="1953" y="747"/>
                    <a:pt x="1609" y="988"/>
                  </a:cubicBezTo>
                  <a:cubicBezTo>
                    <a:pt x="1441" y="1105"/>
                    <a:pt x="1232" y="1353"/>
                    <a:pt x="1150" y="1434"/>
                  </a:cubicBezTo>
                  <a:cubicBezTo>
                    <a:pt x="996" y="1589"/>
                    <a:pt x="828" y="1718"/>
                    <a:pt x="702" y="1892"/>
                  </a:cubicBezTo>
                  <a:cubicBezTo>
                    <a:pt x="397" y="2317"/>
                    <a:pt x="163" y="2725"/>
                    <a:pt x="0" y="3173"/>
                  </a:cubicBezTo>
                  <a:cubicBezTo>
                    <a:pt x="78" y="3504"/>
                    <a:pt x="240" y="3804"/>
                    <a:pt x="505" y="4023"/>
                  </a:cubicBezTo>
                  <a:cubicBezTo>
                    <a:pt x="727" y="4206"/>
                    <a:pt x="997" y="4307"/>
                    <a:pt x="1270" y="4307"/>
                  </a:cubicBezTo>
                  <a:cubicBezTo>
                    <a:pt x="1446" y="4307"/>
                    <a:pt x="1623" y="4265"/>
                    <a:pt x="1788" y="4176"/>
                  </a:cubicBezTo>
                  <a:cubicBezTo>
                    <a:pt x="2236" y="3935"/>
                    <a:pt x="2454" y="3436"/>
                    <a:pt x="2996" y="3436"/>
                  </a:cubicBezTo>
                  <a:cubicBezTo>
                    <a:pt x="3020" y="3436"/>
                    <a:pt x="3044" y="3437"/>
                    <a:pt x="3070" y="3439"/>
                  </a:cubicBezTo>
                  <a:cubicBezTo>
                    <a:pt x="3314" y="3458"/>
                    <a:pt x="3559" y="3499"/>
                    <a:pt x="3800" y="3499"/>
                  </a:cubicBezTo>
                  <a:cubicBezTo>
                    <a:pt x="4025" y="3499"/>
                    <a:pt x="4246" y="3463"/>
                    <a:pt x="4457" y="3338"/>
                  </a:cubicBezTo>
                  <a:cubicBezTo>
                    <a:pt x="4886" y="3086"/>
                    <a:pt x="4975" y="2599"/>
                    <a:pt x="4877" y="2142"/>
                  </a:cubicBezTo>
                  <a:cubicBezTo>
                    <a:pt x="4805" y="1812"/>
                    <a:pt x="4626" y="1559"/>
                    <a:pt x="4503" y="1252"/>
                  </a:cubicBezTo>
                  <a:cubicBezTo>
                    <a:pt x="4393" y="975"/>
                    <a:pt x="4624" y="752"/>
                    <a:pt x="4565" y="460"/>
                  </a:cubicBezTo>
                  <a:cubicBezTo>
                    <a:pt x="4533" y="300"/>
                    <a:pt x="4466" y="143"/>
                    <a:pt x="4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9"/>
            <p:cNvSpPr/>
            <p:nvPr/>
          </p:nvSpPr>
          <p:spPr>
            <a:xfrm>
              <a:off x="2682351" y="774142"/>
              <a:ext cx="232967" cy="188646"/>
            </a:xfrm>
            <a:custGeom>
              <a:rect b="b" l="l" r="r" t="t"/>
              <a:pathLst>
                <a:path extrusionOk="0" h="3537" w="4368">
                  <a:moveTo>
                    <a:pt x="951" y="1"/>
                  </a:moveTo>
                  <a:cubicBezTo>
                    <a:pt x="716" y="1"/>
                    <a:pt x="489" y="81"/>
                    <a:pt x="328" y="291"/>
                  </a:cubicBezTo>
                  <a:cubicBezTo>
                    <a:pt x="1" y="718"/>
                    <a:pt x="270" y="1227"/>
                    <a:pt x="562" y="1580"/>
                  </a:cubicBezTo>
                  <a:cubicBezTo>
                    <a:pt x="747" y="1801"/>
                    <a:pt x="871" y="2005"/>
                    <a:pt x="950" y="2283"/>
                  </a:cubicBezTo>
                  <a:cubicBezTo>
                    <a:pt x="1032" y="2563"/>
                    <a:pt x="1080" y="2856"/>
                    <a:pt x="1202" y="3123"/>
                  </a:cubicBezTo>
                  <a:cubicBezTo>
                    <a:pt x="1261" y="3247"/>
                    <a:pt x="1330" y="3362"/>
                    <a:pt x="1413" y="3465"/>
                  </a:cubicBezTo>
                  <a:cubicBezTo>
                    <a:pt x="1445" y="3474"/>
                    <a:pt x="1477" y="3483"/>
                    <a:pt x="1509" y="3492"/>
                  </a:cubicBezTo>
                  <a:cubicBezTo>
                    <a:pt x="1726" y="3522"/>
                    <a:pt x="1941" y="3537"/>
                    <a:pt x="2155" y="3537"/>
                  </a:cubicBezTo>
                  <a:cubicBezTo>
                    <a:pt x="2748" y="3537"/>
                    <a:pt x="3326" y="3421"/>
                    <a:pt x="3890" y="3190"/>
                  </a:cubicBezTo>
                  <a:cubicBezTo>
                    <a:pt x="4027" y="3151"/>
                    <a:pt x="4243" y="3017"/>
                    <a:pt x="4367" y="2935"/>
                  </a:cubicBezTo>
                  <a:cubicBezTo>
                    <a:pt x="4277" y="2558"/>
                    <a:pt x="4239" y="2163"/>
                    <a:pt x="4016" y="1830"/>
                  </a:cubicBezTo>
                  <a:cubicBezTo>
                    <a:pt x="3873" y="1615"/>
                    <a:pt x="3676" y="1461"/>
                    <a:pt x="3433" y="1372"/>
                  </a:cubicBezTo>
                  <a:cubicBezTo>
                    <a:pt x="3196" y="1284"/>
                    <a:pt x="2946" y="1273"/>
                    <a:pt x="2742" y="1112"/>
                  </a:cubicBezTo>
                  <a:cubicBezTo>
                    <a:pt x="2528" y="943"/>
                    <a:pt x="2375" y="706"/>
                    <a:pt x="2161" y="536"/>
                  </a:cubicBezTo>
                  <a:cubicBezTo>
                    <a:pt x="1975" y="387"/>
                    <a:pt x="1764" y="259"/>
                    <a:pt x="1551" y="153"/>
                  </a:cubicBezTo>
                  <a:cubicBezTo>
                    <a:pt x="1369" y="62"/>
                    <a:pt x="1157"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9"/>
            <p:cNvSpPr/>
            <p:nvPr/>
          </p:nvSpPr>
          <p:spPr>
            <a:xfrm>
              <a:off x="2840754" y="540163"/>
              <a:ext cx="123844" cy="114457"/>
            </a:xfrm>
            <a:custGeom>
              <a:rect b="b" l="l" r="r" t="t"/>
              <a:pathLst>
                <a:path extrusionOk="0" h="2146" w="2322">
                  <a:moveTo>
                    <a:pt x="388" y="0"/>
                  </a:moveTo>
                  <a:cubicBezTo>
                    <a:pt x="328" y="0"/>
                    <a:pt x="266" y="13"/>
                    <a:pt x="203" y="46"/>
                  </a:cubicBezTo>
                  <a:cubicBezTo>
                    <a:pt x="57" y="122"/>
                    <a:pt x="1" y="236"/>
                    <a:pt x="1" y="395"/>
                  </a:cubicBezTo>
                  <a:cubicBezTo>
                    <a:pt x="1" y="576"/>
                    <a:pt x="158" y="757"/>
                    <a:pt x="249" y="900"/>
                  </a:cubicBezTo>
                  <a:cubicBezTo>
                    <a:pt x="385" y="1120"/>
                    <a:pt x="522" y="1343"/>
                    <a:pt x="669" y="1559"/>
                  </a:cubicBezTo>
                  <a:cubicBezTo>
                    <a:pt x="893" y="1888"/>
                    <a:pt x="1184" y="2131"/>
                    <a:pt x="1583" y="2131"/>
                  </a:cubicBezTo>
                  <a:cubicBezTo>
                    <a:pt x="1618" y="2131"/>
                    <a:pt x="1654" y="2129"/>
                    <a:pt x="1691" y="2125"/>
                  </a:cubicBezTo>
                  <a:cubicBezTo>
                    <a:pt x="1709" y="2123"/>
                    <a:pt x="1725" y="2121"/>
                    <a:pt x="1741" y="2116"/>
                  </a:cubicBezTo>
                  <a:cubicBezTo>
                    <a:pt x="1786" y="2136"/>
                    <a:pt x="1835" y="2145"/>
                    <a:pt x="1884" y="2145"/>
                  </a:cubicBezTo>
                  <a:cubicBezTo>
                    <a:pt x="2105" y="2145"/>
                    <a:pt x="2322" y="1953"/>
                    <a:pt x="2193" y="1705"/>
                  </a:cubicBezTo>
                  <a:cubicBezTo>
                    <a:pt x="1962" y="1264"/>
                    <a:pt x="2039" y="599"/>
                    <a:pt x="1571" y="314"/>
                  </a:cubicBezTo>
                  <a:cubicBezTo>
                    <a:pt x="1363" y="188"/>
                    <a:pt x="1137" y="188"/>
                    <a:pt x="908" y="142"/>
                  </a:cubicBezTo>
                  <a:cubicBezTo>
                    <a:pt x="727" y="105"/>
                    <a:pt x="561" y="0"/>
                    <a:pt x="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9"/>
            <p:cNvSpPr/>
            <p:nvPr/>
          </p:nvSpPr>
          <p:spPr>
            <a:xfrm>
              <a:off x="2536801" y="680220"/>
              <a:ext cx="87683" cy="94616"/>
            </a:xfrm>
            <a:custGeom>
              <a:rect b="b" l="l" r="r" t="t"/>
              <a:pathLst>
                <a:path extrusionOk="0" h="1774" w="1644">
                  <a:moveTo>
                    <a:pt x="52" y="0"/>
                  </a:moveTo>
                  <a:lnTo>
                    <a:pt x="52" y="0"/>
                  </a:lnTo>
                  <a:cubicBezTo>
                    <a:pt x="1" y="512"/>
                    <a:pt x="36" y="1039"/>
                    <a:pt x="153" y="1544"/>
                  </a:cubicBezTo>
                  <a:cubicBezTo>
                    <a:pt x="250" y="1574"/>
                    <a:pt x="350" y="1597"/>
                    <a:pt x="451" y="1620"/>
                  </a:cubicBezTo>
                  <a:cubicBezTo>
                    <a:pt x="656" y="1666"/>
                    <a:pt x="873" y="1774"/>
                    <a:pt x="1086" y="1774"/>
                  </a:cubicBezTo>
                  <a:cubicBezTo>
                    <a:pt x="1144" y="1774"/>
                    <a:pt x="1201" y="1766"/>
                    <a:pt x="1257" y="1748"/>
                  </a:cubicBezTo>
                  <a:cubicBezTo>
                    <a:pt x="1475" y="1678"/>
                    <a:pt x="1643" y="1468"/>
                    <a:pt x="1611" y="1232"/>
                  </a:cubicBezTo>
                  <a:cubicBezTo>
                    <a:pt x="1580" y="977"/>
                    <a:pt x="1337" y="819"/>
                    <a:pt x="1121" y="729"/>
                  </a:cubicBezTo>
                  <a:cubicBezTo>
                    <a:pt x="853" y="619"/>
                    <a:pt x="600" y="555"/>
                    <a:pt x="373" y="360"/>
                  </a:cubicBezTo>
                  <a:cubicBezTo>
                    <a:pt x="250" y="254"/>
                    <a:pt x="144" y="131"/>
                    <a:pt x="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9"/>
            <p:cNvSpPr/>
            <p:nvPr/>
          </p:nvSpPr>
          <p:spPr>
            <a:xfrm>
              <a:off x="2556215" y="410134"/>
              <a:ext cx="561724" cy="612659"/>
            </a:xfrm>
            <a:custGeom>
              <a:rect b="b" l="l" r="r" t="t"/>
              <a:pathLst>
                <a:path extrusionOk="0" h="11487" w="10532">
                  <a:moveTo>
                    <a:pt x="6776" y="1"/>
                  </a:moveTo>
                  <a:cubicBezTo>
                    <a:pt x="6462" y="1"/>
                    <a:pt x="6215" y="427"/>
                    <a:pt x="6535" y="643"/>
                  </a:cubicBezTo>
                  <a:cubicBezTo>
                    <a:pt x="7590" y="1353"/>
                    <a:pt x="8559" y="2071"/>
                    <a:pt x="9075" y="3271"/>
                  </a:cubicBezTo>
                  <a:cubicBezTo>
                    <a:pt x="9601" y="4492"/>
                    <a:pt x="9876" y="6011"/>
                    <a:pt x="9426" y="7297"/>
                  </a:cubicBezTo>
                  <a:cubicBezTo>
                    <a:pt x="9103" y="8211"/>
                    <a:pt x="8646" y="8993"/>
                    <a:pt x="7863" y="9574"/>
                  </a:cubicBezTo>
                  <a:cubicBezTo>
                    <a:pt x="7386" y="9927"/>
                    <a:pt x="6860" y="10207"/>
                    <a:pt x="6321" y="10450"/>
                  </a:cubicBezTo>
                  <a:cubicBezTo>
                    <a:pt x="5825" y="10674"/>
                    <a:pt x="5300" y="10758"/>
                    <a:pt x="4763" y="10758"/>
                  </a:cubicBezTo>
                  <a:cubicBezTo>
                    <a:pt x="4671" y="10758"/>
                    <a:pt x="4579" y="10756"/>
                    <a:pt x="4487" y="10751"/>
                  </a:cubicBezTo>
                  <a:cubicBezTo>
                    <a:pt x="3810" y="10715"/>
                    <a:pt x="3099" y="10622"/>
                    <a:pt x="2477" y="10336"/>
                  </a:cubicBezTo>
                  <a:cubicBezTo>
                    <a:pt x="1813" y="10030"/>
                    <a:pt x="1247" y="9549"/>
                    <a:pt x="718" y="9051"/>
                  </a:cubicBezTo>
                  <a:cubicBezTo>
                    <a:pt x="647" y="8985"/>
                    <a:pt x="572" y="8957"/>
                    <a:pt x="501" y="8957"/>
                  </a:cubicBezTo>
                  <a:cubicBezTo>
                    <a:pt x="226" y="8957"/>
                    <a:pt x="1" y="9375"/>
                    <a:pt x="271" y="9629"/>
                  </a:cubicBezTo>
                  <a:cubicBezTo>
                    <a:pt x="796" y="10122"/>
                    <a:pt x="1356" y="10581"/>
                    <a:pt x="1999" y="10912"/>
                  </a:cubicBezTo>
                  <a:cubicBezTo>
                    <a:pt x="2603" y="11226"/>
                    <a:pt x="3266" y="11362"/>
                    <a:pt x="3939" y="11437"/>
                  </a:cubicBezTo>
                  <a:cubicBezTo>
                    <a:pt x="4215" y="11467"/>
                    <a:pt x="4496" y="11486"/>
                    <a:pt x="4776" y="11486"/>
                  </a:cubicBezTo>
                  <a:cubicBezTo>
                    <a:pt x="5223" y="11486"/>
                    <a:pt x="5669" y="11438"/>
                    <a:pt x="6098" y="11314"/>
                  </a:cubicBezTo>
                  <a:cubicBezTo>
                    <a:pt x="6750" y="11127"/>
                    <a:pt x="7388" y="10762"/>
                    <a:pt x="7957" y="10395"/>
                  </a:cubicBezTo>
                  <a:cubicBezTo>
                    <a:pt x="8894" y="9790"/>
                    <a:pt x="9516" y="9000"/>
                    <a:pt x="9945" y="7974"/>
                  </a:cubicBezTo>
                  <a:cubicBezTo>
                    <a:pt x="10531" y="6571"/>
                    <a:pt x="10455" y="5036"/>
                    <a:pt x="9984" y="3608"/>
                  </a:cubicBezTo>
                  <a:cubicBezTo>
                    <a:pt x="9736" y="2854"/>
                    <a:pt x="9381" y="2126"/>
                    <a:pt x="8836" y="1545"/>
                  </a:cubicBezTo>
                  <a:cubicBezTo>
                    <a:pt x="8291" y="964"/>
                    <a:pt x="7641" y="508"/>
                    <a:pt x="6984" y="67"/>
                  </a:cubicBezTo>
                  <a:cubicBezTo>
                    <a:pt x="6915" y="21"/>
                    <a:pt x="6844"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9"/>
            <p:cNvSpPr/>
            <p:nvPr/>
          </p:nvSpPr>
          <p:spPr>
            <a:xfrm>
              <a:off x="2718672" y="864598"/>
              <a:ext cx="276862" cy="100216"/>
            </a:xfrm>
            <a:custGeom>
              <a:rect b="b" l="l" r="r" t="t"/>
              <a:pathLst>
                <a:path extrusionOk="0" h="1879" w="5191">
                  <a:moveTo>
                    <a:pt x="5037" y="1"/>
                  </a:moveTo>
                  <a:cubicBezTo>
                    <a:pt x="4991" y="1"/>
                    <a:pt x="4949" y="27"/>
                    <a:pt x="4919" y="66"/>
                  </a:cubicBezTo>
                  <a:cubicBezTo>
                    <a:pt x="4111" y="1154"/>
                    <a:pt x="2718" y="1576"/>
                    <a:pt x="1418" y="1613"/>
                  </a:cubicBezTo>
                  <a:cubicBezTo>
                    <a:pt x="1348" y="1615"/>
                    <a:pt x="1278" y="1616"/>
                    <a:pt x="1208" y="1616"/>
                  </a:cubicBezTo>
                  <a:cubicBezTo>
                    <a:pt x="849" y="1616"/>
                    <a:pt x="491" y="1594"/>
                    <a:pt x="133" y="1556"/>
                  </a:cubicBezTo>
                  <a:cubicBezTo>
                    <a:pt x="130" y="1556"/>
                    <a:pt x="127" y="1556"/>
                    <a:pt x="123" y="1556"/>
                  </a:cubicBezTo>
                  <a:cubicBezTo>
                    <a:pt x="57" y="1556"/>
                    <a:pt x="0" y="1625"/>
                    <a:pt x="0" y="1689"/>
                  </a:cubicBezTo>
                  <a:cubicBezTo>
                    <a:pt x="0" y="1767"/>
                    <a:pt x="62" y="1815"/>
                    <a:pt x="133" y="1822"/>
                  </a:cubicBezTo>
                  <a:cubicBezTo>
                    <a:pt x="475" y="1858"/>
                    <a:pt x="824" y="1879"/>
                    <a:pt x="1173" y="1879"/>
                  </a:cubicBezTo>
                  <a:cubicBezTo>
                    <a:pt x="2298" y="1879"/>
                    <a:pt x="3427" y="1659"/>
                    <a:pt x="4352" y="986"/>
                  </a:cubicBezTo>
                  <a:cubicBezTo>
                    <a:pt x="4657" y="763"/>
                    <a:pt x="4923" y="502"/>
                    <a:pt x="5148" y="201"/>
                  </a:cubicBezTo>
                  <a:cubicBezTo>
                    <a:pt x="5191" y="142"/>
                    <a:pt x="5157" y="52"/>
                    <a:pt x="5100" y="18"/>
                  </a:cubicBezTo>
                  <a:cubicBezTo>
                    <a:pt x="5079" y="6"/>
                    <a:pt x="5058" y="1"/>
                    <a:pt x="5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9"/>
            <p:cNvSpPr/>
            <p:nvPr/>
          </p:nvSpPr>
          <p:spPr>
            <a:xfrm>
              <a:off x="3005825" y="743048"/>
              <a:ext cx="46615" cy="97070"/>
            </a:xfrm>
            <a:custGeom>
              <a:rect b="b" l="l" r="r" t="t"/>
              <a:pathLst>
                <a:path extrusionOk="0" h="1820" w="874">
                  <a:moveTo>
                    <a:pt x="732" y="1"/>
                  </a:moveTo>
                  <a:cubicBezTo>
                    <a:pt x="652" y="1"/>
                    <a:pt x="608" y="63"/>
                    <a:pt x="599" y="134"/>
                  </a:cubicBezTo>
                  <a:cubicBezTo>
                    <a:pt x="535" y="662"/>
                    <a:pt x="289" y="1149"/>
                    <a:pt x="53" y="1619"/>
                  </a:cubicBezTo>
                  <a:cubicBezTo>
                    <a:pt x="1" y="1723"/>
                    <a:pt x="92" y="1820"/>
                    <a:pt x="179" y="1820"/>
                  </a:cubicBezTo>
                  <a:cubicBezTo>
                    <a:pt x="219" y="1820"/>
                    <a:pt x="258" y="1800"/>
                    <a:pt x="281" y="1752"/>
                  </a:cubicBezTo>
                  <a:cubicBezTo>
                    <a:pt x="540" y="1236"/>
                    <a:pt x="794" y="713"/>
                    <a:pt x="864" y="134"/>
                  </a:cubicBezTo>
                  <a:cubicBezTo>
                    <a:pt x="873" y="63"/>
                    <a:pt x="797" y="1"/>
                    <a:pt x="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9"/>
            <p:cNvSpPr/>
            <p:nvPr/>
          </p:nvSpPr>
          <p:spPr>
            <a:xfrm>
              <a:off x="2535841" y="491256"/>
              <a:ext cx="122937" cy="175792"/>
            </a:xfrm>
            <a:custGeom>
              <a:rect b="b" l="l" r="r" t="t"/>
              <a:pathLst>
                <a:path extrusionOk="0" h="3296" w="2305">
                  <a:moveTo>
                    <a:pt x="2113" y="0"/>
                  </a:moveTo>
                  <a:cubicBezTo>
                    <a:pt x="2092" y="0"/>
                    <a:pt x="2069" y="6"/>
                    <a:pt x="2046" y="20"/>
                  </a:cubicBezTo>
                  <a:cubicBezTo>
                    <a:pt x="1181" y="538"/>
                    <a:pt x="524" y="1369"/>
                    <a:pt x="199" y="2321"/>
                  </a:cubicBezTo>
                  <a:cubicBezTo>
                    <a:pt x="107" y="2595"/>
                    <a:pt x="45" y="2875"/>
                    <a:pt x="10" y="3162"/>
                  </a:cubicBezTo>
                  <a:cubicBezTo>
                    <a:pt x="1" y="3233"/>
                    <a:pt x="77" y="3295"/>
                    <a:pt x="143" y="3295"/>
                  </a:cubicBezTo>
                  <a:cubicBezTo>
                    <a:pt x="222" y="3295"/>
                    <a:pt x="267" y="3233"/>
                    <a:pt x="276" y="3162"/>
                  </a:cubicBezTo>
                  <a:cubicBezTo>
                    <a:pt x="391" y="2232"/>
                    <a:pt x="859" y="1356"/>
                    <a:pt x="1546" y="724"/>
                  </a:cubicBezTo>
                  <a:cubicBezTo>
                    <a:pt x="1741" y="543"/>
                    <a:pt x="1954" y="385"/>
                    <a:pt x="2181" y="249"/>
                  </a:cubicBezTo>
                  <a:cubicBezTo>
                    <a:pt x="2305" y="176"/>
                    <a:pt x="2228"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9"/>
            <p:cNvSpPr/>
            <p:nvPr/>
          </p:nvSpPr>
          <p:spPr>
            <a:xfrm>
              <a:off x="2976864" y="444748"/>
              <a:ext cx="109390" cy="135471"/>
            </a:xfrm>
            <a:custGeom>
              <a:rect b="b" l="l" r="r" t="t"/>
              <a:pathLst>
                <a:path extrusionOk="0" h="2540" w="2051">
                  <a:moveTo>
                    <a:pt x="189" y="0"/>
                  </a:moveTo>
                  <a:cubicBezTo>
                    <a:pt x="91" y="0"/>
                    <a:pt x="1" y="133"/>
                    <a:pt x="89" y="230"/>
                  </a:cubicBezTo>
                  <a:cubicBezTo>
                    <a:pt x="720" y="921"/>
                    <a:pt x="1356" y="1624"/>
                    <a:pt x="1771" y="2471"/>
                  </a:cubicBezTo>
                  <a:cubicBezTo>
                    <a:pt x="1794" y="2519"/>
                    <a:pt x="1832" y="2539"/>
                    <a:pt x="1872" y="2539"/>
                  </a:cubicBezTo>
                  <a:cubicBezTo>
                    <a:pt x="1959" y="2539"/>
                    <a:pt x="2051" y="2443"/>
                    <a:pt x="1999" y="2338"/>
                  </a:cubicBezTo>
                  <a:cubicBezTo>
                    <a:pt x="1576" y="1470"/>
                    <a:pt x="922" y="749"/>
                    <a:pt x="277" y="42"/>
                  </a:cubicBezTo>
                  <a:cubicBezTo>
                    <a:pt x="250" y="12"/>
                    <a:pt x="219"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9"/>
            <p:cNvSpPr/>
            <p:nvPr/>
          </p:nvSpPr>
          <p:spPr>
            <a:xfrm>
              <a:off x="3081026" y="599472"/>
              <a:ext cx="21761" cy="37655"/>
            </a:xfrm>
            <a:custGeom>
              <a:rect b="b" l="l" r="r" t="t"/>
              <a:pathLst>
                <a:path extrusionOk="0" h="706" w="408">
                  <a:moveTo>
                    <a:pt x="151" y="1"/>
                  </a:moveTo>
                  <a:cubicBezTo>
                    <a:pt x="139" y="1"/>
                    <a:pt x="128" y="2"/>
                    <a:pt x="115" y="6"/>
                  </a:cubicBezTo>
                  <a:cubicBezTo>
                    <a:pt x="52" y="27"/>
                    <a:pt x="0" y="100"/>
                    <a:pt x="23" y="171"/>
                  </a:cubicBezTo>
                  <a:cubicBezTo>
                    <a:pt x="73" y="313"/>
                    <a:pt x="110" y="460"/>
                    <a:pt x="139" y="607"/>
                  </a:cubicBezTo>
                  <a:cubicBezTo>
                    <a:pt x="144" y="639"/>
                    <a:pt x="172" y="671"/>
                    <a:pt x="199" y="687"/>
                  </a:cubicBezTo>
                  <a:cubicBezTo>
                    <a:pt x="218" y="699"/>
                    <a:pt x="244" y="706"/>
                    <a:pt x="268" y="706"/>
                  </a:cubicBezTo>
                  <a:cubicBezTo>
                    <a:pt x="280" y="706"/>
                    <a:pt x="291" y="704"/>
                    <a:pt x="302" y="701"/>
                  </a:cubicBezTo>
                  <a:cubicBezTo>
                    <a:pt x="374" y="676"/>
                    <a:pt x="408" y="610"/>
                    <a:pt x="394" y="538"/>
                  </a:cubicBezTo>
                  <a:cubicBezTo>
                    <a:pt x="367" y="389"/>
                    <a:pt x="328" y="242"/>
                    <a:pt x="280" y="100"/>
                  </a:cubicBezTo>
                  <a:cubicBezTo>
                    <a:pt x="261" y="45"/>
                    <a:pt x="210"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9"/>
            <p:cNvSpPr/>
            <p:nvPr/>
          </p:nvSpPr>
          <p:spPr>
            <a:xfrm>
              <a:off x="2613229" y="960173"/>
              <a:ext cx="113817" cy="54562"/>
            </a:xfrm>
            <a:custGeom>
              <a:rect b="b" l="l" r="r" t="t"/>
              <a:pathLst>
                <a:path extrusionOk="0" h="1023" w="2134">
                  <a:moveTo>
                    <a:pt x="193" y="0"/>
                  </a:moveTo>
                  <a:cubicBezTo>
                    <a:pt x="78" y="0"/>
                    <a:pt x="1" y="175"/>
                    <a:pt x="125" y="248"/>
                  </a:cubicBezTo>
                  <a:cubicBezTo>
                    <a:pt x="685" y="581"/>
                    <a:pt x="1288" y="838"/>
                    <a:pt x="1913" y="1017"/>
                  </a:cubicBezTo>
                  <a:cubicBezTo>
                    <a:pt x="1927" y="1021"/>
                    <a:pt x="1940" y="1023"/>
                    <a:pt x="1952" y="1023"/>
                  </a:cubicBezTo>
                  <a:cubicBezTo>
                    <a:pt x="2088" y="1023"/>
                    <a:pt x="2134" y="804"/>
                    <a:pt x="1984" y="760"/>
                  </a:cubicBezTo>
                  <a:cubicBezTo>
                    <a:pt x="1378" y="589"/>
                    <a:pt x="800" y="340"/>
                    <a:pt x="260" y="20"/>
                  </a:cubicBezTo>
                  <a:cubicBezTo>
                    <a:pt x="237" y="6"/>
                    <a:pt x="215"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9"/>
            <p:cNvSpPr/>
            <p:nvPr/>
          </p:nvSpPr>
          <p:spPr>
            <a:xfrm>
              <a:off x="2625709" y="1135324"/>
              <a:ext cx="174832" cy="52855"/>
            </a:xfrm>
            <a:custGeom>
              <a:rect b="b" l="l" r="r" t="t"/>
              <a:pathLst>
                <a:path extrusionOk="0" h="991" w="3278">
                  <a:moveTo>
                    <a:pt x="3109" y="1"/>
                  </a:moveTo>
                  <a:cubicBezTo>
                    <a:pt x="3030" y="1"/>
                    <a:pt x="2946" y="66"/>
                    <a:pt x="2968" y="166"/>
                  </a:cubicBezTo>
                  <a:cubicBezTo>
                    <a:pt x="3014" y="379"/>
                    <a:pt x="2842" y="581"/>
                    <a:pt x="2657" y="661"/>
                  </a:cubicBezTo>
                  <a:cubicBezTo>
                    <a:pt x="2544" y="710"/>
                    <a:pt x="2422" y="728"/>
                    <a:pt x="2298" y="728"/>
                  </a:cubicBezTo>
                  <a:cubicBezTo>
                    <a:pt x="2150" y="728"/>
                    <a:pt x="1999" y="702"/>
                    <a:pt x="1860" y="675"/>
                  </a:cubicBezTo>
                  <a:cubicBezTo>
                    <a:pt x="1298" y="565"/>
                    <a:pt x="760" y="368"/>
                    <a:pt x="262" y="90"/>
                  </a:cubicBezTo>
                  <a:cubicBezTo>
                    <a:pt x="239" y="78"/>
                    <a:pt x="217" y="72"/>
                    <a:pt x="196" y="72"/>
                  </a:cubicBezTo>
                  <a:cubicBezTo>
                    <a:pt x="78" y="72"/>
                    <a:pt x="0" y="250"/>
                    <a:pt x="127" y="321"/>
                  </a:cubicBezTo>
                  <a:cubicBezTo>
                    <a:pt x="579" y="572"/>
                    <a:pt x="1064" y="764"/>
                    <a:pt x="1568" y="882"/>
                  </a:cubicBezTo>
                  <a:cubicBezTo>
                    <a:pt x="1794" y="936"/>
                    <a:pt x="2048" y="991"/>
                    <a:pt x="2293" y="991"/>
                  </a:cubicBezTo>
                  <a:cubicBezTo>
                    <a:pt x="2546" y="991"/>
                    <a:pt x="2791" y="933"/>
                    <a:pt x="2989" y="758"/>
                  </a:cubicBezTo>
                  <a:cubicBezTo>
                    <a:pt x="3177" y="592"/>
                    <a:pt x="3278" y="344"/>
                    <a:pt x="3225" y="96"/>
                  </a:cubicBezTo>
                  <a:cubicBezTo>
                    <a:pt x="3210" y="29"/>
                    <a:pt x="3160" y="1"/>
                    <a:pt x="3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9"/>
            <p:cNvSpPr/>
            <p:nvPr/>
          </p:nvSpPr>
          <p:spPr>
            <a:xfrm>
              <a:off x="2541548" y="1054202"/>
              <a:ext cx="32748" cy="49175"/>
            </a:xfrm>
            <a:custGeom>
              <a:rect b="b" l="l" r="r" t="t"/>
              <a:pathLst>
                <a:path extrusionOk="0" h="922" w="614">
                  <a:moveTo>
                    <a:pt x="317" y="188"/>
                  </a:moveTo>
                  <a:cubicBezTo>
                    <a:pt x="318" y="188"/>
                    <a:pt x="318" y="189"/>
                    <a:pt x="318" y="190"/>
                  </a:cubicBezTo>
                  <a:lnTo>
                    <a:pt x="318" y="190"/>
                  </a:lnTo>
                  <a:cubicBezTo>
                    <a:pt x="318" y="189"/>
                    <a:pt x="318" y="189"/>
                    <a:pt x="317" y="188"/>
                  </a:cubicBezTo>
                  <a:close/>
                  <a:moveTo>
                    <a:pt x="198" y="0"/>
                  </a:moveTo>
                  <a:cubicBezTo>
                    <a:pt x="139" y="0"/>
                    <a:pt x="79" y="35"/>
                    <a:pt x="68" y="96"/>
                  </a:cubicBezTo>
                  <a:cubicBezTo>
                    <a:pt x="0" y="404"/>
                    <a:pt x="133" y="729"/>
                    <a:pt x="395" y="902"/>
                  </a:cubicBezTo>
                  <a:cubicBezTo>
                    <a:pt x="415" y="915"/>
                    <a:pt x="437" y="921"/>
                    <a:pt x="460" y="921"/>
                  </a:cubicBezTo>
                  <a:cubicBezTo>
                    <a:pt x="508" y="921"/>
                    <a:pt x="556" y="896"/>
                    <a:pt x="578" y="855"/>
                  </a:cubicBezTo>
                  <a:cubicBezTo>
                    <a:pt x="613" y="789"/>
                    <a:pt x="592" y="715"/>
                    <a:pt x="530" y="674"/>
                  </a:cubicBezTo>
                  <a:cubicBezTo>
                    <a:pt x="523" y="668"/>
                    <a:pt x="518" y="665"/>
                    <a:pt x="511" y="660"/>
                  </a:cubicBezTo>
                  <a:cubicBezTo>
                    <a:pt x="505" y="653"/>
                    <a:pt x="486" y="638"/>
                    <a:pt x="479" y="633"/>
                  </a:cubicBezTo>
                  <a:cubicBezTo>
                    <a:pt x="459" y="614"/>
                    <a:pt x="440" y="592"/>
                    <a:pt x="422" y="573"/>
                  </a:cubicBezTo>
                  <a:cubicBezTo>
                    <a:pt x="417" y="566"/>
                    <a:pt x="413" y="560"/>
                    <a:pt x="408" y="553"/>
                  </a:cubicBezTo>
                  <a:cubicBezTo>
                    <a:pt x="401" y="543"/>
                    <a:pt x="394" y="530"/>
                    <a:pt x="387" y="518"/>
                  </a:cubicBezTo>
                  <a:cubicBezTo>
                    <a:pt x="379" y="505"/>
                    <a:pt x="372" y="493"/>
                    <a:pt x="365" y="481"/>
                  </a:cubicBezTo>
                  <a:cubicBezTo>
                    <a:pt x="362" y="474"/>
                    <a:pt x="358" y="466"/>
                    <a:pt x="355" y="459"/>
                  </a:cubicBezTo>
                  <a:cubicBezTo>
                    <a:pt x="346" y="433"/>
                    <a:pt x="337" y="408"/>
                    <a:pt x="330" y="381"/>
                  </a:cubicBezTo>
                  <a:cubicBezTo>
                    <a:pt x="326" y="367"/>
                    <a:pt x="323" y="353"/>
                    <a:pt x="321" y="339"/>
                  </a:cubicBezTo>
                  <a:cubicBezTo>
                    <a:pt x="319" y="334"/>
                    <a:pt x="317" y="326"/>
                    <a:pt x="317" y="321"/>
                  </a:cubicBezTo>
                  <a:cubicBezTo>
                    <a:pt x="317" y="319"/>
                    <a:pt x="317" y="319"/>
                    <a:pt x="317" y="319"/>
                  </a:cubicBezTo>
                  <a:cubicBezTo>
                    <a:pt x="316" y="291"/>
                    <a:pt x="314" y="263"/>
                    <a:pt x="314" y="234"/>
                  </a:cubicBezTo>
                  <a:cubicBezTo>
                    <a:pt x="316" y="222"/>
                    <a:pt x="317" y="208"/>
                    <a:pt x="317" y="195"/>
                  </a:cubicBezTo>
                  <a:lnTo>
                    <a:pt x="317" y="195"/>
                  </a:lnTo>
                  <a:cubicBezTo>
                    <a:pt x="317" y="199"/>
                    <a:pt x="317" y="203"/>
                    <a:pt x="317" y="203"/>
                  </a:cubicBezTo>
                  <a:cubicBezTo>
                    <a:pt x="317" y="203"/>
                    <a:pt x="317" y="201"/>
                    <a:pt x="317" y="195"/>
                  </a:cubicBezTo>
                  <a:lnTo>
                    <a:pt x="317" y="195"/>
                  </a:lnTo>
                  <a:cubicBezTo>
                    <a:pt x="317" y="195"/>
                    <a:pt x="317" y="195"/>
                    <a:pt x="317" y="195"/>
                  </a:cubicBezTo>
                  <a:cubicBezTo>
                    <a:pt x="317" y="194"/>
                    <a:pt x="317" y="194"/>
                    <a:pt x="317" y="194"/>
                  </a:cubicBezTo>
                  <a:cubicBezTo>
                    <a:pt x="317" y="193"/>
                    <a:pt x="318" y="193"/>
                    <a:pt x="318" y="192"/>
                  </a:cubicBezTo>
                  <a:lnTo>
                    <a:pt x="318" y="192"/>
                  </a:lnTo>
                  <a:cubicBezTo>
                    <a:pt x="318" y="191"/>
                    <a:pt x="318" y="191"/>
                    <a:pt x="318" y="190"/>
                  </a:cubicBezTo>
                  <a:lnTo>
                    <a:pt x="318" y="190"/>
                  </a:lnTo>
                  <a:cubicBezTo>
                    <a:pt x="320" y="182"/>
                    <a:pt x="321" y="175"/>
                    <a:pt x="323" y="167"/>
                  </a:cubicBezTo>
                  <a:cubicBezTo>
                    <a:pt x="337" y="100"/>
                    <a:pt x="303" y="20"/>
                    <a:pt x="231" y="4"/>
                  </a:cubicBezTo>
                  <a:cubicBezTo>
                    <a:pt x="220" y="1"/>
                    <a:pt x="209"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9"/>
            <p:cNvSpPr/>
            <p:nvPr/>
          </p:nvSpPr>
          <p:spPr>
            <a:xfrm>
              <a:off x="2558455" y="1064496"/>
              <a:ext cx="53" cy="160"/>
            </a:xfrm>
            <a:custGeom>
              <a:rect b="b" l="l" r="r" t="t"/>
              <a:pathLst>
                <a:path extrusionOk="0" h="3" w="1">
                  <a:moveTo>
                    <a:pt x="0" y="2"/>
                  </a:moveTo>
                  <a:cubicBezTo>
                    <a:pt x="0" y="1"/>
                    <a:pt x="0" y="1"/>
                    <a:pt x="0" y="1"/>
                  </a:cubicBezTo>
                  <a:cubicBezTo>
                    <a:pt x="0" y="1"/>
                    <a:pt x="0" y="1"/>
                    <a:pt x="0" y="1"/>
                  </a:cubicBezTo>
                  <a:cubicBezTo>
                    <a:pt x="0" y="1"/>
                    <a:pt x="0" y="1"/>
                    <a:pt x="0" y="2"/>
                  </a:cubicBezTo>
                  <a:close/>
                </a:path>
              </a:pathLst>
            </a:custGeom>
            <a:solidFill>
              <a:srgbClr val="4804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9"/>
            <p:cNvSpPr/>
            <p:nvPr/>
          </p:nvSpPr>
          <p:spPr>
            <a:xfrm>
              <a:off x="2890089" y="430828"/>
              <a:ext cx="37228" cy="30508"/>
            </a:xfrm>
            <a:custGeom>
              <a:rect b="b" l="l" r="r" t="t"/>
              <a:pathLst>
                <a:path extrusionOk="0" h="572" w="698">
                  <a:moveTo>
                    <a:pt x="139" y="0"/>
                  </a:moveTo>
                  <a:cubicBezTo>
                    <a:pt x="127" y="0"/>
                    <a:pt x="115" y="2"/>
                    <a:pt x="105" y="5"/>
                  </a:cubicBezTo>
                  <a:cubicBezTo>
                    <a:pt x="73" y="14"/>
                    <a:pt x="40" y="37"/>
                    <a:pt x="25" y="67"/>
                  </a:cubicBezTo>
                  <a:cubicBezTo>
                    <a:pt x="10" y="97"/>
                    <a:pt x="1" y="134"/>
                    <a:pt x="11" y="168"/>
                  </a:cubicBezTo>
                  <a:cubicBezTo>
                    <a:pt x="24" y="203"/>
                    <a:pt x="43" y="227"/>
                    <a:pt x="73" y="248"/>
                  </a:cubicBezTo>
                  <a:cubicBezTo>
                    <a:pt x="212" y="351"/>
                    <a:pt x="352" y="452"/>
                    <a:pt x="492" y="554"/>
                  </a:cubicBezTo>
                  <a:cubicBezTo>
                    <a:pt x="507" y="567"/>
                    <a:pt x="531" y="572"/>
                    <a:pt x="554" y="572"/>
                  </a:cubicBezTo>
                  <a:cubicBezTo>
                    <a:pt x="568" y="572"/>
                    <a:pt x="581" y="570"/>
                    <a:pt x="593" y="567"/>
                  </a:cubicBezTo>
                  <a:cubicBezTo>
                    <a:pt x="624" y="560"/>
                    <a:pt x="658" y="535"/>
                    <a:pt x="672" y="507"/>
                  </a:cubicBezTo>
                  <a:cubicBezTo>
                    <a:pt x="688" y="476"/>
                    <a:pt x="697" y="439"/>
                    <a:pt x="686" y="404"/>
                  </a:cubicBezTo>
                  <a:cubicBezTo>
                    <a:pt x="674" y="370"/>
                    <a:pt x="655" y="347"/>
                    <a:pt x="624" y="324"/>
                  </a:cubicBezTo>
                  <a:cubicBezTo>
                    <a:pt x="486" y="223"/>
                    <a:pt x="346" y="120"/>
                    <a:pt x="206" y="19"/>
                  </a:cubicBezTo>
                  <a:cubicBezTo>
                    <a:pt x="190" y="6"/>
                    <a:pt x="163"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9"/>
            <p:cNvSpPr/>
            <p:nvPr/>
          </p:nvSpPr>
          <p:spPr>
            <a:xfrm>
              <a:off x="2567415" y="1141351"/>
              <a:ext cx="45335" cy="30988"/>
            </a:xfrm>
            <a:custGeom>
              <a:rect b="b" l="l" r="r" t="t"/>
              <a:pathLst>
                <a:path extrusionOk="0" h="581" w="850">
                  <a:moveTo>
                    <a:pt x="151" y="0"/>
                  </a:moveTo>
                  <a:cubicBezTo>
                    <a:pt x="119" y="0"/>
                    <a:pt x="80" y="14"/>
                    <a:pt x="57" y="39"/>
                  </a:cubicBezTo>
                  <a:cubicBezTo>
                    <a:pt x="13" y="87"/>
                    <a:pt x="1" y="179"/>
                    <a:pt x="57" y="227"/>
                  </a:cubicBezTo>
                  <a:cubicBezTo>
                    <a:pt x="242" y="376"/>
                    <a:pt x="446" y="493"/>
                    <a:pt x="669" y="574"/>
                  </a:cubicBezTo>
                  <a:cubicBezTo>
                    <a:pt x="680" y="579"/>
                    <a:pt x="692" y="581"/>
                    <a:pt x="704" y="581"/>
                  </a:cubicBezTo>
                  <a:cubicBezTo>
                    <a:pt x="761" y="581"/>
                    <a:pt x="819" y="536"/>
                    <a:pt x="832" y="482"/>
                  </a:cubicBezTo>
                  <a:cubicBezTo>
                    <a:pt x="850" y="408"/>
                    <a:pt x="809" y="346"/>
                    <a:pt x="740" y="319"/>
                  </a:cubicBezTo>
                  <a:cubicBezTo>
                    <a:pt x="715" y="310"/>
                    <a:pt x="690" y="303"/>
                    <a:pt x="667" y="291"/>
                  </a:cubicBezTo>
                  <a:lnTo>
                    <a:pt x="667" y="291"/>
                  </a:lnTo>
                  <a:cubicBezTo>
                    <a:pt x="677" y="296"/>
                    <a:pt x="680" y="298"/>
                    <a:pt x="680" y="298"/>
                  </a:cubicBezTo>
                  <a:cubicBezTo>
                    <a:pt x="679" y="298"/>
                    <a:pt x="660" y="288"/>
                    <a:pt x="655" y="286"/>
                  </a:cubicBezTo>
                  <a:cubicBezTo>
                    <a:pt x="642" y="280"/>
                    <a:pt x="630" y="275"/>
                    <a:pt x="619" y="270"/>
                  </a:cubicBezTo>
                  <a:cubicBezTo>
                    <a:pt x="573" y="247"/>
                    <a:pt x="527" y="224"/>
                    <a:pt x="481" y="199"/>
                  </a:cubicBezTo>
                  <a:cubicBezTo>
                    <a:pt x="437" y="172"/>
                    <a:pt x="392" y="146"/>
                    <a:pt x="350" y="115"/>
                  </a:cubicBezTo>
                  <a:cubicBezTo>
                    <a:pt x="329" y="101"/>
                    <a:pt x="307" y="87"/>
                    <a:pt x="288" y="71"/>
                  </a:cubicBezTo>
                  <a:cubicBezTo>
                    <a:pt x="284" y="69"/>
                    <a:pt x="263" y="55"/>
                    <a:pt x="264" y="55"/>
                  </a:cubicBezTo>
                  <a:lnTo>
                    <a:pt x="264" y="55"/>
                  </a:lnTo>
                  <a:cubicBezTo>
                    <a:pt x="264" y="55"/>
                    <a:pt x="267" y="57"/>
                    <a:pt x="275" y="62"/>
                  </a:cubicBezTo>
                  <a:cubicBezTo>
                    <a:pt x="265" y="55"/>
                    <a:pt x="256" y="46"/>
                    <a:pt x="245" y="39"/>
                  </a:cubicBezTo>
                  <a:cubicBezTo>
                    <a:pt x="217" y="16"/>
                    <a:pt x="189"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9" name="Google Shape;3739;p69"/>
          <p:cNvSpPr/>
          <p:nvPr/>
        </p:nvSpPr>
        <p:spPr>
          <a:xfrm>
            <a:off x="7192436" y="1155643"/>
            <a:ext cx="179847" cy="161950"/>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9"/>
          <p:cNvSpPr/>
          <p:nvPr/>
        </p:nvSpPr>
        <p:spPr>
          <a:xfrm>
            <a:off x="7758998" y="858476"/>
            <a:ext cx="179847" cy="161950"/>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1" name="Google Shape;3741;p69"/>
          <p:cNvGrpSpPr/>
          <p:nvPr/>
        </p:nvGrpSpPr>
        <p:grpSpPr>
          <a:xfrm>
            <a:off x="1361524" y="2713283"/>
            <a:ext cx="939143" cy="964543"/>
            <a:chOff x="1742490" y="367839"/>
            <a:chExt cx="629242" cy="646260"/>
          </a:xfrm>
        </p:grpSpPr>
        <p:sp>
          <p:nvSpPr>
            <p:cNvPr id="3742" name="Google Shape;3742;p69"/>
            <p:cNvSpPr/>
            <p:nvPr/>
          </p:nvSpPr>
          <p:spPr>
            <a:xfrm>
              <a:off x="1754810" y="367839"/>
              <a:ext cx="604819" cy="646260"/>
            </a:xfrm>
            <a:custGeom>
              <a:rect b="b" l="l" r="r" t="t"/>
              <a:pathLst>
                <a:path extrusionOk="0" h="12117" w="11340">
                  <a:moveTo>
                    <a:pt x="5053" y="0"/>
                  </a:moveTo>
                  <a:cubicBezTo>
                    <a:pt x="4764" y="0"/>
                    <a:pt x="4519" y="174"/>
                    <a:pt x="4294" y="337"/>
                  </a:cubicBezTo>
                  <a:cubicBezTo>
                    <a:pt x="4186" y="415"/>
                    <a:pt x="4080" y="493"/>
                    <a:pt x="3972" y="571"/>
                  </a:cubicBezTo>
                  <a:cubicBezTo>
                    <a:pt x="3638" y="814"/>
                    <a:pt x="3305" y="1058"/>
                    <a:pt x="2970" y="1301"/>
                  </a:cubicBezTo>
                  <a:cubicBezTo>
                    <a:pt x="2483" y="1656"/>
                    <a:pt x="1996" y="2014"/>
                    <a:pt x="1510" y="2372"/>
                  </a:cubicBezTo>
                  <a:cubicBezTo>
                    <a:pt x="1441" y="2423"/>
                    <a:pt x="1370" y="2474"/>
                    <a:pt x="1301" y="2526"/>
                  </a:cubicBezTo>
                  <a:cubicBezTo>
                    <a:pt x="1085" y="2685"/>
                    <a:pt x="869" y="2843"/>
                    <a:pt x="652" y="3002"/>
                  </a:cubicBezTo>
                  <a:cubicBezTo>
                    <a:pt x="415" y="3180"/>
                    <a:pt x="169" y="3369"/>
                    <a:pt x="85" y="3665"/>
                  </a:cubicBezTo>
                  <a:cubicBezTo>
                    <a:pt x="0" y="3974"/>
                    <a:pt x="140" y="4312"/>
                    <a:pt x="273" y="4585"/>
                  </a:cubicBezTo>
                  <a:cubicBezTo>
                    <a:pt x="420" y="4891"/>
                    <a:pt x="610" y="5175"/>
                    <a:pt x="810" y="5450"/>
                  </a:cubicBezTo>
                  <a:cubicBezTo>
                    <a:pt x="1010" y="5721"/>
                    <a:pt x="1219" y="5985"/>
                    <a:pt x="1409" y="6265"/>
                  </a:cubicBezTo>
                  <a:cubicBezTo>
                    <a:pt x="1562" y="6492"/>
                    <a:pt x="1702" y="6750"/>
                    <a:pt x="1939" y="6901"/>
                  </a:cubicBezTo>
                  <a:cubicBezTo>
                    <a:pt x="2070" y="6984"/>
                    <a:pt x="2202" y="7016"/>
                    <a:pt x="2337" y="7016"/>
                  </a:cubicBezTo>
                  <a:cubicBezTo>
                    <a:pt x="2481" y="7016"/>
                    <a:pt x="2627" y="6980"/>
                    <a:pt x="2777" y="6931"/>
                  </a:cubicBezTo>
                  <a:cubicBezTo>
                    <a:pt x="2874" y="6901"/>
                    <a:pt x="2963" y="6880"/>
                    <a:pt x="3047" y="6880"/>
                  </a:cubicBezTo>
                  <a:cubicBezTo>
                    <a:pt x="3155" y="6880"/>
                    <a:pt x="3256" y="6914"/>
                    <a:pt x="3357" y="7002"/>
                  </a:cubicBezTo>
                  <a:cubicBezTo>
                    <a:pt x="3513" y="7140"/>
                    <a:pt x="3603" y="7367"/>
                    <a:pt x="3598" y="7578"/>
                  </a:cubicBezTo>
                  <a:cubicBezTo>
                    <a:pt x="3594" y="7810"/>
                    <a:pt x="3507" y="8037"/>
                    <a:pt x="3452" y="8260"/>
                  </a:cubicBezTo>
                  <a:cubicBezTo>
                    <a:pt x="3387" y="8521"/>
                    <a:pt x="3371" y="8787"/>
                    <a:pt x="3465" y="9043"/>
                  </a:cubicBezTo>
                  <a:cubicBezTo>
                    <a:pt x="3578" y="9361"/>
                    <a:pt x="3800" y="9650"/>
                    <a:pt x="3988" y="9924"/>
                  </a:cubicBezTo>
                  <a:cubicBezTo>
                    <a:pt x="4379" y="10500"/>
                    <a:pt x="4799" y="11073"/>
                    <a:pt x="5276" y="11581"/>
                  </a:cubicBezTo>
                  <a:cubicBezTo>
                    <a:pt x="5492" y="11811"/>
                    <a:pt x="5731" y="12012"/>
                    <a:pt x="6045" y="12088"/>
                  </a:cubicBezTo>
                  <a:cubicBezTo>
                    <a:pt x="6125" y="12107"/>
                    <a:pt x="6207" y="12116"/>
                    <a:pt x="6289" y="12116"/>
                  </a:cubicBezTo>
                  <a:cubicBezTo>
                    <a:pt x="6484" y="12116"/>
                    <a:pt x="6680" y="12067"/>
                    <a:pt x="6858" y="11996"/>
                  </a:cubicBezTo>
                  <a:cubicBezTo>
                    <a:pt x="7145" y="11881"/>
                    <a:pt x="7408" y="11710"/>
                    <a:pt x="7668" y="11547"/>
                  </a:cubicBezTo>
                  <a:cubicBezTo>
                    <a:pt x="7973" y="11354"/>
                    <a:pt x="8271" y="11154"/>
                    <a:pt x="8563" y="10943"/>
                  </a:cubicBezTo>
                  <a:cubicBezTo>
                    <a:pt x="8717" y="10833"/>
                    <a:pt x="8868" y="10718"/>
                    <a:pt x="9018" y="10603"/>
                  </a:cubicBezTo>
                  <a:cubicBezTo>
                    <a:pt x="9470" y="10287"/>
                    <a:pt x="9910" y="9951"/>
                    <a:pt x="10332" y="9593"/>
                  </a:cubicBezTo>
                  <a:cubicBezTo>
                    <a:pt x="10755" y="9235"/>
                    <a:pt x="11289" y="8810"/>
                    <a:pt x="11322" y="8207"/>
                  </a:cubicBezTo>
                  <a:cubicBezTo>
                    <a:pt x="11340" y="7886"/>
                    <a:pt x="11219" y="7596"/>
                    <a:pt x="11062" y="7321"/>
                  </a:cubicBezTo>
                  <a:cubicBezTo>
                    <a:pt x="10895" y="7027"/>
                    <a:pt x="10704" y="6743"/>
                    <a:pt x="10511" y="6465"/>
                  </a:cubicBezTo>
                  <a:cubicBezTo>
                    <a:pt x="10305" y="6167"/>
                    <a:pt x="10091" y="5877"/>
                    <a:pt x="9867" y="5593"/>
                  </a:cubicBezTo>
                  <a:cubicBezTo>
                    <a:pt x="9660" y="5333"/>
                    <a:pt x="9453" y="5033"/>
                    <a:pt x="9183" y="4833"/>
                  </a:cubicBezTo>
                  <a:cubicBezTo>
                    <a:pt x="8965" y="4670"/>
                    <a:pt x="8707" y="4611"/>
                    <a:pt x="8439" y="4596"/>
                  </a:cubicBezTo>
                  <a:cubicBezTo>
                    <a:pt x="8210" y="4581"/>
                    <a:pt x="7968" y="4596"/>
                    <a:pt x="7748" y="4526"/>
                  </a:cubicBezTo>
                  <a:cubicBezTo>
                    <a:pt x="7544" y="4461"/>
                    <a:pt x="7360" y="4305"/>
                    <a:pt x="7278" y="4114"/>
                  </a:cubicBezTo>
                  <a:cubicBezTo>
                    <a:pt x="7186" y="3896"/>
                    <a:pt x="7268" y="3727"/>
                    <a:pt x="7399" y="3539"/>
                  </a:cubicBezTo>
                  <a:cubicBezTo>
                    <a:pt x="7576" y="3291"/>
                    <a:pt x="7698" y="3040"/>
                    <a:pt x="7610" y="2730"/>
                  </a:cubicBezTo>
                  <a:cubicBezTo>
                    <a:pt x="7532" y="2453"/>
                    <a:pt x="7317" y="2237"/>
                    <a:pt x="7145" y="2017"/>
                  </a:cubicBezTo>
                  <a:cubicBezTo>
                    <a:pt x="6731" y="1489"/>
                    <a:pt x="6390" y="904"/>
                    <a:pt x="5894" y="444"/>
                  </a:cubicBezTo>
                  <a:cubicBezTo>
                    <a:pt x="5667" y="233"/>
                    <a:pt x="5387" y="4"/>
                    <a:pt x="5061" y="0"/>
                  </a:cubicBezTo>
                  <a:cubicBezTo>
                    <a:pt x="5058" y="0"/>
                    <a:pt x="5056"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9"/>
            <p:cNvSpPr/>
            <p:nvPr/>
          </p:nvSpPr>
          <p:spPr>
            <a:xfrm>
              <a:off x="1824198" y="398293"/>
              <a:ext cx="361718" cy="477988"/>
            </a:xfrm>
            <a:custGeom>
              <a:rect b="b" l="l" r="r" t="t"/>
              <a:pathLst>
                <a:path extrusionOk="0" h="8962" w="6782">
                  <a:moveTo>
                    <a:pt x="2671" y="0"/>
                  </a:moveTo>
                  <a:cubicBezTo>
                    <a:pt x="2337" y="243"/>
                    <a:pt x="2004" y="487"/>
                    <a:pt x="1669" y="730"/>
                  </a:cubicBezTo>
                  <a:cubicBezTo>
                    <a:pt x="1382" y="939"/>
                    <a:pt x="1093" y="1150"/>
                    <a:pt x="808" y="1361"/>
                  </a:cubicBezTo>
                  <a:cubicBezTo>
                    <a:pt x="608" y="1506"/>
                    <a:pt x="408" y="1653"/>
                    <a:pt x="209" y="1801"/>
                  </a:cubicBezTo>
                  <a:cubicBezTo>
                    <a:pt x="140" y="1852"/>
                    <a:pt x="69" y="1903"/>
                    <a:pt x="0" y="1955"/>
                  </a:cubicBezTo>
                  <a:cubicBezTo>
                    <a:pt x="718" y="2975"/>
                    <a:pt x="1416" y="4012"/>
                    <a:pt x="2123" y="5040"/>
                  </a:cubicBezTo>
                  <a:cubicBezTo>
                    <a:pt x="2951" y="6241"/>
                    <a:pt x="3787" y="7443"/>
                    <a:pt x="4705" y="8577"/>
                  </a:cubicBezTo>
                  <a:cubicBezTo>
                    <a:pt x="4857" y="8764"/>
                    <a:pt x="5055" y="8962"/>
                    <a:pt x="5307" y="8962"/>
                  </a:cubicBezTo>
                  <a:cubicBezTo>
                    <a:pt x="5335" y="8962"/>
                    <a:pt x="5362" y="8959"/>
                    <a:pt x="5391" y="8954"/>
                  </a:cubicBezTo>
                  <a:cubicBezTo>
                    <a:pt x="5657" y="8910"/>
                    <a:pt x="5841" y="8696"/>
                    <a:pt x="5947" y="8460"/>
                  </a:cubicBezTo>
                  <a:cubicBezTo>
                    <a:pt x="5956" y="8439"/>
                    <a:pt x="5965" y="8418"/>
                    <a:pt x="5974" y="8396"/>
                  </a:cubicBezTo>
                  <a:cubicBezTo>
                    <a:pt x="6029" y="8253"/>
                    <a:pt x="6066" y="8104"/>
                    <a:pt x="6119" y="7962"/>
                  </a:cubicBezTo>
                  <a:cubicBezTo>
                    <a:pt x="6170" y="7826"/>
                    <a:pt x="6232" y="7695"/>
                    <a:pt x="6296" y="7565"/>
                  </a:cubicBezTo>
                  <a:cubicBezTo>
                    <a:pt x="6424" y="7306"/>
                    <a:pt x="6557" y="7051"/>
                    <a:pt x="6631" y="6773"/>
                  </a:cubicBezTo>
                  <a:cubicBezTo>
                    <a:pt x="6782" y="6210"/>
                    <a:pt x="6598" y="5651"/>
                    <a:pt x="6321" y="5160"/>
                  </a:cubicBezTo>
                  <a:cubicBezTo>
                    <a:pt x="6181" y="4911"/>
                    <a:pt x="6016" y="4677"/>
                    <a:pt x="5850" y="4445"/>
                  </a:cubicBezTo>
                  <a:cubicBezTo>
                    <a:pt x="5635" y="4143"/>
                    <a:pt x="5419" y="3842"/>
                    <a:pt x="5205" y="3543"/>
                  </a:cubicBezTo>
                  <a:cubicBezTo>
                    <a:pt x="4361" y="2361"/>
                    <a:pt x="3516" y="1180"/>
                    <a:pt x="2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9"/>
            <p:cNvSpPr/>
            <p:nvPr/>
          </p:nvSpPr>
          <p:spPr>
            <a:xfrm>
              <a:off x="1824198" y="470882"/>
              <a:ext cx="317237" cy="405399"/>
            </a:xfrm>
            <a:custGeom>
              <a:rect b="b" l="l" r="r" t="t"/>
              <a:pathLst>
                <a:path extrusionOk="0" h="7601" w="5948">
                  <a:moveTo>
                    <a:pt x="808" y="0"/>
                  </a:moveTo>
                  <a:cubicBezTo>
                    <a:pt x="608" y="145"/>
                    <a:pt x="408" y="292"/>
                    <a:pt x="209" y="440"/>
                  </a:cubicBezTo>
                  <a:cubicBezTo>
                    <a:pt x="140" y="491"/>
                    <a:pt x="69" y="542"/>
                    <a:pt x="0" y="594"/>
                  </a:cubicBezTo>
                  <a:cubicBezTo>
                    <a:pt x="719" y="1614"/>
                    <a:pt x="1416" y="2651"/>
                    <a:pt x="2123" y="3679"/>
                  </a:cubicBezTo>
                  <a:cubicBezTo>
                    <a:pt x="2951" y="4880"/>
                    <a:pt x="3787" y="6082"/>
                    <a:pt x="4705" y="7216"/>
                  </a:cubicBezTo>
                  <a:cubicBezTo>
                    <a:pt x="4857" y="7403"/>
                    <a:pt x="5055" y="7601"/>
                    <a:pt x="5307" y="7601"/>
                  </a:cubicBezTo>
                  <a:cubicBezTo>
                    <a:pt x="5335" y="7601"/>
                    <a:pt x="5362" y="7598"/>
                    <a:pt x="5391" y="7593"/>
                  </a:cubicBezTo>
                  <a:cubicBezTo>
                    <a:pt x="5657" y="7549"/>
                    <a:pt x="5841" y="7335"/>
                    <a:pt x="5947" y="7099"/>
                  </a:cubicBezTo>
                  <a:cubicBezTo>
                    <a:pt x="5740" y="6831"/>
                    <a:pt x="5534" y="6564"/>
                    <a:pt x="5329" y="6295"/>
                  </a:cubicBezTo>
                  <a:cubicBezTo>
                    <a:pt x="4799" y="5598"/>
                    <a:pt x="4276" y="4896"/>
                    <a:pt x="3759" y="4191"/>
                  </a:cubicBezTo>
                  <a:cubicBezTo>
                    <a:pt x="2749" y="2812"/>
                    <a:pt x="1765" y="1416"/>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9"/>
            <p:cNvSpPr/>
            <p:nvPr/>
          </p:nvSpPr>
          <p:spPr>
            <a:xfrm>
              <a:off x="2019723" y="584165"/>
              <a:ext cx="47521" cy="41975"/>
            </a:xfrm>
            <a:custGeom>
              <a:rect b="b" l="l" r="r" t="t"/>
              <a:pathLst>
                <a:path extrusionOk="0" h="787" w="891">
                  <a:moveTo>
                    <a:pt x="445" y="1"/>
                  </a:moveTo>
                  <a:cubicBezTo>
                    <a:pt x="365" y="1"/>
                    <a:pt x="283" y="25"/>
                    <a:pt x="213" y="77"/>
                  </a:cubicBezTo>
                  <a:cubicBezTo>
                    <a:pt x="39" y="205"/>
                    <a:pt x="0" y="451"/>
                    <a:pt x="128" y="625"/>
                  </a:cubicBezTo>
                  <a:cubicBezTo>
                    <a:pt x="206" y="730"/>
                    <a:pt x="325" y="786"/>
                    <a:pt x="446" y="786"/>
                  </a:cubicBezTo>
                  <a:cubicBezTo>
                    <a:pt x="526" y="786"/>
                    <a:pt x="607" y="761"/>
                    <a:pt x="677" y="710"/>
                  </a:cubicBezTo>
                  <a:cubicBezTo>
                    <a:pt x="853" y="582"/>
                    <a:pt x="890" y="336"/>
                    <a:pt x="762" y="162"/>
                  </a:cubicBezTo>
                  <a:cubicBezTo>
                    <a:pt x="686" y="57"/>
                    <a:pt x="566"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9"/>
            <p:cNvSpPr/>
            <p:nvPr/>
          </p:nvSpPr>
          <p:spPr>
            <a:xfrm>
              <a:off x="2272422" y="664273"/>
              <a:ext cx="99310" cy="231634"/>
            </a:xfrm>
            <a:custGeom>
              <a:rect b="b" l="l" r="r" t="t"/>
              <a:pathLst>
                <a:path extrusionOk="0" h="4343" w="1862">
                  <a:moveTo>
                    <a:pt x="289" y="1"/>
                  </a:moveTo>
                  <a:cubicBezTo>
                    <a:pt x="143" y="1"/>
                    <a:pt x="0" y="168"/>
                    <a:pt x="116" y="319"/>
                  </a:cubicBezTo>
                  <a:cubicBezTo>
                    <a:pt x="355" y="634"/>
                    <a:pt x="582" y="958"/>
                    <a:pt x="793" y="1293"/>
                  </a:cubicBezTo>
                  <a:cubicBezTo>
                    <a:pt x="992" y="1607"/>
                    <a:pt x="1201" y="1935"/>
                    <a:pt x="1343" y="2279"/>
                  </a:cubicBezTo>
                  <a:cubicBezTo>
                    <a:pt x="1399" y="2419"/>
                    <a:pt x="1435" y="2560"/>
                    <a:pt x="1399" y="2711"/>
                  </a:cubicBezTo>
                  <a:cubicBezTo>
                    <a:pt x="1358" y="2872"/>
                    <a:pt x="1268" y="3034"/>
                    <a:pt x="1185" y="3177"/>
                  </a:cubicBezTo>
                  <a:cubicBezTo>
                    <a:pt x="1008" y="3480"/>
                    <a:pt x="774" y="3753"/>
                    <a:pt x="506" y="3976"/>
                  </a:cubicBezTo>
                  <a:cubicBezTo>
                    <a:pt x="421" y="4047"/>
                    <a:pt x="394" y="4168"/>
                    <a:pt x="462" y="4260"/>
                  </a:cubicBezTo>
                  <a:cubicBezTo>
                    <a:pt x="500" y="4311"/>
                    <a:pt x="567" y="4343"/>
                    <a:pt x="632" y="4343"/>
                  </a:cubicBezTo>
                  <a:cubicBezTo>
                    <a:pt x="673" y="4343"/>
                    <a:pt x="713" y="4331"/>
                    <a:pt x="745" y="4304"/>
                  </a:cubicBezTo>
                  <a:cubicBezTo>
                    <a:pt x="986" y="4100"/>
                    <a:pt x="1206" y="3870"/>
                    <a:pt x="1385" y="3610"/>
                  </a:cubicBezTo>
                  <a:cubicBezTo>
                    <a:pt x="1562" y="3356"/>
                    <a:pt x="1739" y="3062"/>
                    <a:pt x="1803" y="2755"/>
                  </a:cubicBezTo>
                  <a:cubicBezTo>
                    <a:pt x="1862" y="2467"/>
                    <a:pt x="1755" y="2183"/>
                    <a:pt x="1624" y="1931"/>
                  </a:cubicBezTo>
                  <a:cubicBezTo>
                    <a:pt x="1465" y="1627"/>
                    <a:pt x="1293" y="1327"/>
                    <a:pt x="1109" y="1036"/>
                  </a:cubicBezTo>
                  <a:cubicBezTo>
                    <a:pt x="901" y="709"/>
                    <a:pt x="678" y="390"/>
                    <a:pt x="442" y="80"/>
                  </a:cubicBezTo>
                  <a:cubicBezTo>
                    <a:pt x="400" y="24"/>
                    <a:pt x="344"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9"/>
            <p:cNvSpPr/>
            <p:nvPr/>
          </p:nvSpPr>
          <p:spPr>
            <a:xfrm>
              <a:off x="1927080" y="669607"/>
              <a:ext cx="104323" cy="130457"/>
            </a:xfrm>
            <a:custGeom>
              <a:rect b="b" l="l" r="r" t="t"/>
              <a:pathLst>
                <a:path extrusionOk="0" h="2446" w="1956">
                  <a:moveTo>
                    <a:pt x="284" y="0"/>
                  </a:moveTo>
                  <a:cubicBezTo>
                    <a:pt x="142" y="0"/>
                    <a:pt x="1" y="168"/>
                    <a:pt x="107" y="323"/>
                  </a:cubicBezTo>
                  <a:lnTo>
                    <a:pt x="1521" y="2363"/>
                  </a:lnTo>
                  <a:cubicBezTo>
                    <a:pt x="1562" y="2422"/>
                    <a:pt x="1616" y="2446"/>
                    <a:pt x="1670" y="2446"/>
                  </a:cubicBezTo>
                  <a:cubicBezTo>
                    <a:pt x="1813" y="2446"/>
                    <a:pt x="1955" y="2278"/>
                    <a:pt x="1847" y="2124"/>
                  </a:cubicBezTo>
                  <a:lnTo>
                    <a:pt x="435" y="84"/>
                  </a:lnTo>
                  <a:cubicBezTo>
                    <a:pt x="394" y="25"/>
                    <a:pt x="33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9"/>
            <p:cNvSpPr/>
            <p:nvPr/>
          </p:nvSpPr>
          <p:spPr>
            <a:xfrm>
              <a:off x="2109111" y="700381"/>
              <a:ext cx="80963" cy="185232"/>
            </a:xfrm>
            <a:custGeom>
              <a:rect b="b" l="l" r="r" t="t"/>
              <a:pathLst>
                <a:path extrusionOk="0" h="3473" w="1518">
                  <a:moveTo>
                    <a:pt x="1239" y="0"/>
                  </a:moveTo>
                  <a:cubicBezTo>
                    <a:pt x="1130" y="0"/>
                    <a:pt x="1021" y="76"/>
                    <a:pt x="1039" y="216"/>
                  </a:cubicBezTo>
                  <a:cubicBezTo>
                    <a:pt x="1105" y="730"/>
                    <a:pt x="1030" y="1249"/>
                    <a:pt x="883" y="1742"/>
                  </a:cubicBezTo>
                  <a:cubicBezTo>
                    <a:pt x="809" y="1995"/>
                    <a:pt x="717" y="2243"/>
                    <a:pt x="616" y="2488"/>
                  </a:cubicBezTo>
                  <a:cubicBezTo>
                    <a:pt x="520" y="2722"/>
                    <a:pt x="426" y="3016"/>
                    <a:pt x="155" y="3085"/>
                  </a:cubicBezTo>
                  <a:cubicBezTo>
                    <a:pt x="49" y="3113"/>
                    <a:pt x="1" y="3251"/>
                    <a:pt x="38" y="3347"/>
                  </a:cubicBezTo>
                  <a:cubicBezTo>
                    <a:pt x="71" y="3434"/>
                    <a:pt x="147" y="3473"/>
                    <a:pt x="229" y="3473"/>
                  </a:cubicBezTo>
                  <a:cubicBezTo>
                    <a:pt x="252" y="3473"/>
                    <a:pt x="275" y="3470"/>
                    <a:pt x="299" y="3464"/>
                  </a:cubicBezTo>
                  <a:cubicBezTo>
                    <a:pt x="639" y="3376"/>
                    <a:pt x="818" y="3055"/>
                    <a:pt x="944" y="2755"/>
                  </a:cubicBezTo>
                  <a:cubicBezTo>
                    <a:pt x="1057" y="2486"/>
                    <a:pt x="1160" y="2213"/>
                    <a:pt x="1245" y="1935"/>
                  </a:cubicBezTo>
                  <a:cubicBezTo>
                    <a:pt x="1419" y="1364"/>
                    <a:pt x="1518" y="771"/>
                    <a:pt x="1442" y="175"/>
                  </a:cubicBezTo>
                  <a:cubicBezTo>
                    <a:pt x="1426" y="56"/>
                    <a:pt x="1332" y="0"/>
                    <a:pt x="1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9"/>
            <p:cNvSpPr/>
            <p:nvPr/>
          </p:nvSpPr>
          <p:spPr>
            <a:xfrm>
              <a:off x="1742490" y="525070"/>
              <a:ext cx="97070" cy="179792"/>
            </a:xfrm>
            <a:custGeom>
              <a:rect b="b" l="l" r="r" t="t"/>
              <a:pathLst>
                <a:path extrusionOk="0" h="3371" w="1820">
                  <a:moveTo>
                    <a:pt x="643" y="1"/>
                  </a:moveTo>
                  <a:cubicBezTo>
                    <a:pt x="583" y="1"/>
                    <a:pt x="523" y="29"/>
                    <a:pt x="479" y="77"/>
                  </a:cubicBezTo>
                  <a:cubicBezTo>
                    <a:pt x="107" y="478"/>
                    <a:pt x="1" y="1100"/>
                    <a:pt x="222" y="1601"/>
                  </a:cubicBezTo>
                  <a:cubicBezTo>
                    <a:pt x="359" y="1910"/>
                    <a:pt x="575" y="2184"/>
                    <a:pt x="770" y="2459"/>
                  </a:cubicBezTo>
                  <a:cubicBezTo>
                    <a:pt x="968" y="2739"/>
                    <a:pt x="1172" y="3016"/>
                    <a:pt x="1378" y="3290"/>
                  </a:cubicBezTo>
                  <a:cubicBezTo>
                    <a:pt x="1421" y="3347"/>
                    <a:pt x="1476" y="3371"/>
                    <a:pt x="1531" y="3371"/>
                  </a:cubicBezTo>
                  <a:cubicBezTo>
                    <a:pt x="1678" y="3371"/>
                    <a:pt x="1819" y="3203"/>
                    <a:pt x="1706" y="3051"/>
                  </a:cubicBezTo>
                  <a:cubicBezTo>
                    <a:pt x="1518" y="2803"/>
                    <a:pt x="1334" y="2553"/>
                    <a:pt x="1155" y="2301"/>
                  </a:cubicBezTo>
                  <a:cubicBezTo>
                    <a:pt x="983" y="2060"/>
                    <a:pt x="793" y="1819"/>
                    <a:pt x="650" y="1559"/>
                  </a:cubicBezTo>
                  <a:cubicBezTo>
                    <a:pt x="430" y="1153"/>
                    <a:pt x="481" y="669"/>
                    <a:pt x="797" y="327"/>
                  </a:cubicBezTo>
                  <a:cubicBezTo>
                    <a:pt x="871" y="248"/>
                    <a:pt x="844" y="108"/>
                    <a:pt x="763" y="44"/>
                  </a:cubicBezTo>
                  <a:cubicBezTo>
                    <a:pt x="726" y="14"/>
                    <a:pt x="685"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9"/>
            <p:cNvSpPr/>
            <p:nvPr/>
          </p:nvSpPr>
          <p:spPr>
            <a:xfrm>
              <a:off x="1925960" y="804010"/>
              <a:ext cx="42668" cy="90456"/>
            </a:xfrm>
            <a:custGeom>
              <a:rect b="b" l="l" r="r" t="t"/>
              <a:pathLst>
                <a:path extrusionOk="0" h="1696" w="800">
                  <a:moveTo>
                    <a:pt x="210" y="1"/>
                  </a:moveTo>
                  <a:cubicBezTo>
                    <a:pt x="203" y="1"/>
                    <a:pt x="195" y="1"/>
                    <a:pt x="188" y="2"/>
                  </a:cubicBezTo>
                  <a:cubicBezTo>
                    <a:pt x="70" y="20"/>
                    <a:pt x="11" y="111"/>
                    <a:pt x="9" y="224"/>
                  </a:cubicBezTo>
                  <a:cubicBezTo>
                    <a:pt x="1" y="717"/>
                    <a:pt x="148" y="1200"/>
                    <a:pt x="413" y="1613"/>
                  </a:cubicBezTo>
                  <a:cubicBezTo>
                    <a:pt x="448" y="1667"/>
                    <a:pt x="514" y="1696"/>
                    <a:pt x="579" y="1696"/>
                  </a:cubicBezTo>
                  <a:cubicBezTo>
                    <a:pt x="621" y="1696"/>
                    <a:pt x="663" y="1684"/>
                    <a:pt x="695" y="1658"/>
                  </a:cubicBezTo>
                  <a:cubicBezTo>
                    <a:pt x="786" y="1585"/>
                    <a:pt x="800" y="1470"/>
                    <a:pt x="740" y="1374"/>
                  </a:cubicBezTo>
                  <a:cubicBezTo>
                    <a:pt x="672" y="1270"/>
                    <a:pt x="646" y="1220"/>
                    <a:pt x="594" y="1103"/>
                  </a:cubicBezTo>
                  <a:cubicBezTo>
                    <a:pt x="552" y="1007"/>
                    <a:pt x="514" y="906"/>
                    <a:pt x="486" y="803"/>
                  </a:cubicBezTo>
                  <a:cubicBezTo>
                    <a:pt x="436" y="630"/>
                    <a:pt x="408" y="394"/>
                    <a:pt x="412" y="183"/>
                  </a:cubicBezTo>
                  <a:cubicBezTo>
                    <a:pt x="413" y="84"/>
                    <a:pt x="30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9"/>
            <p:cNvSpPr/>
            <p:nvPr/>
          </p:nvSpPr>
          <p:spPr>
            <a:xfrm>
              <a:off x="2113645" y="446828"/>
              <a:ext cx="50348" cy="56695"/>
            </a:xfrm>
            <a:custGeom>
              <a:rect b="b" l="l" r="r" t="t"/>
              <a:pathLst>
                <a:path extrusionOk="0" h="1063" w="944">
                  <a:moveTo>
                    <a:pt x="228" y="1"/>
                  </a:moveTo>
                  <a:cubicBezTo>
                    <a:pt x="187" y="1"/>
                    <a:pt x="146" y="13"/>
                    <a:pt x="113" y="40"/>
                  </a:cubicBezTo>
                  <a:cubicBezTo>
                    <a:pt x="26" y="107"/>
                    <a:pt x="1" y="231"/>
                    <a:pt x="68" y="322"/>
                  </a:cubicBezTo>
                  <a:lnTo>
                    <a:pt x="550" y="981"/>
                  </a:lnTo>
                  <a:cubicBezTo>
                    <a:pt x="589" y="1033"/>
                    <a:pt x="654" y="1063"/>
                    <a:pt x="719" y="1063"/>
                  </a:cubicBezTo>
                  <a:cubicBezTo>
                    <a:pt x="760" y="1063"/>
                    <a:pt x="801" y="1050"/>
                    <a:pt x="834" y="1023"/>
                  </a:cubicBezTo>
                  <a:cubicBezTo>
                    <a:pt x="919" y="956"/>
                    <a:pt x="944" y="834"/>
                    <a:pt x="878" y="742"/>
                  </a:cubicBezTo>
                  <a:lnTo>
                    <a:pt x="394" y="82"/>
                  </a:lnTo>
                  <a:cubicBezTo>
                    <a:pt x="357" y="31"/>
                    <a:pt x="292"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9"/>
            <p:cNvSpPr/>
            <p:nvPr/>
          </p:nvSpPr>
          <p:spPr>
            <a:xfrm>
              <a:off x="1976735" y="418934"/>
              <a:ext cx="50882" cy="57495"/>
            </a:xfrm>
            <a:custGeom>
              <a:rect b="b" l="l" r="r" t="t"/>
              <a:pathLst>
                <a:path extrusionOk="0" h="1078" w="954">
                  <a:moveTo>
                    <a:pt x="225" y="1"/>
                  </a:moveTo>
                  <a:cubicBezTo>
                    <a:pt x="184" y="1"/>
                    <a:pt x="143" y="13"/>
                    <a:pt x="110" y="40"/>
                  </a:cubicBezTo>
                  <a:cubicBezTo>
                    <a:pt x="25" y="109"/>
                    <a:pt x="0" y="232"/>
                    <a:pt x="68" y="324"/>
                  </a:cubicBezTo>
                  <a:lnTo>
                    <a:pt x="560" y="995"/>
                  </a:lnTo>
                  <a:cubicBezTo>
                    <a:pt x="598" y="1047"/>
                    <a:pt x="664" y="1078"/>
                    <a:pt x="728" y="1078"/>
                  </a:cubicBezTo>
                  <a:cubicBezTo>
                    <a:pt x="769" y="1078"/>
                    <a:pt x="809" y="1066"/>
                    <a:pt x="842" y="1040"/>
                  </a:cubicBezTo>
                  <a:cubicBezTo>
                    <a:pt x="927" y="971"/>
                    <a:pt x="954" y="848"/>
                    <a:pt x="886" y="756"/>
                  </a:cubicBezTo>
                  <a:lnTo>
                    <a:pt x="394" y="84"/>
                  </a:lnTo>
                  <a:cubicBezTo>
                    <a:pt x="355" y="31"/>
                    <a:pt x="289"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69"/>
          <p:cNvGrpSpPr/>
          <p:nvPr/>
        </p:nvGrpSpPr>
        <p:grpSpPr>
          <a:xfrm rot="1837553">
            <a:off x="694057" y="935929"/>
            <a:ext cx="1513811" cy="2029860"/>
            <a:chOff x="1400935" y="1333409"/>
            <a:chExt cx="760984" cy="1020399"/>
          </a:xfrm>
        </p:grpSpPr>
        <p:sp>
          <p:nvSpPr>
            <p:cNvPr id="3754" name="Google Shape;3754;p69"/>
            <p:cNvSpPr/>
            <p:nvPr/>
          </p:nvSpPr>
          <p:spPr>
            <a:xfrm>
              <a:off x="1400935" y="1333409"/>
              <a:ext cx="760984" cy="1005685"/>
            </a:xfrm>
            <a:custGeom>
              <a:rect b="b" l="l" r="r" t="t"/>
              <a:pathLst>
                <a:path extrusionOk="0" h="18856" w="14268">
                  <a:moveTo>
                    <a:pt x="14054" y="0"/>
                  </a:moveTo>
                  <a:cubicBezTo>
                    <a:pt x="14038" y="0"/>
                    <a:pt x="14023" y="2"/>
                    <a:pt x="14009" y="5"/>
                  </a:cubicBezTo>
                  <a:cubicBezTo>
                    <a:pt x="13998" y="7"/>
                    <a:pt x="13986" y="9"/>
                    <a:pt x="13975" y="14"/>
                  </a:cubicBezTo>
                  <a:cubicBezTo>
                    <a:pt x="13421" y="273"/>
                    <a:pt x="12939" y="429"/>
                    <a:pt x="12386" y="686"/>
                  </a:cubicBezTo>
                  <a:cubicBezTo>
                    <a:pt x="12370" y="693"/>
                    <a:pt x="12354" y="700"/>
                    <a:pt x="12338" y="709"/>
                  </a:cubicBezTo>
                  <a:cubicBezTo>
                    <a:pt x="12224" y="757"/>
                    <a:pt x="12111" y="805"/>
                    <a:pt x="12001" y="860"/>
                  </a:cubicBezTo>
                  <a:cubicBezTo>
                    <a:pt x="11909" y="906"/>
                    <a:pt x="11819" y="962"/>
                    <a:pt x="11744" y="1035"/>
                  </a:cubicBezTo>
                  <a:cubicBezTo>
                    <a:pt x="11723" y="1056"/>
                    <a:pt x="11703" y="1079"/>
                    <a:pt x="11684" y="1104"/>
                  </a:cubicBezTo>
                  <a:cubicBezTo>
                    <a:pt x="11684" y="1104"/>
                    <a:pt x="11684" y="1102"/>
                    <a:pt x="11684" y="1102"/>
                  </a:cubicBezTo>
                  <a:lnTo>
                    <a:pt x="10759" y="2371"/>
                  </a:lnTo>
                  <a:cubicBezTo>
                    <a:pt x="8436" y="5485"/>
                    <a:pt x="4036" y="11421"/>
                    <a:pt x="2841" y="13062"/>
                  </a:cubicBezTo>
                  <a:cubicBezTo>
                    <a:pt x="2629" y="13355"/>
                    <a:pt x="2311" y="13784"/>
                    <a:pt x="1994" y="14214"/>
                  </a:cubicBezTo>
                  <a:cubicBezTo>
                    <a:pt x="1891" y="14351"/>
                    <a:pt x="1790" y="14489"/>
                    <a:pt x="1691" y="14622"/>
                  </a:cubicBezTo>
                  <a:cubicBezTo>
                    <a:pt x="1613" y="14730"/>
                    <a:pt x="1535" y="14834"/>
                    <a:pt x="1461" y="14934"/>
                  </a:cubicBezTo>
                  <a:cubicBezTo>
                    <a:pt x="1401" y="15017"/>
                    <a:pt x="1342" y="15097"/>
                    <a:pt x="1287" y="15171"/>
                  </a:cubicBezTo>
                  <a:cubicBezTo>
                    <a:pt x="1255" y="15214"/>
                    <a:pt x="1225" y="15254"/>
                    <a:pt x="1197" y="15293"/>
                  </a:cubicBezTo>
                  <a:lnTo>
                    <a:pt x="977" y="15596"/>
                  </a:lnTo>
                  <a:cubicBezTo>
                    <a:pt x="958" y="15623"/>
                    <a:pt x="938" y="15648"/>
                    <a:pt x="919" y="15674"/>
                  </a:cubicBezTo>
                  <a:cubicBezTo>
                    <a:pt x="291" y="16536"/>
                    <a:pt x="1" y="17076"/>
                    <a:pt x="63" y="17512"/>
                  </a:cubicBezTo>
                  <a:cubicBezTo>
                    <a:pt x="107" y="17808"/>
                    <a:pt x="311" y="18056"/>
                    <a:pt x="683" y="18327"/>
                  </a:cubicBezTo>
                  <a:cubicBezTo>
                    <a:pt x="725" y="18357"/>
                    <a:pt x="766" y="18387"/>
                    <a:pt x="809" y="18414"/>
                  </a:cubicBezTo>
                  <a:cubicBezTo>
                    <a:pt x="846" y="18444"/>
                    <a:pt x="887" y="18474"/>
                    <a:pt x="929" y="18506"/>
                  </a:cubicBezTo>
                  <a:cubicBezTo>
                    <a:pt x="1115" y="18641"/>
                    <a:pt x="1282" y="18738"/>
                    <a:pt x="1441" y="18795"/>
                  </a:cubicBezTo>
                  <a:cubicBezTo>
                    <a:pt x="1552" y="18835"/>
                    <a:pt x="1659" y="18856"/>
                    <a:pt x="1764" y="18856"/>
                  </a:cubicBezTo>
                  <a:cubicBezTo>
                    <a:pt x="1808" y="18856"/>
                    <a:pt x="1852" y="18852"/>
                    <a:pt x="1895" y="18845"/>
                  </a:cubicBezTo>
                  <a:cubicBezTo>
                    <a:pt x="2326" y="18772"/>
                    <a:pt x="2746" y="18336"/>
                    <a:pt x="3364" y="17489"/>
                  </a:cubicBezTo>
                  <a:cubicBezTo>
                    <a:pt x="3387" y="17455"/>
                    <a:pt x="3412" y="17422"/>
                    <a:pt x="3437" y="17386"/>
                  </a:cubicBezTo>
                  <a:cubicBezTo>
                    <a:pt x="3469" y="17342"/>
                    <a:pt x="3508" y="17290"/>
                    <a:pt x="3550" y="17232"/>
                  </a:cubicBezTo>
                  <a:cubicBezTo>
                    <a:pt x="3582" y="17189"/>
                    <a:pt x="3614" y="17143"/>
                    <a:pt x="3651" y="17094"/>
                  </a:cubicBezTo>
                  <a:cubicBezTo>
                    <a:pt x="3731" y="16982"/>
                    <a:pt x="3821" y="16858"/>
                    <a:pt x="3919" y="16722"/>
                  </a:cubicBezTo>
                  <a:cubicBezTo>
                    <a:pt x="3990" y="16624"/>
                    <a:pt x="4062" y="16520"/>
                    <a:pt x="4138" y="16413"/>
                  </a:cubicBezTo>
                  <a:cubicBezTo>
                    <a:pt x="4234" y="16282"/>
                    <a:pt x="4332" y="16146"/>
                    <a:pt x="4429" y="16009"/>
                  </a:cubicBezTo>
                  <a:cubicBezTo>
                    <a:pt x="4744" y="15570"/>
                    <a:pt x="5060" y="15129"/>
                    <a:pt x="5274" y="14834"/>
                  </a:cubicBezTo>
                  <a:cubicBezTo>
                    <a:pt x="6469" y="13192"/>
                    <a:pt x="10764" y="7181"/>
                    <a:pt x="13011" y="4010"/>
                  </a:cubicBezTo>
                  <a:lnTo>
                    <a:pt x="13935" y="2742"/>
                  </a:lnTo>
                  <a:lnTo>
                    <a:pt x="13933" y="2742"/>
                  </a:lnTo>
                  <a:cubicBezTo>
                    <a:pt x="14011" y="2630"/>
                    <a:pt x="14048" y="2497"/>
                    <a:pt x="14069" y="2364"/>
                  </a:cubicBezTo>
                  <a:cubicBezTo>
                    <a:pt x="14089" y="2242"/>
                    <a:pt x="14098" y="2120"/>
                    <a:pt x="14110" y="1997"/>
                  </a:cubicBezTo>
                  <a:cubicBezTo>
                    <a:pt x="14112" y="1980"/>
                    <a:pt x="14114" y="1964"/>
                    <a:pt x="14115" y="1946"/>
                  </a:cubicBezTo>
                  <a:cubicBezTo>
                    <a:pt x="14191" y="1338"/>
                    <a:pt x="14191" y="833"/>
                    <a:pt x="14266" y="227"/>
                  </a:cubicBezTo>
                  <a:cubicBezTo>
                    <a:pt x="14268" y="216"/>
                    <a:pt x="14266" y="206"/>
                    <a:pt x="14266" y="197"/>
                  </a:cubicBezTo>
                  <a:cubicBezTo>
                    <a:pt x="14262" y="142"/>
                    <a:pt x="14236" y="87"/>
                    <a:pt x="14177" y="43"/>
                  </a:cubicBezTo>
                  <a:cubicBezTo>
                    <a:pt x="14136" y="13"/>
                    <a:pt x="14094" y="0"/>
                    <a:pt x="14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9"/>
            <p:cNvSpPr/>
            <p:nvPr/>
          </p:nvSpPr>
          <p:spPr>
            <a:xfrm>
              <a:off x="1429576" y="1335169"/>
              <a:ext cx="728876" cy="987391"/>
            </a:xfrm>
            <a:custGeom>
              <a:rect b="b" l="l" r="r" t="t"/>
              <a:pathLst>
                <a:path extrusionOk="0" h="18513" w="13666">
                  <a:moveTo>
                    <a:pt x="13612" y="1"/>
                  </a:moveTo>
                  <a:cubicBezTo>
                    <a:pt x="13592" y="1"/>
                    <a:pt x="13569" y="11"/>
                    <a:pt x="13545" y="27"/>
                  </a:cubicBezTo>
                  <a:cubicBezTo>
                    <a:pt x="13538" y="31"/>
                    <a:pt x="13530" y="35"/>
                    <a:pt x="13522" y="43"/>
                  </a:cubicBezTo>
                  <a:cubicBezTo>
                    <a:pt x="13107" y="401"/>
                    <a:pt x="12763" y="658"/>
                    <a:pt x="12348" y="1016"/>
                  </a:cubicBezTo>
                  <a:cubicBezTo>
                    <a:pt x="12336" y="1027"/>
                    <a:pt x="12324" y="1038"/>
                    <a:pt x="12311" y="1048"/>
                  </a:cubicBezTo>
                  <a:cubicBezTo>
                    <a:pt x="12228" y="1117"/>
                    <a:pt x="12145" y="1186"/>
                    <a:pt x="12061" y="1261"/>
                  </a:cubicBezTo>
                  <a:cubicBezTo>
                    <a:pt x="11969" y="1342"/>
                    <a:pt x="11877" y="1434"/>
                    <a:pt x="11796" y="1544"/>
                  </a:cubicBezTo>
                  <a:cubicBezTo>
                    <a:pt x="11796" y="1544"/>
                    <a:pt x="11796" y="1544"/>
                    <a:pt x="11796" y="1543"/>
                  </a:cubicBezTo>
                  <a:lnTo>
                    <a:pt x="10872" y="2811"/>
                  </a:lnTo>
                  <a:cubicBezTo>
                    <a:pt x="8570" y="5943"/>
                    <a:pt x="4202" y="11899"/>
                    <a:pt x="3006" y="13541"/>
                  </a:cubicBezTo>
                  <a:cubicBezTo>
                    <a:pt x="2671" y="14002"/>
                    <a:pt x="2081" y="14807"/>
                    <a:pt x="1634" y="15416"/>
                  </a:cubicBezTo>
                  <a:cubicBezTo>
                    <a:pt x="1572" y="15500"/>
                    <a:pt x="1514" y="15579"/>
                    <a:pt x="1459" y="15656"/>
                  </a:cubicBezTo>
                  <a:cubicBezTo>
                    <a:pt x="1424" y="15705"/>
                    <a:pt x="1388" y="15753"/>
                    <a:pt x="1356" y="15797"/>
                  </a:cubicBezTo>
                  <a:cubicBezTo>
                    <a:pt x="1323" y="15843"/>
                    <a:pt x="1292" y="15884"/>
                    <a:pt x="1264" y="15925"/>
                  </a:cubicBezTo>
                  <a:cubicBezTo>
                    <a:pt x="1220" y="15983"/>
                    <a:pt x="1183" y="16037"/>
                    <a:pt x="1151" y="16081"/>
                  </a:cubicBezTo>
                  <a:cubicBezTo>
                    <a:pt x="484" y="16990"/>
                    <a:pt x="139" y="17522"/>
                    <a:pt x="55" y="17864"/>
                  </a:cubicBezTo>
                  <a:cubicBezTo>
                    <a:pt x="1" y="18089"/>
                    <a:pt x="59" y="18232"/>
                    <a:pt x="217" y="18346"/>
                  </a:cubicBezTo>
                  <a:cubicBezTo>
                    <a:pt x="234" y="18360"/>
                    <a:pt x="252" y="18370"/>
                    <a:pt x="270" y="18381"/>
                  </a:cubicBezTo>
                  <a:cubicBezTo>
                    <a:pt x="286" y="18395"/>
                    <a:pt x="304" y="18408"/>
                    <a:pt x="321" y="18422"/>
                  </a:cubicBezTo>
                  <a:cubicBezTo>
                    <a:pt x="402" y="18481"/>
                    <a:pt x="483" y="18512"/>
                    <a:pt x="569" y="18512"/>
                  </a:cubicBezTo>
                  <a:cubicBezTo>
                    <a:pt x="649" y="18512"/>
                    <a:pt x="734" y="18485"/>
                    <a:pt x="830" y="18427"/>
                  </a:cubicBezTo>
                  <a:cubicBezTo>
                    <a:pt x="1129" y="18243"/>
                    <a:pt x="1528" y="17750"/>
                    <a:pt x="2189" y="16838"/>
                  </a:cubicBezTo>
                  <a:cubicBezTo>
                    <a:pt x="2221" y="16793"/>
                    <a:pt x="2260" y="16740"/>
                    <a:pt x="2302" y="16682"/>
                  </a:cubicBezTo>
                  <a:cubicBezTo>
                    <a:pt x="2403" y="16543"/>
                    <a:pt x="2531" y="16368"/>
                    <a:pt x="2671" y="16173"/>
                  </a:cubicBezTo>
                  <a:cubicBezTo>
                    <a:pt x="3116" y="15560"/>
                    <a:pt x="3699" y="14750"/>
                    <a:pt x="4036" y="14289"/>
                  </a:cubicBezTo>
                  <a:cubicBezTo>
                    <a:pt x="5230" y="12647"/>
                    <a:pt x="9554" y="6659"/>
                    <a:pt x="11824" y="3504"/>
                  </a:cubicBezTo>
                  <a:lnTo>
                    <a:pt x="12747" y="2235"/>
                  </a:lnTo>
                  <a:cubicBezTo>
                    <a:pt x="12827" y="2126"/>
                    <a:pt x="12885" y="2009"/>
                    <a:pt x="12935" y="1895"/>
                  </a:cubicBezTo>
                  <a:cubicBezTo>
                    <a:pt x="12979" y="1794"/>
                    <a:pt x="13020" y="1693"/>
                    <a:pt x="13061" y="1592"/>
                  </a:cubicBezTo>
                  <a:cubicBezTo>
                    <a:pt x="13066" y="1578"/>
                    <a:pt x="13073" y="1564"/>
                    <a:pt x="13079" y="1550"/>
                  </a:cubicBezTo>
                  <a:cubicBezTo>
                    <a:pt x="13293" y="1043"/>
                    <a:pt x="13431" y="639"/>
                    <a:pt x="13646" y="132"/>
                  </a:cubicBezTo>
                  <a:cubicBezTo>
                    <a:pt x="13649" y="123"/>
                    <a:pt x="13651" y="116"/>
                    <a:pt x="13653" y="109"/>
                  </a:cubicBezTo>
                  <a:cubicBezTo>
                    <a:pt x="13665" y="66"/>
                    <a:pt x="13665" y="29"/>
                    <a:pt x="13640" y="10"/>
                  </a:cubicBezTo>
                  <a:cubicBezTo>
                    <a:pt x="13632" y="4"/>
                    <a:pt x="13622"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9"/>
            <p:cNvSpPr/>
            <p:nvPr/>
          </p:nvSpPr>
          <p:spPr>
            <a:xfrm>
              <a:off x="1400935" y="2169375"/>
              <a:ext cx="179472" cy="169712"/>
            </a:xfrm>
            <a:custGeom>
              <a:rect b="b" l="l" r="r" t="t"/>
              <a:pathLst>
                <a:path extrusionOk="0" h="3182" w="3365">
                  <a:moveTo>
                    <a:pt x="919" y="0"/>
                  </a:moveTo>
                  <a:cubicBezTo>
                    <a:pt x="291" y="862"/>
                    <a:pt x="1" y="1402"/>
                    <a:pt x="63" y="1838"/>
                  </a:cubicBezTo>
                  <a:cubicBezTo>
                    <a:pt x="107" y="2134"/>
                    <a:pt x="311" y="2382"/>
                    <a:pt x="683" y="2653"/>
                  </a:cubicBezTo>
                  <a:cubicBezTo>
                    <a:pt x="725" y="2683"/>
                    <a:pt x="766" y="2713"/>
                    <a:pt x="809" y="2740"/>
                  </a:cubicBezTo>
                  <a:cubicBezTo>
                    <a:pt x="846" y="2770"/>
                    <a:pt x="887" y="2800"/>
                    <a:pt x="929" y="2832"/>
                  </a:cubicBezTo>
                  <a:cubicBezTo>
                    <a:pt x="1115" y="2967"/>
                    <a:pt x="1282" y="3064"/>
                    <a:pt x="1441" y="3121"/>
                  </a:cubicBezTo>
                  <a:cubicBezTo>
                    <a:pt x="1552" y="3161"/>
                    <a:pt x="1659" y="3182"/>
                    <a:pt x="1764" y="3182"/>
                  </a:cubicBezTo>
                  <a:cubicBezTo>
                    <a:pt x="1808" y="3182"/>
                    <a:pt x="1852" y="3178"/>
                    <a:pt x="1895" y="3171"/>
                  </a:cubicBezTo>
                  <a:cubicBezTo>
                    <a:pt x="2326" y="3098"/>
                    <a:pt x="2746" y="2662"/>
                    <a:pt x="3364" y="1815"/>
                  </a:cubicBezTo>
                  <a:cubicBezTo>
                    <a:pt x="2487" y="1299"/>
                    <a:pt x="1688" y="672"/>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9"/>
            <p:cNvSpPr/>
            <p:nvPr/>
          </p:nvSpPr>
          <p:spPr>
            <a:xfrm>
              <a:off x="1449896" y="2091507"/>
              <a:ext cx="187313" cy="174672"/>
            </a:xfrm>
            <a:custGeom>
              <a:rect b="b" l="l" r="r" t="t"/>
              <a:pathLst>
                <a:path extrusionOk="0" h="3275" w="3512">
                  <a:moveTo>
                    <a:pt x="1076" y="0"/>
                  </a:moveTo>
                  <a:cubicBezTo>
                    <a:pt x="973" y="137"/>
                    <a:pt x="872" y="275"/>
                    <a:pt x="773" y="408"/>
                  </a:cubicBezTo>
                  <a:cubicBezTo>
                    <a:pt x="693" y="516"/>
                    <a:pt x="617" y="620"/>
                    <a:pt x="543" y="720"/>
                  </a:cubicBezTo>
                  <a:cubicBezTo>
                    <a:pt x="483" y="803"/>
                    <a:pt x="424" y="883"/>
                    <a:pt x="369" y="957"/>
                  </a:cubicBezTo>
                  <a:cubicBezTo>
                    <a:pt x="337" y="1000"/>
                    <a:pt x="307" y="1040"/>
                    <a:pt x="279" y="1079"/>
                  </a:cubicBezTo>
                  <a:lnTo>
                    <a:pt x="59" y="1382"/>
                  </a:lnTo>
                  <a:cubicBezTo>
                    <a:pt x="40" y="1409"/>
                    <a:pt x="20" y="1434"/>
                    <a:pt x="1" y="1460"/>
                  </a:cubicBezTo>
                  <a:cubicBezTo>
                    <a:pt x="770" y="2132"/>
                    <a:pt x="1569" y="2759"/>
                    <a:pt x="2446" y="3275"/>
                  </a:cubicBezTo>
                  <a:cubicBezTo>
                    <a:pt x="2469" y="3241"/>
                    <a:pt x="2494" y="3208"/>
                    <a:pt x="2519" y="3172"/>
                  </a:cubicBezTo>
                  <a:cubicBezTo>
                    <a:pt x="2551" y="3128"/>
                    <a:pt x="2590" y="3076"/>
                    <a:pt x="2632" y="3018"/>
                  </a:cubicBezTo>
                  <a:cubicBezTo>
                    <a:pt x="2664" y="2975"/>
                    <a:pt x="2696" y="2929"/>
                    <a:pt x="2733" y="2880"/>
                  </a:cubicBezTo>
                  <a:cubicBezTo>
                    <a:pt x="2813" y="2770"/>
                    <a:pt x="2903" y="2644"/>
                    <a:pt x="3001" y="2508"/>
                  </a:cubicBezTo>
                  <a:cubicBezTo>
                    <a:pt x="3070" y="2410"/>
                    <a:pt x="3144" y="2306"/>
                    <a:pt x="3220" y="2199"/>
                  </a:cubicBezTo>
                  <a:cubicBezTo>
                    <a:pt x="3316" y="2068"/>
                    <a:pt x="3414" y="1932"/>
                    <a:pt x="3511" y="1795"/>
                  </a:cubicBezTo>
                  <a:cubicBezTo>
                    <a:pt x="2629" y="1308"/>
                    <a:pt x="1835" y="674"/>
                    <a:pt x="10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9"/>
            <p:cNvSpPr/>
            <p:nvPr/>
          </p:nvSpPr>
          <p:spPr>
            <a:xfrm>
              <a:off x="1464723" y="2113214"/>
              <a:ext cx="156965" cy="131897"/>
            </a:xfrm>
            <a:custGeom>
              <a:rect b="b" l="l" r="r" t="t"/>
              <a:pathLst>
                <a:path extrusionOk="0" h="2473" w="2943">
                  <a:moveTo>
                    <a:pt x="495" y="1"/>
                  </a:moveTo>
                  <a:cubicBezTo>
                    <a:pt x="415" y="109"/>
                    <a:pt x="339" y="213"/>
                    <a:pt x="265" y="313"/>
                  </a:cubicBezTo>
                  <a:cubicBezTo>
                    <a:pt x="205" y="396"/>
                    <a:pt x="146" y="476"/>
                    <a:pt x="91" y="550"/>
                  </a:cubicBezTo>
                  <a:cubicBezTo>
                    <a:pt x="59" y="593"/>
                    <a:pt x="29" y="633"/>
                    <a:pt x="1" y="672"/>
                  </a:cubicBezTo>
                  <a:cubicBezTo>
                    <a:pt x="798" y="1303"/>
                    <a:pt x="1610" y="1915"/>
                    <a:pt x="2455" y="2473"/>
                  </a:cubicBezTo>
                  <a:cubicBezTo>
                    <a:pt x="2535" y="2361"/>
                    <a:pt x="2625" y="2237"/>
                    <a:pt x="2723" y="2101"/>
                  </a:cubicBezTo>
                  <a:cubicBezTo>
                    <a:pt x="2792" y="2003"/>
                    <a:pt x="2866" y="1899"/>
                    <a:pt x="2942" y="1792"/>
                  </a:cubicBezTo>
                  <a:cubicBezTo>
                    <a:pt x="2099" y="1248"/>
                    <a:pt x="1286" y="633"/>
                    <a:pt x="4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9"/>
            <p:cNvSpPr/>
            <p:nvPr/>
          </p:nvSpPr>
          <p:spPr>
            <a:xfrm>
              <a:off x="2027403" y="1333409"/>
              <a:ext cx="134511" cy="146991"/>
            </a:xfrm>
            <a:custGeom>
              <a:rect b="b" l="l" r="r" t="t"/>
              <a:pathLst>
                <a:path extrusionOk="0" h="2756" w="2522">
                  <a:moveTo>
                    <a:pt x="2308" y="0"/>
                  </a:moveTo>
                  <a:cubicBezTo>
                    <a:pt x="2292" y="0"/>
                    <a:pt x="2277" y="2"/>
                    <a:pt x="2263" y="5"/>
                  </a:cubicBezTo>
                  <a:cubicBezTo>
                    <a:pt x="2252" y="7"/>
                    <a:pt x="2240" y="9"/>
                    <a:pt x="2229" y="14"/>
                  </a:cubicBezTo>
                  <a:cubicBezTo>
                    <a:pt x="2064" y="91"/>
                    <a:pt x="1910" y="154"/>
                    <a:pt x="1761" y="211"/>
                  </a:cubicBezTo>
                  <a:cubicBezTo>
                    <a:pt x="1402" y="348"/>
                    <a:pt x="1030" y="505"/>
                    <a:pt x="640" y="686"/>
                  </a:cubicBezTo>
                  <a:cubicBezTo>
                    <a:pt x="624" y="693"/>
                    <a:pt x="608" y="700"/>
                    <a:pt x="592" y="707"/>
                  </a:cubicBezTo>
                  <a:cubicBezTo>
                    <a:pt x="478" y="757"/>
                    <a:pt x="365" y="805"/>
                    <a:pt x="255" y="860"/>
                  </a:cubicBezTo>
                  <a:cubicBezTo>
                    <a:pt x="163" y="906"/>
                    <a:pt x="73" y="962"/>
                    <a:pt x="0" y="1035"/>
                  </a:cubicBezTo>
                  <a:cubicBezTo>
                    <a:pt x="99" y="1212"/>
                    <a:pt x="200" y="1391"/>
                    <a:pt x="299" y="1568"/>
                  </a:cubicBezTo>
                  <a:cubicBezTo>
                    <a:pt x="346" y="1652"/>
                    <a:pt x="385" y="1749"/>
                    <a:pt x="489" y="1772"/>
                  </a:cubicBezTo>
                  <a:cubicBezTo>
                    <a:pt x="510" y="1777"/>
                    <a:pt x="532" y="1779"/>
                    <a:pt x="554" y="1779"/>
                  </a:cubicBezTo>
                  <a:cubicBezTo>
                    <a:pt x="630" y="1779"/>
                    <a:pt x="712" y="1755"/>
                    <a:pt x="785" y="1746"/>
                  </a:cubicBezTo>
                  <a:cubicBezTo>
                    <a:pt x="888" y="1730"/>
                    <a:pt x="991" y="1719"/>
                    <a:pt x="1095" y="1710"/>
                  </a:cubicBezTo>
                  <a:cubicBezTo>
                    <a:pt x="1118" y="1708"/>
                    <a:pt x="1148" y="1704"/>
                    <a:pt x="1177" y="1704"/>
                  </a:cubicBezTo>
                  <a:cubicBezTo>
                    <a:pt x="1204" y="1704"/>
                    <a:pt x="1229" y="1707"/>
                    <a:pt x="1248" y="1721"/>
                  </a:cubicBezTo>
                  <a:cubicBezTo>
                    <a:pt x="1285" y="1747"/>
                    <a:pt x="1295" y="1822"/>
                    <a:pt x="1306" y="1863"/>
                  </a:cubicBezTo>
                  <a:cubicBezTo>
                    <a:pt x="1359" y="2061"/>
                    <a:pt x="1389" y="2268"/>
                    <a:pt x="1391" y="2476"/>
                  </a:cubicBezTo>
                  <a:cubicBezTo>
                    <a:pt x="1393" y="2513"/>
                    <a:pt x="1409" y="2563"/>
                    <a:pt x="1451" y="2573"/>
                  </a:cubicBezTo>
                  <a:cubicBezTo>
                    <a:pt x="1694" y="2634"/>
                    <a:pt x="1937" y="2696"/>
                    <a:pt x="2180" y="2756"/>
                  </a:cubicBezTo>
                  <a:lnTo>
                    <a:pt x="2189" y="2742"/>
                  </a:lnTo>
                  <a:lnTo>
                    <a:pt x="2187" y="2742"/>
                  </a:lnTo>
                  <a:cubicBezTo>
                    <a:pt x="2265" y="2630"/>
                    <a:pt x="2302" y="2497"/>
                    <a:pt x="2323" y="2364"/>
                  </a:cubicBezTo>
                  <a:cubicBezTo>
                    <a:pt x="2343" y="2242"/>
                    <a:pt x="2352" y="2120"/>
                    <a:pt x="2364" y="1997"/>
                  </a:cubicBezTo>
                  <a:cubicBezTo>
                    <a:pt x="2366" y="1980"/>
                    <a:pt x="2368" y="1964"/>
                    <a:pt x="2369" y="1946"/>
                  </a:cubicBezTo>
                  <a:cubicBezTo>
                    <a:pt x="2422" y="1521"/>
                    <a:pt x="2458" y="1122"/>
                    <a:pt x="2477" y="743"/>
                  </a:cubicBezTo>
                  <a:cubicBezTo>
                    <a:pt x="2484" y="578"/>
                    <a:pt x="2497" y="410"/>
                    <a:pt x="2520" y="227"/>
                  </a:cubicBezTo>
                  <a:cubicBezTo>
                    <a:pt x="2522" y="216"/>
                    <a:pt x="2520" y="206"/>
                    <a:pt x="2520" y="197"/>
                  </a:cubicBezTo>
                  <a:cubicBezTo>
                    <a:pt x="2516" y="142"/>
                    <a:pt x="2490" y="87"/>
                    <a:pt x="2431" y="43"/>
                  </a:cubicBezTo>
                  <a:cubicBezTo>
                    <a:pt x="2390" y="13"/>
                    <a:pt x="2348" y="0"/>
                    <a:pt x="2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9"/>
            <p:cNvSpPr/>
            <p:nvPr/>
          </p:nvSpPr>
          <p:spPr>
            <a:xfrm>
              <a:off x="2120845" y="1333409"/>
              <a:ext cx="41068" cy="41228"/>
            </a:xfrm>
            <a:custGeom>
              <a:rect b="b" l="l" r="r" t="t"/>
              <a:pathLst>
                <a:path extrusionOk="0" h="773" w="770">
                  <a:moveTo>
                    <a:pt x="555" y="0"/>
                  </a:moveTo>
                  <a:cubicBezTo>
                    <a:pt x="540" y="0"/>
                    <a:pt x="525" y="2"/>
                    <a:pt x="511" y="5"/>
                  </a:cubicBezTo>
                  <a:cubicBezTo>
                    <a:pt x="500" y="7"/>
                    <a:pt x="488" y="9"/>
                    <a:pt x="477" y="14"/>
                  </a:cubicBezTo>
                  <a:cubicBezTo>
                    <a:pt x="312" y="91"/>
                    <a:pt x="158" y="154"/>
                    <a:pt x="9" y="211"/>
                  </a:cubicBezTo>
                  <a:cubicBezTo>
                    <a:pt x="1" y="372"/>
                    <a:pt x="64" y="537"/>
                    <a:pt x="235" y="661"/>
                  </a:cubicBezTo>
                  <a:cubicBezTo>
                    <a:pt x="342" y="739"/>
                    <a:pt x="451" y="773"/>
                    <a:pt x="555" y="773"/>
                  </a:cubicBezTo>
                  <a:cubicBezTo>
                    <a:pt x="613" y="773"/>
                    <a:pt x="670" y="762"/>
                    <a:pt x="724" y="743"/>
                  </a:cubicBezTo>
                  <a:cubicBezTo>
                    <a:pt x="732" y="578"/>
                    <a:pt x="745" y="410"/>
                    <a:pt x="768" y="227"/>
                  </a:cubicBezTo>
                  <a:cubicBezTo>
                    <a:pt x="770" y="216"/>
                    <a:pt x="768" y="206"/>
                    <a:pt x="768" y="197"/>
                  </a:cubicBezTo>
                  <a:cubicBezTo>
                    <a:pt x="764" y="142"/>
                    <a:pt x="738" y="87"/>
                    <a:pt x="679" y="43"/>
                  </a:cubicBezTo>
                  <a:cubicBezTo>
                    <a:pt x="638" y="13"/>
                    <a:pt x="595"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9"/>
            <p:cNvSpPr/>
            <p:nvPr/>
          </p:nvSpPr>
          <p:spPr>
            <a:xfrm>
              <a:off x="1468937" y="2146068"/>
              <a:ext cx="204700" cy="207740"/>
            </a:xfrm>
            <a:custGeom>
              <a:rect b="b" l="l" r="r" t="t"/>
              <a:pathLst>
                <a:path extrusionOk="0" h="3895" w="3838">
                  <a:moveTo>
                    <a:pt x="3616" y="0"/>
                  </a:moveTo>
                  <a:cubicBezTo>
                    <a:pt x="3574" y="0"/>
                    <a:pt x="3532" y="19"/>
                    <a:pt x="3500" y="63"/>
                  </a:cubicBezTo>
                  <a:cubicBezTo>
                    <a:pt x="3090" y="632"/>
                    <a:pt x="2679" y="1199"/>
                    <a:pt x="2268" y="1766"/>
                  </a:cubicBezTo>
                  <a:cubicBezTo>
                    <a:pt x="2062" y="2046"/>
                    <a:pt x="1859" y="2328"/>
                    <a:pt x="1653" y="2610"/>
                  </a:cubicBezTo>
                  <a:cubicBezTo>
                    <a:pt x="1552" y="2748"/>
                    <a:pt x="1449" y="2890"/>
                    <a:pt x="1347" y="3028"/>
                  </a:cubicBezTo>
                  <a:cubicBezTo>
                    <a:pt x="1258" y="3149"/>
                    <a:pt x="1166" y="3271"/>
                    <a:pt x="1052" y="3372"/>
                  </a:cubicBezTo>
                  <a:cubicBezTo>
                    <a:pt x="924" y="3488"/>
                    <a:pt x="744" y="3584"/>
                    <a:pt x="569" y="3584"/>
                  </a:cubicBezTo>
                  <a:cubicBezTo>
                    <a:pt x="482" y="3584"/>
                    <a:pt x="395" y="3560"/>
                    <a:pt x="317" y="3501"/>
                  </a:cubicBezTo>
                  <a:cubicBezTo>
                    <a:pt x="287" y="3480"/>
                    <a:pt x="257" y="3470"/>
                    <a:pt x="228" y="3470"/>
                  </a:cubicBezTo>
                  <a:cubicBezTo>
                    <a:pt x="100" y="3470"/>
                    <a:pt x="1" y="3656"/>
                    <a:pt x="133" y="3755"/>
                  </a:cubicBezTo>
                  <a:cubicBezTo>
                    <a:pt x="262" y="3851"/>
                    <a:pt x="417" y="3894"/>
                    <a:pt x="574" y="3894"/>
                  </a:cubicBezTo>
                  <a:cubicBezTo>
                    <a:pt x="712" y="3894"/>
                    <a:pt x="852" y="3860"/>
                    <a:pt x="976" y="3799"/>
                  </a:cubicBezTo>
                  <a:cubicBezTo>
                    <a:pt x="1284" y="3650"/>
                    <a:pt x="1488" y="3363"/>
                    <a:pt x="1685" y="3094"/>
                  </a:cubicBezTo>
                  <a:cubicBezTo>
                    <a:pt x="2126" y="2491"/>
                    <a:pt x="2566" y="1887"/>
                    <a:pt x="3003" y="1281"/>
                  </a:cubicBezTo>
                  <a:cubicBezTo>
                    <a:pt x="3253" y="937"/>
                    <a:pt x="3503" y="592"/>
                    <a:pt x="3751" y="248"/>
                  </a:cubicBezTo>
                  <a:cubicBezTo>
                    <a:pt x="3837" y="129"/>
                    <a:pt x="3728" y="0"/>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9"/>
            <p:cNvSpPr/>
            <p:nvPr/>
          </p:nvSpPr>
          <p:spPr>
            <a:xfrm>
              <a:off x="1519498" y="1962651"/>
              <a:ext cx="88856" cy="100856"/>
            </a:xfrm>
            <a:custGeom>
              <a:rect b="b" l="l" r="r" t="t"/>
              <a:pathLst>
                <a:path extrusionOk="0" h="1891" w="1666">
                  <a:moveTo>
                    <a:pt x="1439" y="1"/>
                  </a:moveTo>
                  <a:cubicBezTo>
                    <a:pt x="1397" y="1"/>
                    <a:pt x="1354" y="18"/>
                    <a:pt x="1320" y="59"/>
                  </a:cubicBezTo>
                  <a:cubicBezTo>
                    <a:pt x="896" y="577"/>
                    <a:pt x="485" y="1107"/>
                    <a:pt x="87" y="1644"/>
                  </a:cubicBezTo>
                  <a:cubicBezTo>
                    <a:pt x="0" y="1761"/>
                    <a:pt x="110" y="1890"/>
                    <a:pt x="222" y="1890"/>
                  </a:cubicBezTo>
                  <a:cubicBezTo>
                    <a:pt x="264" y="1890"/>
                    <a:pt x="307" y="1872"/>
                    <a:pt x="340" y="1828"/>
                  </a:cubicBezTo>
                  <a:cubicBezTo>
                    <a:pt x="737" y="1289"/>
                    <a:pt x="1148" y="761"/>
                    <a:pt x="1572" y="244"/>
                  </a:cubicBezTo>
                  <a:cubicBezTo>
                    <a:pt x="1665" y="129"/>
                    <a:pt x="1555" y="1"/>
                    <a:pt x="1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9"/>
            <p:cNvSpPr/>
            <p:nvPr/>
          </p:nvSpPr>
          <p:spPr>
            <a:xfrm>
              <a:off x="2022763" y="1464452"/>
              <a:ext cx="136698" cy="178939"/>
            </a:xfrm>
            <a:custGeom>
              <a:rect b="b" l="l" r="r" t="t"/>
              <a:pathLst>
                <a:path extrusionOk="0" h="3355" w="2563">
                  <a:moveTo>
                    <a:pt x="2337" y="0"/>
                  </a:moveTo>
                  <a:cubicBezTo>
                    <a:pt x="2294" y="0"/>
                    <a:pt x="2251" y="18"/>
                    <a:pt x="2217" y="60"/>
                  </a:cubicBezTo>
                  <a:cubicBezTo>
                    <a:pt x="1428" y="1020"/>
                    <a:pt x="853" y="2129"/>
                    <a:pt x="91" y="3111"/>
                  </a:cubicBezTo>
                  <a:cubicBezTo>
                    <a:pt x="0" y="3226"/>
                    <a:pt x="110" y="3355"/>
                    <a:pt x="224" y="3355"/>
                  </a:cubicBezTo>
                  <a:cubicBezTo>
                    <a:pt x="266" y="3355"/>
                    <a:pt x="309" y="3337"/>
                    <a:pt x="342" y="3294"/>
                  </a:cubicBezTo>
                  <a:cubicBezTo>
                    <a:pt x="1104" y="2314"/>
                    <a:pt x="1682" y="1203"/>
                    <a:pt x="2470" y="242"/>
                  </a:cubicBezTo>
                  <a:cubicBezTo>
                    <a:pt x="2563" y="129"/>
                    <a:pt x="2453"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9"/>
            <p:cNvSpPr/>
            <p:nvPr/>
          </p:nvSpPr>
          <p:spPr>
            <a:xfrm>
              <a:off x="1791024" y="1775766"/>
              <a:ext cx="90616" cy="109977"/>
            </a:xfrm>
            <a:custGeom>
              <a:rect b="b" l="l" r="r" t="t"/>
              <a:pathLst>
                <a:path extrusionOk="0" h="2062" w="1699">
                  <a:moveTo>
                    <a:pt x="1478" y="0"/>
                  </a:moveTo>
                  <a:cubicBezTo>
                    <a:pt x="1436" y="0"/>
                    <a:pt x="1394" y="19"/>
                    <a:pt x="1361" y="63"/>
                  </a:cubicBezTo>
                  <a:lnTo>
                    <a:pt x="87" y="1814"/>
                  </a:lnTo>
                  <a:cubicBezTo>
                    <a:pt x="1" y="1933"/>
                    <a:pt x="110" y="2061"/>
                    <a:pt x="221" y="2061"/>
                  </a:cubicBezTo>
                  <a:cubicBezTo>
                    <a:pt x="263" y="2061"/>
                    <a:pt x="306" y="2043"/>
                    <a:pt x="338" y="1998"/>
                  </a:cubicBezTo>
                  <a:lnTo>
                    <a:pt x="1613" y="248"/>
                  </a:lnTo>
                  <a:cubicBezTo>
                    <a:pt x="1699" y="129"/>
                    <a:pt x="1590" y="0"/>
                    <a:pt x="1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9"/>
            <p:cNvSpPr/>
            <p:nvPr/>
          </p:nvSpPr>
          <p:spPr>
            <a:xfrm>
              <a:off x="1748196" y="1907023"/>
              <a:ext cx="36641" cy="41281"/>
            </a:xfrm>
            <a:custGeom>
              <a:rect b="b" l="l" r="r" t="t"/>
              <a:pathLst>
                <a:path extrusionOk="0" h="774" w="687">
                  <a:moveTo>
                    <a:pt x="510" y="1"/>
                  </a:moveTo>
                  <a:cubicBezTo>
                    <a:pt x="463" y="1"/>
                    <a:pt x="417" y="22"/>
                    <a:pt x="387" y="64"/>
                  </a:cubicBezTo>
                  <a:lnTo>
                    <a:pt x="48" y="528"/>
                  </a:lnTo>
                  <a:cubicBezTo>
                    <a:pt x="0" y="594"/>
                    <a:pt x="13" y="698"/>
                    <a:pt x="84" y="744"/>
                  </a:cubicBezTo>
                  <a:cubicBezTo>
                    <a:pt x="112" y="764"/>
                    <a:pt x="145" y="774"/>
                    <a:pt x="178" y="774"/>
                  </a:cubicBezTo>
                  <a:cubicBezTo>
                    <a:pt x="225" y="774"/>
                    <a:pt x="271" y="753"/>
                    <a:pt x="302" y="711"/>
                  </a:cubicBezTo>
                  <a:lnTo>
                    <a:pt x="638" y="248"/>
                  </a:lnTo>
                  <a:cubicBezTo>
                    <a:pt x="686" y="181"/>
                    <a:pt x="674" y="76"/>
                    <a:pt x="605" y="30"/>
                  </a:cubicBezTo>
                  <a:cubicBezTo>
                    <a:pt x="576" y="11"/>
                    <a:pt x="543"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9"/>
            <p:cNvSpPr/>
            <p:nvPr/>
          </p:nvSpPr>
          <p:spPr>
            <a:xfrm>
              <a:off x="1440616" y="2162655"/>
              <a:ext cx="38988" cy="36961"/>
            </a:xfrm>
            <a:custGeom>
              <a:rect b="b" l="l" r="r" t="t"/>
              <a:pathLst>
                <a:path extrusionOk="0" h="693" w="731">
                  <a:moveTo>
                    <a:pt x="172" y="1"/>
                  </a:moveTo>
                  <a:cubicBezTo>
                    <a:pt x="138" y="1"/>
                    <a:pt x="105" y="11"/>
                    <a:pt x="79" y="34"/>
                  </a:cubicBezTo>
                  <a:cubicBezTo>
                    <a:pt x="15" y="91"/>
                    <a:pt x="1" y="185"/>
                    <a:pt x="54" y="254"/>
                  </a:cubicBezTo>
                  <a:cubicBezTo>
                    <a:pt x="173" y="406"/>
                    <a:pt x="313" y="545"/>
                    <a:pt x="465" y="663"/>
                  </a:cubicBezTo>
                  <a:cubicBezTo>
                    <a:pt x="491" y="683"/>
                    <a:pt x="523" y="692"/>
                    <a:pt x="556" y="692"/>
                  </a:cubicBezTo>
                  <a:cubicBezTo>
                    <a:pt x="606" y="692"/>
                    <a:pt x="656" y="670"/>
                    <a:pt x="683" y="628"/>
                  </a:cubicBezTo>
                  <a:cubicBezTo>
                    <a:pt x="731" y="557"/>
                    <a:pt x="719" y="463"/>
                    <a:pt x="649" y="410"/>
                  </a:cubicBezTo>
                  <a:cubicBezTo>
                    <a:pt x="596" y="369"/>
                    <a:pt x="545" y="327"/>
                    <a:pt x="495" y="281"/>
                  </a:cubicBezTo>
                  <a:cubicBezTo>
                    <a:pt x="424" y="211"/>
                    <a:pt x="359" y="139"/>
                    <a:pt x="299" y="59"/>
                  </a:cubicBezTo>
                  <a:cubicBezTo>
                    <a:pt x="269" y="22"/>
                    <a:pt x="22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9"/>
            <p:cNvSpPr/>
            <p:nvPr/>
          </p:nvSpPr>
          <p:spPr>
            <a:xfrm>
              <a:off x="1989535" y="1357463"/>
              <a:ext cx="92376" cy="73496"/>
            </a:xfrm>
            <a:custGeom>
              <a:rect b="b" l="l" r="r" t="t"/>
              <a:pathLst>
                <a:path extrusionOk="0" h="1378" w="1732">
                  <a:moveTo>
                    <a:pt x="1508" y="1"/>
                  </a:moveTo>
                  <a:cubicBezTo>
                    <a:pt x="1488" y="1"/>
                    <a:pt x="1466" y="5"/>
                    <a:pt x="1444" y="15"/>
                  </a:cubicBezTo>
                  <a:lnTo>
                    <a:pt x="1036" y="192"/>
                  </a:lnTo>
                  <a:cubicBezTo>
                    <a:pt x="900" y="253"/>
                    <a:pt x="761" y="311"/>
                    <a:pt x="650" y="412"/>
                  </a:cubicBezTo>
                  <a:cubicBezTo>
                    <a:pt x="426" y="614"/>
                    <a:pt x="244" y="878"/>
                    <a:pt x="79" y="1128"/>
                  </a:cubicBezTo>
                  <a:cubicBezTo>
                    <a:pt x="0" y="1248"/>
                    <a:pt x="108" y="1377"/>
                    <a:pt x="216" y="1377"/>
                  </a:cubicBezTo>
                  <a:cubicBezTo>
                    <a:pt x="258" y="1377"/>
                    <a:pt x="300" y="1358"/>
                    <a:pt x="331" y="1311"/>
                  </a:cubicBezTo>
                  <a:cubicBezTo>
                    <a:pt x="411" y="1192"/>
                    <a:pt x="494" y="1075"/>
                    <a:pt x="581" y="963"/>
                  </a:cubicBezTo>
                  <a:cubicBezTo>
                    <a:pt x="662" y="857"/>
                    <a:pt x="745" y="745"/>
                    <a:pt x="843" y="657"/>
                  </a:cubicBezTo>
                  <a:cubicBezTo>
                    <a:pt x="944" y="566"/>
                    <a:pt x="1068" y="520"/>
                    <a:pt x="1188" y="467"/>
                  </a:cubicBezTo>
                  <a:lnTo>
                    <a:pt x="1569" y="301"/>
                  </a:lnTo>
                  <a:cubicBezTo>
                    <a:pt x="1731" y="229"/>
                    <a:pt x="1654" y="1"/>
                    <a:pt x="15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8" name="Google Shape;3768;p69"/>
          <p:cNvSpPr/>
          <p:nvPr/>
        </p:nvSpPr>
        <p:spPr>
          <a:xfrm>
            <a:off x="915966" y="11539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9"/>
          <p:cNvSpPr/>
          <p:nvPr/>
        </p:nvSpPr>
        <p:spPr>
          <a:xfrm>
            <a:off x="1360428" y="7883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9"/>
          <p:cNvSpPr/>
          <p:nvPr/>
        </p:nvSpPr>
        <p:spPr>
          <a:xfrm>
            <a:off x="1022341" y="4125861"/>
            <a:ext cx="207420" cy="186779"/>
          </a:xfrm>
          <a:custGeom>
            <a:rect b="b" l="l" r="r" t="t"/>
            <a:pathLst>
              <a:path extrusionOk="0" h="3502" w="3889">
                <a:moveTo>
                  <a:pt x="1944" y="1"/>
                </a:moveTo>
                <a:cubicBezTo>
                  <a:pt x="1791" y="1"/>
                  <a:pt x="1637" y="81"/>
                  <a:pt x="1558" y="241"/>
                </a:cubicBezTo>
                <a:lnTo>
                  <a:pt x="1330" y="702"/>
                </a:lnTo>
                <a:cubicBezTo>
                  <a:pt x="1268" y="830"/>
                  <a:pt x="1145" y="918"/>
                  <a:pt x="1005" y="938"/>
                </a:cubicBezTo>
                <a:lnTo>
                  <a:pt x="497" y="1012"/>
                </a:lnTo>
                <a:cubicBezTo>
                  <a:pt x="142" y="1063"/>
                  <a:pt x="0" y="1498"/>
                  <a:pt x="257" y="1748"/>
                </a:cubicBezTo>
                <a:lnTo>
                  <a:pt x="624" y="2107"/>
                </a:lnTo>
                <a:cubicBezTo>
                  <a:pt x="727" y="2206"/>
                  <a:pt x="773" y="2348"/>
                  <a:pt x="748" y="2488"/>
                </a:cubicBezTo>
                <a:lnTo>
                  <a:pt x="661" y="2995"/>
                </a:lnTo>
                <a:cubicBezTo>
                  <a:pt x="614" y="3274"/>
                  <a:pt x="836" y="3501"/>
                  <a:pt x="1088" y="3501"/>
                </a:cubicBezTo>
                <a:cubicBezTo>
                  <a:pt x="1154" y="3501"/>
                  <a:pt x="1223" y="3485"/>
                  <a:pt x="1289" y="3450"/>
                </a:cubicBezTo>
                <a:lnTo>
                  <a:pt x="1744" y="3211"/>
                </a:lnTo>
                <a:cubicBezTo>
                  <a:pt x="1806" y="3178"/>
                  <a:pt x="1875" y="3162"/>
                  <a:pt x="1944" y="3162"/>
                </a:cubicBezTo>
                <a:cubicBezTo>
                  <a:pt x="2013" y="3162"/>
                  <a:pt x="2082" y="3178"/>
                  <a:pt x="2145" y="3211"/>
                </a:cubicBezTo>
                <a:lnTo>
                  <a:pt x="2600" y="3450"/>
                </a:lnTo>
                <a:cubicBezTo>
                  <a:pt x="2666" y="3485"/>
                  <a:pt x="2735" y="3501"/>
                  <a:pt x="2801" y="3501"/>
                </a:cubicBezTo>
                <a:cubicBezTo>
                  <a:pt x="3053" y="3501"/>
                  <a:pt x="3273" y="3274"/>
                  <a:pt x="3226" y="2995"/>
                </a:cubicBezTo>
                <a:lnTo>
                  <a:pt x="3139" y="2488"/>
                </a:lnTo>
                <a:cubicBezTo>
                  <a:pt x="3116" y="2348"/>
                  <a:pt x="3162" y="2206"/>
                  <a:pt x="3263" y="2107"/>
                </a:cubicBezTo>
                <a:lnTo>
                  <a:pt x="3631" y="1748"/>
                </a:lnTo>
                <a:cubicBezTo>
                  <a:pt x="3888" y="1498"/>
                  <a:pt x="3747" y="1063"/>
                  <a:pt x="3392" y="1012"/>
                </a:cubicBezTo>
                <a:lnTo>
                  <a:pt x="2884" y="938"/>
                </a:lnTo>
                <a:cubicBezTo>
                  <a:pt x="2744" y="918"/>
                  <a:pt x="2621" y="830"/>
                  <a:pt x="2559" y="702"/>
                </a:cubicBezTo>
                <a:lnTo>
                  <a:pt x="2331" y="241"/>
                </a:lnTo>
                <a:cubicBezTo>
                  <a:pt x="2252" y="81"/>
                  <a:pt x="2098" y="1"/>
                  <a:pt x="1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9"/>
          <p:cNvSpPr/>
          <p:nvPr/>
        </p:nvSpPr>
        <p:spPr>
          <a:xfrm>
            <a:off x="3727481" y="3005363"/>
            <a:ext cx="480777" cy="480283"/>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9"/>
          <p:cNvSpPr/>
          <p:nvPr/>
        </p:nvSpPr>
        <p:spPr>
          <a:xfrm>
            <a:off x="4331611" y="3005363"/>
            <a:ext cx="480777" cy="480283"/>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9"/>
          <p:cNvSpPr/>
          <p:nvPr/>
        </p:nvSpPr>
        <p:spPr>
          <a:xfrm>
            <a:off x="4446321" y="3203172"/>
            <a:ext cx="53047" cy="157551"/>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9"/>
          <p:cNvSpPr/>
          <p:nvPr/>
        </p:nvSpPr>
        <p:spPr>
          <a:xfrm>
            <a:off x="4424883" y="3109159"/>
            <a:ext cx="74485" cy="63960"/>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9"/>
          <p:cNvSpPr/>
          <p:nvPr/>
        </p:nvSpPr>
        <p:spPr>
          <a:xfrm>
            <a:off x="4550823" y="3203137"/>
            <a:ext cx="168288" cy="158116"/>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9"/>
          <p:cNvSpPr/>
          <p:nvPr/>
        </p:nvSpPr>
        <p:spPr>
          <a:xfrm>
            <a:off x="4936236" y="3005363"/>
            <a:ext cx="480283" cy="480283"/>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9"/>
          <p:cNvSpPr/>
          <p:nvPr/>
        </p:nvSpPr>
        <p:spPr>
          <a:xfrm>
            <a:off x="5038725" y="3129572"/>
            <a:ext cx="306838" cy="25255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8" name="Google Shape;3778;p69"/>
          <p:cNvGrpSpPr/>
          <p:nvPr/>
        </p:nvGrpSpPr>
        <p:grpSpPr>
          <a:xfrm>
            <a:off x="3835536" y="3109367"/>
            <a:ext cx="272581" cy="272559"/>
            <a:chOff x="935197" y="1793977"/>
            <a:chExt cx="256451" cy="256430"/>
          </a:xfrm>
        </p:grpSpPr>
        <p:sp>
          <p:nvSpPr>
            <p:cNvPr id="3779" name="Google Shape;3779;p6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3784" name="Shape 3784"/>
        <p:cNvGrpSpPr/>
        <p:nvPr/>
      </p:nvGrpSpPr>
      <p:grpSpPr>
        <a:xfrm>
          <a:off x="0" y="0"/>
          <a:ext cx="0" cy="0"/>
          <a:chOff x="0" y="0"/>
          <a:chExt cx="0" cy="0"/>
        </a:xfrm>
      </p:grpSpPr>
      <p:sp>
        <p:nvSpPr>
          <p:cNvPr id="3785" name="Google Shape;3785;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3786" name="Google Shape;3786;p70"/>
          <p:cNvGrpSpPr/>
          <p:nvPr/>
        </p:nvGrpSpPr>
        <p:grpSpPr>
          <a:xfrm>
            <a:off x="6816958" y="1335134"/>
            <a:ext cx="511907" cy="468145"/>
            <a:chOff x="6613334" y="1089700"/>
            <a:chExt cx="535300" cy="499301"/>
          </a:xfrm>
        </p:grpSpPr>
        <p:sp>
          <p:nvSpPr>
            <p:cNvPr id="3787" name="Google Shape;3787;p70"/>
            <p:cNvSpPr/>
            <p:nvPr/>
          </p:nvSpPr>
          <p:spPr>
            <a:xfrm>
              <a:off x="6649641" y="1092568"/>
              <a:ext cx="462659" cy="123398"/>
            </a:xfrm>
            <a:custGeom>
              <a:rect b="b" l="l" r="r" t="t"/>
              <a:pathLst>
                <a:path extrusionOk="0" h="4432" w="16617">
                  <a:moveTo>
                    <a:pt x="8309" y="1"/>
                  </a:moveTo>
                  <a:cubicBezTo>
                    <a:pt x="8266" y="1"/>
                    <a:pt x="8222" y="11"/>
                    <a:pt x="8182" y="30"/>
                  </a:cubicBezTo>
                  <a:lnTo>
                    <a:pt x="206" y="3880"/>
                  </a:lnTo>
                  <a:cubicBezTo>
                    <a:pt x="62" y="3950"/>
                    <a:pt x="1" y="4123"/>
                    <a:pt x="70" y="4267"/>
                  </a:cubicBezTo>
                  <a:cubicBezTo>
                    <a:pt x="120" y="4371"/>
                    <a:pt x="224" y="4431"/>
                    <a:pt x="332" y="4431"/>
                  </a:cubicBezTo>
                  <a:cubicBezTo>
                    <a:pt x="374" y="4431"/>
                    <a:pt x="417" y="4422"/>
                    <a:pt x="458" y="4402"/>
                  </a:cubicBezTo>
                  <a:lnTo>
                    <a:pt x="8309" y="613"/>
                  </a:lnTo>
                  <a:lnTo>
                    <a:pt x="16159" y="4402"/>
                  </a:lnTo>
                  <a:cubicBezTo>
                    <a:pt x="16200" y="4422"/>
                    <a:pt x="16243" y="4432"/>
                    <a:pt x="16285" y="4432"/>
                  </a:cubicBezTo>
                  <a:cubicBezTo>
                    <a:pt x="16393" y="4432"/>
                    <a:pt x="16496" y="4371"/>
                    <a:pt x="16547" y="4267"/>
                  </a:cubicBezTo>
                  <a:cubicBezTo>
                    <a:pt x="16616" y="4123"/>
                    <a:pt x="16556" y="3950"/>
                    <a:pt x="16411" y="3880"/>
                  </a:cubicBezTo>
                  <a:lnTo>
                    <a:pt x="8435" y="30"/>
                  </a:lnTo>
                  <a:cubicBezTo>
                    <a:pt x="8395" y="11"/>
                    <a:pt x="8352" y="1"/>
                    <a:pt x="8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0"/>
            <p:cNvSpPr/>
            <p:nvPr/>
          </p:nvSpPr>
          <p:spPr>
            <a:xfrm>
              <a:off x="7094989" y="1183280"/>
              <a:ext cx="16176" cy="32687"/>
            </a:xfrm>
            <a:custGeom>
              <a:rect b="b" l="l" r="r" t="t"/>
              <a:pathLst>
                <a:path extrusionOk="0" h="1174" w="581">
                  <a:moveTo>
                    <a:pt x="290" y="0"/>
                  </a:moveTo>
                  <a:cubicBezTo>
                    <a:pt x="130" y="0"/>
                    <a:pt x="0" y="131"/>
                    <a:pt x="0" y="291"/>
                  </a:cubicBezTo>
                  <a:lnTo>
                    <a:pt x="0" y="883"/>
                  </a:lnTo>
                  <a:cubicBezTo>
                    <a:pt x="0" y="1043"/>
                    <a:pt x="130" y="1174"/>
                    <a:pt x="290" y="1174"/>
                  </a:cubicBezTo>
                  <a:cubicBezTo>
                    <a:pt x="450" y="1174"/>
                    <a:pt x="581" y="1043"/>
                    <a:pt x="581" y="883"/>
                  </a:cubicBezTo>
                  <a:lnTo>
                    <a:pt x="581" y="291"/>
                  </a:lnTo>
                  <a:cubicBezTo>
                    <a:pt x="581" y="131"/>
                    <a:pt x="450"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0"/>
            <p:cNvSpPr/>
            <p:nvPr/>
          </p:nvSpPr>
          <p:spPr>
            <a:xfrm>
              <a:off x="6650811" y="1183280"/>
              <a:ext cx="16149" cy="32687"/>
            </a:xfrm>
            <a:custGeom>
              <a:rect b="b" l="l" r="r" t="t"/>
              <a:pathLst>
                <a:path extrusionOk="0" h="1174" w="580">
                  <a:moveTo>
                    <a:pt x="291" y="0"/>
                  </a:moveTo>
                  <a:cubicBezTo>
                    <a:pt x="130" y="0"/>
                    <a:pt x="0" y="131"/>
                    <a:pt x="0" y="291"/>
                  </a:cubicBezTo>
                  <a:lnTo>
                    <a:pt x="0" y="883"/>
                  </a:lnTo>
                  <a:cubicBezTo>
                    <a:pt x="0" y="1043"/>
                    <a:pt x="130" y="1174"/>
                    <a:pt x="291" y="1174"/>
                  </a:cubicBezTo>
                  <a:cubicBezTo>
                    <a:pt x="450" y="1174"/>
                    <a:pt x="580" y="1043"/>
                    <a:pt x="580" y="883"/>
                  </a:cubicBezTo>
                  <a:lnTo>
                    <a:pt x="580" y="291"/>
                  </a:lnTo>
                  <a:cubicBezTo>
                    <a:pt x="580" y="131"/>
                    <a:pt x="450"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0"/>
            <p:cNvSpPr/>
            <p:nvPr/>
          </p:nvSpPr>
          <p:spPr>
            <a:xfrm>
              <a:off x="6613334" y="1207865"/>
              <a:ext cx="535300" cy="381136"/>
            </a:xfrm>
            <a:custGeom>
              <a:rect b="b" l="l" r="r" t="t"/>
              <a:pathLst>
                <a:path extrusionOk="0" h="13689" w="19226">
                  <a:moveTo>
                    <a:pt x="580" y="0"/>
                  </a:moveTo>
                  <a:cubicBezTo>
                    <a:pt x="261" y="0"/>
                    <a:pt x="1" y="260"/>
                    <a:pt x="1" y="581"/>
                  </a:cubicBezTo>
                  <a:lnTo>
                    <a:pt x="1" y="13109"/>
                  </a:lnTo>
                  <a:cubicBezTo>
                    <a:pt x="1" y="13429"/>
                    <a:pt x="261" y="13689"/>
                    <a:pt x="580" y="13689"/>
                  </a:cubicBezTo>
                  <a:lnTo>
                    <a:pt x="18644" y="13689"/>
                  </a:lnTo>
                  <a:cubicBezTo>
                    <a:pt x="18965" y="13689"/>
                    <a:pt x="19225" y="13429"/>
                    <a:pt x="19225" y="13109"/>
                  </a:cubicBezTo>
                  <a:lnTo>
                    <a:pt x="19225" y="581"/>
                  </a:lnTo>
                  <a:cubicBezTo>
                    <a:pt x="19225" y="260"/>
                    <a:pt x="18965" y="0"/>
                    <a:pt x="18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0"/>
            <p:cNvSpPr/>
            <p:nvPr/>
          </p:nvSpPr>
          <p:spPr>
            <a:xfrm>
              <a:off x="6651033" y="1245565"/>
              <a:ext cx="459902" cy="305738"/>
            </a:xfrm>
            <a:custGeom>
              <a:rect b="b" l="l" r="r" t="t"/>
              <a:pathLst>
                <a:path extrusionOk="0" h="10981" w="16518">
                  <a:moveTo>
                    <a:pt x="1" y="0"/>
                  </a:moveTo>
                  <a:lnTo>
                    <a:pt x="1" y="10981"/>
                  </a:lnTo>
                  <a:lnTo>
                    <a:pt x="16517" y="10981"/>
                  </a:lnTo>
                  <a:lnTo>
                    <a:pt x="16517"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0"/>
            <p:cNvSpPr/>
            <p:nvPr/>
          </p:nvSpPr>
          <p:spPr>
            <a:xfrm>
              <a:off x="6858630" y="1089700"/>
              <a:ext cx="44687" cy="44659"/>
            </a:xfrm>
            <a:custGeom>
              <a:rect b="b" l="l" r="r" t="t"/>
              <a:pathLst>
                <a:path extrusionOk="0" h="1604" w="1605">
                  <a:moveTo>
                    <a:pt x="803" y="0"/>
                  </a:moveTo>
                  <a:cubicBezTo>
                    <a:pt x="360" y="0"/>
                    <a:pt x="0" y="360"/>
                    <a:pt x="0" y="803"/>
                  </a:cubicBezTo>
                  <a:cubicBezTo>
                    <a:pt x="0" y="1245"/>
                    <a:pt x="360" y="1604"/>
                    <a:pt x="803" y="1604"/>
                  </a:cubicBezTo>
                  <a:cubicBezTo>
                    <a:pt x="1246" y="1604"/>
                    <a:pt x="1604" y="1245"/>
                    <a:pt x="1604" y="803"/>
                  </a:cubicBezTo>
                  <a:cubicBezTo>
                    <a:pt x="1604" y="360"/>
                    <a:pt x="1246" y="0"/>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0"/>
            <p:cNvSpPr/>
            <p:nvPr/>
          </p:nvSpPr>
          <p:spPr>
            <a:xfrm>
              <a:off x="6720669" y="1286995"/>
              <a:ext cx="355242" cy="221348"/>
            </a:xfrm>
            <a:custGeom>
              <a:rect b="b" l="l" r="r" t="t"/>
              <a:pathLst>
                <a:path extrusionOk="0" h="7950" w="12759">
                  <a:moveTo>
                    <a:pt x="3976" y="0"/>
                  </a:moveTo>
                  <a:cubicBezTo>
                    <a:pt x="1781" y="0"/>
                    <a:pt x="0" y="1780"/>
                    <a:pt x="0" y="3975"/>
                  </a:cubicBezTo>
                  <a:cubicBezTo>
                    <a:pt x="0" y="6170"/>
                    <a:pt x="1781" y="7950"/>
                    <a:pt x="3976" y="7950"/>
                  </a:cubicBezTo>
                  <a:cubicBezTo>
                    <a:pt x="4879" y="7950"/>
                    <a:pt x="5712" y="7649"/>
                    <a:pt x="6380" y="7140"/>
                  </a:cubicBezTo>
                  <a:cubicBezTo>
                    <a:pt x="7047" y="7649"/>
                    <a:pt x="7880" y="7950"/>
                    <a:pt x="8784" y="7950"/>
                  </a:cubicBezTo>
                  <a:cubicBezTo>
                    <a:pt x="10979" y="7950"/>
                    <a:pt x="12759" y="6170"/>
                    <a:pt x="12759" y="3975"/>
                  </a:cubicBezTo>
                  <a:cubicBezTo>
                    <a:pt x="12759" y="1780"/>
                    <a:pt x="10979" y="0"/>
                    <a:pt x="8784" y="0"/>
                  </a:cubicBezTo>
                  <a:cubicBezTo>
                    <a:pt x="7880" y="0"/>
                    <a:pt x="7047" y="301"/>
                    <a:pt x="6380" y="809"/>
                  </a:cubicBezTo>
                  <a:cubicBezTo>
                    <a:pt x="5712" y="301"/>
                    <a:pt x="4879" y="0"/>
                    <a:pt x="39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0"/>
            <p:cNvSpPr/>
            <p:nvPr/>
          </p:nvSpPr>
          <p:spPr>
            <a:xfrm>
              <a:off x="6736539" y="1344741"/>
              <a:ext cx="226053" cy="163603"/>
            </a:xfrm>
            <a:custGeom>
              <a:rect b="b" l="l" r="r" t="t"/>
              <a:pathLst>
                <a:path extrusionOk="0" h="5876" w="8119">
                  <a:moveTo>
                    <a:pt x="5915" y="1"/>
                  </a:moveTo>
                  <a:cubicBezTo>
                    <a:pt x="5871" y="1"/>
                    <a:pt x="5827" y="7"/>
                    <a:pt x="5782" y="19"/>
                  </a:cubicBezTo>
                  <a:cubicBezTo>
                    <a:pt x="5601" y="72"/>
                    <a:pt x="5466" y="223"/>
                    <a:pt x="5436" y="409"/>
                  </a:cubicBezTo>
                  <a:lnTo>
                    <a:pt x="5066" y="2706"/>
                  </a:lnTo>
                  <a:cubicBezTo>
                    <a:pt x="5027" y="2953"/>
                    <a:pt x="4814" y="3114"/>
                    <a:pt x="4588" y="3114"/>
                  </a:cubicBezTo>
                  <a:cubicBezTo>
                    <a:pt x="4507" y="3114"/>
                    <a:pt x="4424" y="3093"/>
                    <a:pt x="4346" y="3049"/>
                  </a:cubicBezTo>
                  <a:lnTo>
                    <a:pt x="4298" y="3022"/>
                  </a:lnTo>
                  <a:cubicBezTo>
                    <a:pt x="4148" y="2935"/>
                    <a:pt x="4054" y="2774"/>
                    <a:pt x="4054" y="2601"/>
                  </a:cubicBezTo>
                  <a:lnTo>
                    <a:pt x="4054" y="1867"/>
                  </a:lnTo>
                  <a:cubicBezTo>
                    <a:pt x="4054" y="1732"/>
                    <a:pt x="3998" y="1603"/>
                    <a:pt x="3899" y="1511"/>
                  </a:cubicBezTo>
                  <a:lnTo>
                    <a:pt x="2804" y="496"/>
                  </a:lnTo>
                  <a:cubicBezTo>
                    <a:pt x="2713" y="412"/>
                    <a:pt x="2596" y="367"/>
                    <a:pt x="2476" y="367"/>
                  </a:cubicBezTo>
                  <a:cubicBezTo>
                    <a:pt x="2437" y="367"/>
                    <a:pt x="2397" y="372"/>
                    <a:pt x="2358" y="381"/>
                  </a:cubicBezTo>
                  <a:lnTo>
                    <a:pt x="1456" y="605"/>
                  </a:lnTo>
                  <a:cubicBezTo>
                    <a:pt x="1297" y="644"/>
                    <a:pt x="1169" y="758"/>
                    <a:pt x="1116" y="912"/>
                  </a:cubicBezTo>
                  <a:lnTo>
                    <a:pt x="962" y="1340"/>
                  </a:lnTo>
                  <a:cubicBezTo>
                    <a:pt x="869" y="1601"/>
                    <a:pt x="1013" y="1888"/>
                    <a:pt x="1278" y="1967"/>
                  </a:cubicBezTo>
                  <a:lnTo>
                    <a:pt x="2011" y="2189"/>
                  </a:lnTo>
                  <a:cubicBezTo>
                    <a:pt x="2216" y="2251"/>
                    <a:pt x="2356" y="2439"/>
                    <a:pt x="2356" y="2652"/>
                  </a:cubicBezTo>
                  <a:lnTo>
                    <a:pt x="2356" y="3015"/>
                  </a:lnTo>
                  <a:cubicBezTo>
                    <a:pt x="2356" y="3240"/>
                    <a:pt x="2201" y="3435"/>
                    <a:pt x="1982" y="3487"/>
                  </a:cubicBezTo>
                  <a:lnTo>
                    <a:pt x="1" y="3954"/>
                  </a:lnTo>
                  <a:cubicBezTo>
                    <a:pt x="697" y="5106"/>
                    <a:pt x="1962" y="5876"/>
                    <a:pt x="3406" y="5876"/>
                  </a:cubicBezTo>
                  <a:cubicBezTo>
                    <a:pt x="4310" y="5876"/>
                    <a:pt x="5142" y="5575"/>
                    <a:pt x="5810" y="5066"/>
                  </a:cubicBezTo>
                  <a:cubicBezTo>
                    <a:pt x="6454" y="5556"/>
                    <a:pt x="7252" y="5854"/>
                    <a:pt x="8119" y="5875"/>
                  </a:cubicBezTo>
                  <a:lnTo>
                    <a:pt x="7872" y="4338"/>
                  </a:lnTo>
                  <a:cubicBezTo>
                    <a:pt x="7852" y="4216"/>
                    <a:pt x="7786" y="4106"/>
                    <a:pt x="7688" y="4031"/>
                  </a:cubicBezTo>
                  <a:lnTo>
                    <a:pt x="7019" y="3517"/>
                  </a:lnTo>
                  <a:cubicBezTo>
                    <a:pt x="6920" y="3441"/>
                    <a:pt x="6854" y="3330"/>
                    <a:pt x="6835" y="3207"/>
                  </a:cubicBezTo>
                  <a:lnTo>
                    <a:pt x="6394" y="411"/>
                  </a:lnTo>
                  <a:cubicBezTo>
                    <a:pt x="6355" y="169"/>
                    <a:pt x="6147" y="1"/>
                    <a:pt x="5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0"/>
            <p:cNvSpPr/>
            <p:nvPr/>
          </p:nvSpPr>
          <p:spPr>
            <a:xfrm>
              <a:off x="6962624" y="1308017"/>
              <a:ext cx="113291" cy="144753"/>
            </a:xfrm>
            <a:custGeom>
              <a:rect b="b" l="l" r="r" t="t"/>
              <a:pathLst>
                <a:path extrusionOk="0" h="5199" w="4069">
                  <a:moveTo>
                    <a:pt x="2425" y="0"/>
                  </a:moveTo>
                  <a:lnTo>
                    <a:pt x="1323" y="512"/>
                  </a:lnTo>
                  <a:cubicBezTo>
                    <a:pt x="1096" y="619"/>
                    <a:pt x="977" y="872"/>
                    <a:pt x="1040" y="1115"/>
                  </a:cubicBezTo>
                  <a:lnTo>
                    <a:pt x="1153" y="1541"/>
                  </a:lnTo>
                  <a:cubicBezTo>
                    <a:pt x="1217" y="1782"/>
                    <a:pt x="1099" y="2036"/>
                    <a:pt x="873" y="2142"/>
                  </a:cubicBezTo>
                  <a:lnTo>
                    <a:pt x="298" y="2414"/>
                  </a:lnTo>
                  <a:cubicBezTo>
                    <a:pt x="116" y="2499"/>
                    <a:pt x="0" y="2681"/>
                    <a:pt x="0" y="2882"/>
                  </a:cubicBezTo>
                  <a:cubicBezTo>
                    <a:pt x="0" y="3022"/>
                    <a:pt x="55" y="3149"/>
                    <a:pt x="145" y="3243"/>
                  </a:cubicBezTo>
                  <a:cubicBezTo>
                    <a:pt x="235" y="3336"/>
                    <a:pt x="361" y="3396"/>
                    <a:pt x="500" y="3401"/>
                  </a:cubicBezTo>
                  <a:lnTo>
                    <a:pt x="1242" y="3426"/>
                  </a:lnTo>
                  <a:cubicBezTo>
                    <a:pt x="1506" y="3436"/>
                    <a:pt x="1722" y="3644"/>
                    <a:pt x="1740" y="3909"/>
                  </a:cubicBezTo>
                  <a:lnTo>
                    <a:pt x="1742" y="3921"/>
                  </a:lnTo>
                  <a:cubicBezTo>
                    <a:pt x="1754" y="4096"/>
                    <a:pt x="1853" y="4252"/>
                    <a:pt x="2005" y="4338"/>
                  </a:cubicBezTo>
                  <a:lnTo>
                    <a:pt x="3542" y="5198"/>
                  </a:lnTo>
                  <a:cubicBezTo>
                    <a:pt x="3877" y="4617"/>
                    <a:pt x="4069" y="3940"/>
                    <a:pt x="4069" y="3220"/>
                  </a:cubicBezTo>
                  <a:cubicBezTo>
                    <a:pt x="4069" y="1896"/>
                    <a:pt x="3421" y="722"/>
                    <a:pt x="24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0"/>
            <p:cNvSpPr/>
            <p:nvPr/>
          </p:nvSpPr>
          <p:spPr>
            <a:xfrm>
              <a:off x="6824940" y="1314671"/>
              <a:ext cx="22747" cy="16149"/>
            </a:xfrm>
            <a:custGeom>
              <a:rect b="b" l="l" r="r" t="t"/>
              <a:pathLst>
                <a:path extrusionOk="0" h="580" w="817">
                  <a:moveTo>
                    <a:pt x="291" y="0"/>
                  </a:moveTo>
                  <a:cubicBezTo>
                    <a:pt x="131" y="0"/>
                    <a:pt x="1" y="130"/>
                    <a:pt x="1" y="289"/>
                  </a:cubicBezTo>
                  <a:cubicBezTo>
                    <a:pt x="1" y="450"/>
                    <a:pt x="131" y="580"/>
                    <a:pt x="291" y="580"/>
                  </a:cubicBezTo>
                  <a:lnTo>
                    <a:pt x="526" y="580"/>
                  </a:lnTo>
                  <a:cubicBezTo>
                    <a:pt x="687" y="580"/>
                    <a:pt x="817" y="450"/>
                    <a:pt x="817" y="289"/>
                  </a:cubicBezTo>
                  <a:cubicBezTo>
                    <a:pt x="817" y="130"/>
                    <a:pt x="687" y="0"/>
                    <a:pt x="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0"/>
            <p:cNvSpPr/>
            <p:nvPr/>
          </p:nvSpPr>
          <p:spPr>
            <a:xfrm>
              <a:off x="6842203" y="1339117"/>
              <a:ext cx="22747" cy="16176"/>
            </a:xfrm>
            <a:custGeom>
              <a:rect b="b" l="l" r="r" t="t"/>
              <a:pathLst>
                <a:path extrusionOk="0" h="581" w="817">
                  <a:moveTo>
                    <a:pt x="290" y="0"/>
                  </a:moveTo>
                  <a:cubicBezTo>
                    <a:pt x="129" y="0"/>
                    <a:pt x="0" y="130"/>
                    <a:pt x="0" y="291"/>
                  </a:cubicBezTo>
                  <a:cubicBezTo>
                    <a:pt x="0" y="450"/>
                    <a:pt x="129" y="581"/>
                    <a:pt x="290" y="581"/>
                  </a:cubicBezTo>
                  <a:lnTo>
                    <a:pt x="526" y="581"/>
                  </a:lnTo>
                  <a:cubicBezTo>
                    <a:pt x="686" y="581"/>
                    <a:pt x="816" y="450"/>
                    <a:pt x="816" y="291"/>
                  </a:cubicBezTo>
                  <a:cubicBezTo>
                    <a:pt x="816" y="130"/>
                    <a:pt x="686" y="0"/>
                    <a:pt x="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0"/>
            <p:cNvSpPr/>
            <p:nvPr/>
          </p:nvSpPr>
          <p:spPr>
            <a:xfrm>
              <a:off x="6816950" y="1444670"/>
              <a:ext cx="22747" cy="16176"/>
            </a:xfrm>
            <a:custGeom>
              <a:rect b="b" l="l" r="r" t="t"/>
              <a:pathLst>
                <a:path extrusionOk="0" h="581" w="817">
                  <a:moveTo>
                    <a:pt x="291" y="0"/>
                  </a:moveTo>
                  <a:cubicBezTo>
                    <a:pt x="130" y="0"/>
                    <a:pt x="1" y="131"/>
                    <a:pt x="1" y="290"/>
                  </a:cubicBezTo>
                  <a:cubicBezTo>
                    <a:pt x="1" y="451"/>
                    <a:pt x="130" y="581"/>
                    <a:pt x="291" y="581"/>
                  </a:cubicBezTo>
                  <a:lnTo>
                    <a:pt x="527" y="581"/>
                  </a:lnTo>
                  <a:cubicBezTo>
                    <a:pt x="686" y="581"/>
                    <a:pt x="817" y="450"/>
                    <a:pt x="817" y="290"/>
                  </a:cubicBezTo>
                  <a:cubicBezTo>
                    <a:pt x="817" y="131"/>
                    <a:pt x="688" y="0"/>
                    <a:pt x="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0"/>
            <p:cNvSpPr/>
            <p:nvPr/>
          </p:nvSpPr>
          <p:spPr>
            <a:xfrm>
              <a:off x="6845210" y="1464188"/>
              <a:ext cx="22747" cy="16149"/>
            </a:xfrm>
            <a:custGeom>
              <a:rect b="b" l="l" r="r" t="t"/>
              <a:pathLst>
                <a:path extrusionOk="0" h="580" w="817">
                  <a:moveTo>
                    <a:pt x="291" y="0"/>
                  </a:moveTo>
                  <a:cubicBezTo>
                    <a:pt x="131" y="0"/>
                    <a:pt x="1" y="130"/>
                    <a:pt x="1" y="289"/>
                  </a:cubicBezTo>
                  <a:cubicBezTo>
                    <a:pt x="1" y="450"/>
                    <a:pt x="131" y="580"/>
                    <a:pt x="291" y="580"/>
                  </a:cubicBezTo>
                  <a:lnTo>
                    <a:pt x="528" y="580"/>
                  </a:lnTo>
                  <a:cubicBezTo>
                    <a:pt x="687" y="580"/>
                    <a:pt x="817" y="450"/>
                    <a:pt x="817" y="289"/>
                  </a:cubicBezTo>
                  <a:cubicBezTo>
                    <a:pt x="817" y="130"/>
                    <a:pt x="687" y="0"/>
                    <a:pt x="5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0"/>
            <p:cNvSpPr/>
            <p:nvPr/>
          </p:nvSpPr>
          <p:spPr>
            <a:xfrm>
              <a:off x="6969696" y="1431277"/>
              <a:ext cx="22747" cy="16204"/>
            </a:xfrm>
            <a:custGeom>
              <a:rect b="b" l="l" r="r" t="t"/>
              <a:pathLst>
                <a:path extrusionOk="0" h="582" w="817">
                  <a:moveTo>
                    <a:pt x="291" y="1"/>
                  </a:moveTo>
                  <a:cubicBezTo>
                    <a:pt x="130" y="1"/>
                    <a:pt x="1" y="131"/>
                    <a:pt x="1" y="291"/>
                  </a:cubicBezTo>
                  <a:cubicBezTo>
                    <a:pt x="1" y="452"/>
                    <a:pt x="130" y="581"/>
                    <a:pt x="291" y="581"/>
                  </a:cubicBezTo>
                  <a:lnTo>
                    <a:pt x="527" y="581"/>
                  </a:lnTo>
                  <a:cubicBezTo>
                    <a:pt x="686" y="581"/>
                    <a:pt x="817" y="452"/>
                    <a:pt x="817" y="291"/>
                  </a:cubicBezTo>
                  <a:cubicBezTo>
                    <a:pt x="817" y="131"/>
                    <a:pt x="686" y="1"/>
                    <a:pt x="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0"/>
            <p:cNvSpPr/>
            <p:nvPr/>
          </p:nvSpPr>
          <p:spPr>
            <a:xfrm>
              <a:off x="7013883" y="1356742"/>
              <a:ext cx="22747" cy="16176"/>
            </a:xfrm>
            <a:custGeom>
              <a:rect b="b" l="l" r="r" t="t"/>
              <a:pathLst>
                <a:path extrusionOk="0" h="581" w="817">
                  <a:moveTo>
                    <a:pt x="291" y="0"/>
                  </a:moveTo>
                  <a:cubicBezTo>
                    <a:pt x="131" y="0"/>
                    <a:pt x="1" y="131"/>
                    <a:pt x="1" y="291"/>
                  </a:cubicBezTo>
                  <a:cubicBezTo>
                    <a:pt x="1" y="450"/>
                    <a:pt x="131" y="581"/>
                    <a:pt x="291" y="581"/>
                  </a:cubicBezTo>
                  <a:lnTo>
                    <a:pt x="528" y="581"/>
                  </a:lnTo>
                  <a:cubicBezTo>
                    <a:pt x="687" y="581"/>
                    <a:pt x="817" y="450"/>
                    <a:pt x="817" y="291"/>
                  </a:cubicBezTo>
                  <a:cubicBezTo>
                    <a:pt x="817" y="131"/>
                    <a:pt x="687" y="0"/>
                    <a:pt x="5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0"/>
            <p:cNvSpPr/>
            <p:nvPr/>
          </p:nvSpPr>
          <p:spPr>
            <a:xfrm>
              <a:off x="6886919" y="1436985"/>
              <a:ext cx="22747" cy="16149"/>
            </a:xfrm>
            <a:custGeom>
              <a:rect b="b" l="l" r="r" t="t"/>
              <a:pathLst>
                <a:path extrusionOk="0" h="580" w="817">
                  <a:moveTo>
                    <a:pt x="291" y="0"/>
                  </a:moveTo>
                  <a:cubicBezTo>
                    <a:pt x="131" y="0"/>
                    <a:pt x="0" y="130"/>
                    <a:pt x="0" y="291"/>
                  </a:cubicBezTo>
                  <a:cubicBezTo>
                    <a:pt x="0" y="450"/>
                    <a:pt x="131" y="580"/>
                    <a:pt x="291" y="580"/>
                  </a:cubicBezTo>
                  <a:lnTo>
                    <a:pt x="526" y="580"/>
                  </a:lnTo>
                  <a:cubicBezTo>
                    <a:pt x="687" y="580"/>
                    <a:pt x="816" y="450"/>
                    <a:pt x="816" y="291"/>
                  </a:cubicBezTo>
                  <a:cubicBezTo>
                    <a:pt x="816" y="130"/>
                    <a:pt x="687"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0"/>
            <p:cNvSpPr/>
            <p:nvPr/>
          </p:nvSpPr>
          <p:spPr>
            <a:xfrm>
              <a:off x="6677930" y="1503446"/>
              <a:ext cx="50256" cy="16149"/>
            </a:xfrm>
            <a:custGeom>
              <a:rect b="b" l="l" r="r" t="t"/>
              <a:pathLst>
                <a:path extrusionOk="0" h="580" w="1805">
                  <a:moveTo>
                    <a:pt x="291" y="0"/>
                  </a:moveTo>
                  <a:cubicBezTo>
                    <a:pt x="131" y="0"/>
                    <a:pt x="1" y="130"/>
                    <a:pt x="1" y="289"/>
                  </a:cubicBezTo>
                  <a:cubicBezTo>
                    <a:pt x="1" y="450"/>
                    <a:pt x="131" y="580"/>
                    <a:pt x="291" y="580"/>
                  </a:cubicBezTo>
                  <a:lnTo>
                    <a:pt x="1516" y="580"/>
                  </a:lnTo>
                  <a:cubicBezTo>
                    <a:pt x="1675" y="580"/>
                    <a:pt x="1805" y="450"/>
                    <a:pt x="1805" y="289"/>
                  </a:cubicBezTo>
                  <a:cubicBezTo>
                    <a:pt x="1805" y="130"/>
                    <a:pt x="1675" y="0"/>
                    <a:pt x="15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0"/>
            <p:cNvSpPr/>
            <p:nvPr/>
          </p:nvSpPr>
          <p:spPr>
            <a:xfrm>
              <a:off x="6677930" y="1479028"/>
              <a:ext cx="23499" cy="16149"/>
            </a:xfrm>
            <a:custGeom>
              <a:rect b="b" l="l" r="r" t="t"/>
              <a:pathLst>
                <a:path extrusionOk="0" h="580" w="844">
                  <a:moveTo>
                    <a:pt x="291" y="0"/>
                  </a:moveTo>
                  <a:cubicBezTo>
                    <a:pt x="131" y="0"/>
                    <a:pt x="1" y="130"/>
                    <a:pt x="1" y="291"/>
                  </a:cubicBezTo>
                  <a:cubicBezTo>
                    <a:pt x="1" y="450"/>
                    <a:pt x="131" y="580"/>
                    <a:pt x="291" y="580"/>
                  </a:cubicBezTo>
                  <a:lnTo>
                    <a:pt x="553" y="580"/>
                  </a:lnTo>
                  <a:cubicBezTo>
                    <a:pt x="713" y="580"/>
                    <a:pt x="844" y="450"/>
                    <a:pt x="844" y="291"/>
                  </a:cubicBezTo>
                  <a:cubicBezTo>
                    <a:pt x="844" y="130"/>
                    <a:pt x="713" y="0"/>
                    <a:pt x="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0"/>
            <p:cNvSpPr/>
            <p:nvPr/>
          </p:nvSpPr>
          <p:spPr>
            <a:xfrm>
              <a:off x="6677930" y="1275719"/>
              <a:ext cx="24529" cy="184150"/>
            </a:xfrm>
            <a:custGeom>
              <a:rect b="b" l="l" r="r" t="t"/>
              <a:pathLst>
                <a:path extrusionOk="0" h="6614" w="881">
                  <a:moveTo>
                    <a:pt x="291" y="0"/>
                  </a:moveTo>
                  <a:cubicBezTo>
                    <a:pt x="131" y="0"/>
                    <a:pt x="1" y="131"/>
                    <a:pt x="1" y="291"/>
                  </a:cubicBezTo>
                  <a:lnTo>
                    <a:pt x="1" y="6323"/>
                  </a:lnTo>
                  <a:cubicBezTo>
                    <a:pt x="1" y="6483"/>
                    <a:pt x="131" y="6613"/>
                    <a:pt x="291" y="6613"/>
                  </a:cubicBezTo>
                  <a:lnTo>
                    <a:pt x="590" y="6613"/>
                  </a:lnTo>
                  <a:cubicBezTo>
                    <a:pt x="751" y="6613"/>
                    <a:pt x="880" y="6483"/>
                    <a:pt x="880" y="6323"/>
                  </a:cubicBezTo>
                  <a:cubicBezTo>
                    <a:pt x="880" y="6162"/>
                    <a:pt x="751" y="6033"/>
                    <a:pt x="590" y="6033"/>
                  </a:cubicBezTo>
                  <a:lnTo>
                    <a:pt x="581" y="6033"/>
                  </a:lnTo>
                  <a:lnTo>
                    <a:pt x="581" y="581"/>
                  </a:lnTo>
                  <a:lnTo>
                    <a:pt x="590" y="581"/>
                  </a:lnTo>
                  <a:cubicBezTo>
                    <a:pt x="751" y="581"/>
                    <a:pt x="880" y="452"/>
                    <a:pt x="880" y="291"/>
                  </a:cubicBezTo>
                  <a:cubicBezTo>
                    <a:pt x="880" y="131"/>
                    <a:pt x="751" y="0"/>
                    <a:pt x="5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70"/>
          <p:cNvGrpSpPr/>
          <p:nvPr/>
        </p:nvGrpSpPr>
        <p:grpSpPr>
          <a:xfrm>
            <a:off x="6113703" y="1351071"/>
            <a:ext cx="511911" cy="436272"/>
            <a:chOff x="5808116" y="1089700"/>
            <a:chExt cx="535304" cy="465307"/>
          </a:xfrm>
        </p:grpSpPr>
        <p:sp>
          <p:nvSpPr>
            <p:cNvPr id="3807" name="Google Shape;3807;p70"/>
            <p:cNvSpPr/>
            <p:nvPr/>
          </p:nvSpPr>
          <p:spPr>
            <a:xfrm>
              <a:off x="5808116" y="1139233"/>
              <a:ext cx="280402" cy="266425"/>
            </a:xfrm>
            <a:custGeom>
              <a:rect b="b" l="l" r="r" t="t"/>
              <a:pathLst>
                <a:path extrusionOk="0" h="9569" w="10071">
                  <a:moveTo>
                    <a:pt x="1" y="1"/>
                  </a:moveTo>
                  <a:lnTo>
                    <a:pt x="1" y="8860"/>
                  </a:lnTo>
                  <a:cubicBezTo>
                    <a:pt x="1" y="9252"/>
                    <a:pt x="318" y="9569"/>
                    <a:pt x="709" y="9569"/>
                  </a:cubicBezTo>
                  <a:lnTo>
                    <a:pt x="9361" y="9569"/>
                  </a:lnTo>
                  <a:cubicBezTo>
                    <a:pt x="9753" y="9569"/>
                    <a:pt x="10070" y="9252"/>
                    <a:pt x="10070" y="8860"/>
                  </a:cubicBezTo>
                  <a:lnTo>
                    <a:pt x="10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0"/>
            <p:cNvSpPr/>
            <p:nvPr/>
          </p:nvSpPr>
          <p:spPr>
            <a:xfrm>
              <a:off x="5808116" y="1089700"/>
              <a:ext cx="280402" cy="65736"/>
            </a:xfrm>
            <a:custGeom>
              <a:rect b="b" l="l" r="r" t="t"/>
              <a:pathLst>
                <a:path extrusionOk="0" h="2361" w="10071">
                  <a:moveTo>
                    <a:pt x="709" y="0"/>
                  </a:moveTo>
                  <a:cubicBezTo>
                    <a:pt x="319" y="0"/>
                    <a:pt x="1" y="317"/>
                    <a:pt x="1" y="709"/>
                  </a:cubicBezTo>
                  <a:lnTo>
                    <a:pt x="1" y="2360"/>
                  </a:lnTo>
                  <a:lnTo>
                    <a:pt x="10070" y="2360"/>
                  </a:lnTo>
                  <a:lnTo>
                    <a:pt x="10070" y="709"/>
                  </a:lnTo>
                  <a:cubicBezTo>
                    <a:pt x="10070" y="317"/>
                    <a:pt x="9753" y="0"/>
                    <a:pt x="93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0"/>
            <p:cNvSpPr/>
            <p:nvPr/>
          </p:nvSpPr>
          <p:spPr>
            <a:xfrm>
              <a:off x="5869175" y="1195086"/>
              <a:ext cx="158285" cy="163686"/>
            </a:xfrm>
            <a:custGeom>
              <a:rect b="b" l="l" r="r" t="t"/>
              <a:pathLst>
                <a:path extrusionOk="0" h="5879" w="5685">
                  <a:moveTo>
                    <a:pt x="2842" y="2249"/>
                  </a:moveTo>
                  <a:lnTo>
                    <a:pt x="3550" y="3792"/>
                  </a:lnTo>
                  <a:lnTo>
                    <a:pt x="2135" y="3792"/>
                  </a:lnTo>
                  <a:lnTo>
                    <a:pt x="2842" y="2249"/>
                  </a:lnTo>
                  <a:close/>
                  <a:moveTo>
                    <a:pt x="2842" y="1"/>
                  </a:moveTo>
                  <a:cubicBezTo>
                    <a:pt x="2584" y="1"/>
                    <a:pt x="2350" y="152"/>
                    <a:pt x="2241" y="388"/>
                  </a:cubicBezTo>
                  <a:lnTo>
                    <a:pt x="153" y="4940"/>
                  </a:lnTo>
                  <a:cubicBezTo>
                    <a:pt x="1" y="5273"/>
                    <a:pt x="146" y="5665"/>
                    <a:pt x="479" y="5817"/>
                  </a:cubicBezTo>
                  <a:cubicBezTo>
                    <a:pt x="568" y="5859"/>
                    <a:pt x="662" y="5878"/>
                    <a:pt x="753" y="5878"/>
                  </a:cubicBezTo>
                  <a:cubicBezTo>
                    <a:pt x="1004" y="5878"/>
                    <a:pt x="1243" y="5734"/>
                    <a:pt x="1356" y="5492"/>
                  </a:cubicBezTo>
                  <a:lnTo>
                    <a:pt x="1529" y="5115"/>
                  </a:lnTo>
                  <a:lnTo>
                    <a:pt x="4157" y="5115"/>
                  </a:lnTo>
                  <a:lnTo>
                    <a:pt x="4330" y="5492"/>
                  </a:lnTo>
                  <a:cubicBezTo>
                    <a:pt x="4442" y="5735"/>
                    <a:pt x="4681" y="5878"/>
                    <a:pt x="4931" y="5878"/>
                  </a:cubicBezTo>
                  <a:cubicBezTo>
                    <a:pt x="5024" y="5878"/>
                    <a:pt x="5118" y="5858"/>
                    <a:pt x="5207" y="5817"/>
                  </a:cubicBezTo>
                  <a:cubicBezTo>
                    <a:pt x="5539" y="5665"/>
                    <a:pt x="5684" y="5273"/>
                    <a:pt x="5532" y="4940"/>
                  </a:cubicBezTo>
                  <a:lnTo>
                    <a:pt x="3444" y="388"/>
                  </a:lnTo>
                  <a:cubicBezTo>
                    <a:pt x="3336" y="152"/>
                    <a:pt x="3101" y="1"/>
                    <a:pt x="28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0"/>
            <p:cNvSpPr/>
            <p:nvPr/>
          </p:nvSpPr>
          <p:spPr>
            <a:xfrm>
              <a:off x="5846595" y="1114090"/>
              <a:ext cx="16678" cy="16594"/>
            </a:xfrm>
            <a:custGeom>
              <a:rect b="b" l="l" r="r" t="t"/>
              <a:pathLst>
                <a:path extrusionOk="0" h="596" w="599">
                  <a:moveTo>
                    <a:pt x="299" y="1"/>
                  </a:moveTo>
                  <a:cubicBezTo>
                    <a:pt x="294" y="1"/>
                    <a:pt x="289" y="1"/>
                    <a:pt x="283" y="1"/>
                  </a:cubicBezTo>
                  <a:cubicBezTo>
                    <a:pt x="124" y="10"/>
                    <a:pt x="1" y="146"/>
                    <a:pt x="9" y="306"/>
                  </a:cubicBezTo>
                  <a:lnTo>
                    <a:pt x="10" y="319"/>
                  </a:lnTo>
                  <a:cubicBezTo>
                    <a:pt x="18" y="474"/>
                    <a:pt x="146" y="595"/>
                    <a:pt x="299" y="595"/>
                  </a:cubicBezTo>
                  <a:cubicBezTo>
                    <a:pt x="304" y="595"/>
                    <a:pt x="309" y="594"/>
                    <a:pt x="315" y="594"/>
                  </a:cubicBezTo>
                  <a:cubicBezTo>
                    <a:pt x="475" y="585"/>
                    <a:pt x="598" y="450"/>
                    <a:pt x="590" y="289"/>
                  </a:cubicBezTo>
                  <a:lnTo>
                    <a:pt x="588" y="277"/>
                  </a:lnTo>
                  <a:cubicBezTo>
                    <a:pt x="580" y="121"/>
                    <a:pt x="453" y="1"/>
                    <a:pt x="299"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0"/>
            <p:cNvSpPr/>
            <p:nvPr/>
          </p:nvSpPr>
          <p:spPr>
            <a:xfrm>
              <a:off x="5872712" y="1114090"/>
              <a:ext cx="16594" cy="16594"/>
            </a:xfrm>
            <a:custGeom>
              <a:rect b="b" l="l" r="r" t="t"/>
              <a:pathLst>
                <a:path extrusionOk="0" h="596" w="596">
                  <a:moveTo>
                    <a:pt x="297" y="1"/>
                  </a:moveTo>
                  <a:cubicBezTo>
                    <a:pt x="292" y="1"/>
                    <a:pt x="288" y="1"/>
                    <a:pt x="283" y="1"/>
                  </a:cubicBezTo>
                  <a:cubicBezTo>
                    <a:pt x="122" y="10"/>
                    <a:pt x="0" y="146"/>
                    <a:pt x="8" y="306"/>
                  </a:cubicBezTo>
                  <a:lnTo>
                    <a:pt x="9" y="319"/>
                  </a:lnTo>
                  <a:cubicBezTo>
                    <a:pt x="16" y="474"/>
                    <a:pt x="144" y="595"/>
                    <a:pt x="298" y="595"/>
                  </a:cubicBezTo>
                  <a:cubicBezTo>
                    <a:pt x="303" y="595"/>
                    <a:pt x="308" y="594"/>
                    <a:pt x="313" y="594"/>
                  </a:cubicBezTo>
                  <a:cubicBezTo>
                    <a:pt x="472" y="586"/>
                    <a:pt x="596" y="450"/>
                    <a:pt x="588" y="290"/>
                  </a:cubicBezTo>
                  <a:lnTo>
                    <a:pt x="587" y="277"/>
                  </a:lnTo>
                  <a:cubicBezTo>
                    <a:pt x="580" y="121"/>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0"/>
            <p:cNvSpPr/>
            <p:nvPr/>
          </p:nvSpPr>
          <p:spPr>
            <a:xfrm>
              <a:off x="5898745" y="1114090"/>
              <a:ext cx="16650" cy="16594"/>
            </a:xfrm>
            <a:custGeom>
              <a:rect b="b" l="l" r="r" t="t"/>
              <a:pathLst>
                <a:path extrusionOk="0" h="596" w="598">
                  <a:moveTo>
                    <a:pt x="300" y="1"/>
                  </a:moveTo>
                  <a:cubicBezTo>
                    <a:pt x="294" y="1"/>
                    <a:pt x="289" y="1"/>
                    <a:pt x="284" y="1"/>
                  </a:cubicBezTo>
                  <a:cubicBezTo>
                    <a:pt x="124" y="10"/>
                    <a:pt x="1" y="146"/>
                    <a:pt x="9" y="306"/>
                  </a:cubicBezTo>
                  <a:lnTo>
                    <a:pt x="11" y="319"/>
                  </a:lnTo>
                  <a:cubicBezTo>
                    <a:pt x="18" y="474"/>
                    <a:pt x="146" y="595"/>
                    <a:pt x="300" y="595"/>
                  </a:cubicBezTo>
                  <a:cubicBezTo>
                    <a:pt x="305" y="595"/>
                    <a:pt x="309" y="594"/>
                    <a:pt x="314" y="594"/>
                  </a:cubicBezTo>
                  <a:cubicBezTo>
                    <a:pt x="475" y="585"/>
                    <a:pt x="597" y="450"/>
                    <a:pt x="590" y="289"/>
                  </a:cubicBezTo>
                  <a:lnTo>
                    <a:pt x="589" y="277"/>
                  </a:lnTo>
                  <a:cubicBezTo>
                    <a:pt x="581" y="121"/>
                    <a:pt x="454" y="1"/>
                    <a:pt x="300"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0"/>
            <p:cNvSpPr/>
            <p:nvPr/>
          </p:nvSpPr>
          <p:spPr>
            <a:xfrm>
              <a:off x="6063046" y="1283960"/>
              <a:ext cx="280374" cy="271047"/>
            </a:xfrm>
            <a:custGeom>
              <a:rect b="b" l="l" r="r" t="t"/>
              <a:pathLst>
                <a:path extrusionOk="0" h="9735" w="10070">
                  <a:moveTo>
                    <a:pt x="1" y="1"/>
                  </a:moveTo>
                  <a:lnTo>
                    <a:pt x="1" y="9026"/>
                  </a:lnTo>
                  <a:cubicBezTo>
                    <a:pt x="1" y="9418"/>
                    <a:pt x="318" y="9735"/>
                    <a:pt x="709" y="9735"/>
                  </a:cubicBezTo>
                  <a:lnTo>
                    <a:pt x="9361" y="9735"/>
                  </a:lnTo>
                  <a:cubicBezTo>
                    <a:pt x="9753" y="9735"/>
                    <a:pt x="10070" y="9418"/>
                    <a:pt x="10070" y="9026"/>
                  </a:cubicBezTo>
                  <a:lnTo>
                    <a:pt x="100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0"/>
            <p:cNvSpPr/>
            <p:nvPr/>
          </p:nvSpPr>
          <p:spPr>
            <a:xfrm>
              <a:off x="6063046" y="1239050"/>
              <a:ext cx="280374" cy="65736"/>
            </a:xfrm>
            <a:custGeom>
              <a:rect b="b" l="l" r="r" t="t"/>
              <a:pathLst>
                <a:path extrusionOk="0" h="2361" w="10070">
                  <a:moveTo>
                    <a:pt x="709" y="0"/>
                  </a:moveTo>
                  <a:cubicBezTo>
                    <a:pt x="318" y="0"/>
                    <a:pt x="1" y="317"/>
                    <a:pt x="1" y="709"/>
                  </a:cubicBezTo>
                  <a:lnTo>
                    <a:pt x="1" y="2360"/>
                  </a:lnTo>
                  <a:lnTo>
                    <a:pt x="10070" y="2360"/>
                  </a:lnTo>
                  <a:lnTo>
                    <a:pt x="10070" y="709"/>
                  </a:lnTo>
                  <a:cubicBezTo>
                    <a:pt x="10070" y="317"/>
                    <a:pt x="9753" y="0"/>
                    <a:pt x="9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0"/>
            <p:cNvSpPr/>
            <p:nvPr/>
          </p:nvSpPr>
          <p:spPr>
            <a:xfrm>
              <a:off x="6101525" y="1263468"/>
              <a:ext cx="16622" cy="16538"/>
            </a:xfrm>
            <a:custGeom>
              <a:rect b="b" l="l" r="r" t="t"/>
              <a:pathLst>
                <a:path extrusionOk="0" h="594" w="597">
                  <a:moveTo>
                    <a:pt x="299" y="1"/>
                  </a:moveTo>
                  <a:cubicBezTo>
                    <a:pt x="294" y="1"/>
                    <a:pt x="289" y="1"/>
                    <a:pt x="283" y="1"/>
                  </a:cubicBezTo>
                  <a:cubicBezTo>
                    <a:pt x="124" y="9"/>
                    <a:pt x="0" y="145"/>
                    <a:pt x="9" y="305"/>
                  </a:cubicBezTo>
                  <a:lnTo>
                    <a:pt x="10" y="318"/>
                  </a:lnTo>
                  <a:cubicBezTo>
                    <a:pt x="18" y="473"/>
                    <a:pt x="146" y="594"/>
                    <a:pt x="299" y="594"/>
                  </a:cubicBezTo>
                  <a:cubicBezTo>
                    <a:pt x="304" y="594"/>
                    <a:pt x="309" y="594"/>
                    <a:pt x="314" y="593"/>
                  </a:cubicBezTo>
                  <a:cubicBezTo>
                    <a:pt x="475" y="585"/>
                    <a:pt x="597" y="449"/>
                    <a:pt x="590" y="289"/>
                  </a:cubicBezTo>
                  <a:lnTo>
                    <a:pt x="588" y="276"/>
                  </a:lnTo>
                  <a:cubicBezTo>
                    <a:pt x="580" y="121"/>
                    <a:pt x="452" y="1"/>
                    <a:pt x="299"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0"/>
            <p:cNvSpPr/>
            <p:nvPr/>
          </p:nvSpPr>
          <p:spPr>
            <a:xfrm>
              <a:off x="6127614" y="1263468"/>
              <a:ext cx="16622" cy="16538"/>
            </a:xfrm>
            <a:custGeom>
              <a:rect b="b" l="l" r="r" t="t"/>
              <a:pathLst>
                <a:path extrusionOk="0" h="594" w="597">
                  <a:moveTo>
                    <a:pt x="299" y="1"/>
                  </a:moveTo>
                  <a:cubicBezTo>
                    <a:pt x="294" y="1"/>
                    <a:pt x="288" y="1"/>
                    <a:pt x="283" y="1"/>
                  </a:cubicBezTo>
                  <a:cubicBezTo>
                    <a:pt x="123" y="9"/>
                    <a:pt x="0" y="145"/>
                    <a:pt x="9" y="305"/>
                  </a:cubicBezTo>
                  <a:lnTo>
                    <a:pt x="9" y="318"/>
                  </a:lnTo>
                  <a:cubicBezTo>
                    <a:pt x="17" y="473"/>
                    <a:pt x="145" y="594"/>
                    <a:pt x="299" y="594"/>
                  </a:cubicBezTo>
                  <a:cubicBezTo>
                    <a:pt x="304" y="594"/>
                    <a:pt x="309" y="594"/>
                    <a:pt x="314" y="593"/>
                  </a:cubicBezTo>
                  <a:cubicBezTo>
                    <a:pt x="473" y="585"/>
                    <a:pt x="597" y="449"/>
                    <a:pt x="589" y="289"/>
                  </a:cubicBezTo>
                  <a:lnTo>
                    <a:pt x="588" y="276"/>
                  </a:lnTo>
                  <a:cubicBezTo>
                    <a:pt x="580" y="121"/>
                    <a:pt x="453" y="1"/>
                    <a:pt x="299"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0"/>
            <p:cNvSpPr/>
            <p:nvPr/>
          </p:nvSpPr>
          <p:spPr>
            <a:xfrm>
              <a:off x="6153675" y="1263468"/>
              <a:ext cx="16650" cy="16538"/>
            </a:xfrm>
            <a:custGeom>
              <a:rect b="b" l="l" r="r" t="t"/>
              <a:pathLst>
                <a:path extrusionOk="0" h="594" w="598">
                  <a:moveTo>
                    <a:pt x="299" y="1"/>
                  </a:moveTo>
                  <a:cubicBezTo>
                    <a:pt x="294" y="1"/>
                    <a:pt x="289" y="1"/>
                    <a:pt x="284" y="1"/>
                  </a:cubicBezTo>
                  <a:cubicBezTo>
                    <a:pt x="124" y="9"/>
                    <a:pt x="1" y="145"/>
                    <a:pt x="9" y="305"/>
                  </a:cubicBezTo>
                  <a:lnTo>
                    <a:pt x="9" y="318"/>
                  </a:lnTo>
                  <a:cubicBezTo>
                    <a:pt x="18" y="473"/>
                    <a:pt x="146" y="594"/>
                    <a:pt x="300" y="594"/>
                  </a:cubicBezTo>
                  <a:cubicBezTo>
                    <a:pt x="305" y="594"/>
                    <a:pt x="309" y="594"/>
                    <a:pt x="314" y="593"/>
                  </a:cubicBezTo>
                  <a:cubicBezTo>
                    <a:pt x="474" y="585"/>
                    <a:pt x="597" y="449"/>
                    <a:pt x="589" y="289"/>
                  </a:cubicBezTo>
                  <a:lnTo>
                    <a:pt x="589" y="276"/>
                  </a:lnTo>
                  <a:cubicBezTo>
                    <a:pt x="580" y="121"/>
                    <a:pt x="452" y="1"/>
                    <a:pt x="299"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0"/>
            <p:cNvSpPr/>
            <p:nvPr/>
          </p:nvSpPr>
          <p:spPr>
            <a:xfrm>
              <a:off x="6125247" y="1347331"/>
              <a:ext cx="155946" cy="163630"/>
            </a:xfrm>
            <a:custGeom>
              <a:rect b="b" l="l" r="r" t="t"/>
              <a:pathLst>
                <a:path extrusionOk="0" h="5877" w="5601">
                  <a:moveTo>
                    <a:pt x="712" y="1"/>
                  </a:moveTo>
                  <a:cubicBezTo>
                    <a:pt x="347" y="1"/>
                    <a:pt x="51" y="297"/>
                    <a:pt x="51" y="662"/>
                  </a:cubicBezTo>
                  <a:cubicBezTo>
                    <a:pt x="51" y="1026"/>
                    <a:pt x="347" y="1323"/>
                    <a:pt x="712" y="1323"/>
                  </a:cubicBezTo>
                  <a:lnTo>
                    <a:pt x="3385" y="1323"/>
                  </a:lnTo>
                  <a:lnTo>
                    <a:pt x="225" y="4768"/>
                  </a:lnTo>
                  <a:cubicBezTo>
                    <a:pt x="47" y="4961"/>
                    <a:pt x="1" y="5241"/>
                    <a:pt x="107" y="5482"/>
                  </a:cubicBezTo>
                  <a:cubicBezTo>
                    <a:pt x="213" y="5722"/>
                    <a:pt x="450" y="5877"/>
                    <a:pt x="712" y="5877"/>
                  </a:cubicBezTo>
                  <a:lnTo>
                    <a:pt x="4889" y="5877"/>
                  </a:lnTo>
                  <a:cubicBezTo>
                    <a:pt x="5255" y="5877"/>
                    <a:pt x="5550" y="5580"/>
                    <a:pt x="5550" y="5216"/>
                  </a:cubicBezTo>
                  <a:cubicBezTo>
                    <a:pt x="5550" y="4850"/>
                    <a:pt x="5255" y="4553"/>
                    <a:pt x="4889" y="4553"/>
                  </a:cubicBezTo>
                  <a:lnTo>
                    <a:pt x="2217" y="4553"/>
                  </a:lnTo>
                  <a:lnTo>
                    <a:pt x="5377" y="1108"/>
                  </a:lnTo>
                  <a:cubicBezTo>
                    <a:pt x="5554" y="915"/>
                    <a:pt x="5600" y="636"/>
                    <a:pt x="5495" y="396"/>
                  </a:cubicBezTo>
                  <a:cubicBezTo>
                    <a:pt x="5389" y="155"/>
                    <a:pt x="5152" y="1"/>
                    <a:pt x="4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70"/>
          <p:cNvGrpSpPr/>
          <p:nvPr/>
        </p:nvGrpSpPr>
        <p:grpSpPr>
          <a:xfrm>
            <a:off x="4058040" y="1318257"/>
            <a:ext cx="333222" cy="501900"/>
            <a:chOff x="3679856" y="1089700"/>
            <a:chExt cx="348449" cy="535303"/>
          </a:xfrm>
        </p:grpSpPr>
        <p:sp>
          <p:nvSpPr>
            <p:cNvPr id="3820" name="Google Shape;3820;p70"/>
            <p:cNvSpPr/>
            <p:nvPr/>
          </p:nvSpPr>
          <p:spPr>
            <a:xfrm>
              <a:off x="3679856" y="1089700"/>
              <a:ext cx="348449" cy="173208"/>
            </a:xfrm>
            <a:custGeom>
              <a:rect b="b" l="l" r="r" t="t"/>
              <a:pathLst>
                <a:path extrusionOk="0" h="6221" w="12515">
                  <a:moveTo>
                    <a:pt x="775" y="0"/>
                  </a:moveTo>
                  <a:cubicBezTo>
                    <a:pt x="347" y="0"/>
                    <a:pt x="1" y="347"/>
                    <a:pt x="1" y="775"/>
                  </a:cubicBezTo>
                  <a:lnTo>
                    <a:pt x="1" y="6220"/>
                  </a:lnTo>
                  <a:lnTo>
                    <a:pt x="12515" y="6220"/>
                  </a:lnTo>
                  <a:lnTo>
                    <a:pt x="12515" y="775"/>
                  </a:lnTo>
                  <a:cubicBezTo>
                    <a:pt x="12515" y="347"/>
                    <a:pt x="12168" y="0"/>
                    <a:pt x="11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0"/>
            <p:cNvSpPr/>
            <p:nvPr/>
          </p:nvSpPr>
          <p:spPr>
            <a:xfrm>
              <a:off x="3679856" y="1251440"/>
              <a:ext cx="348449" cy="373563"/>
            </a:xfrm>
            <a:custGeom>
              <a:rect b="b" l="l" r="r" t="t"/>
              <a:pathLst>
                <a:path extrusionOk="0" h="13417" w="12515">
                  <a:moveTo>
                    <a:pt x="1" y="0"/>
                  </a:moveTo>
                  <a:lnTo>
                    <a:pt x="1" y="12642"/>
                  </a:lnTo>
                  <a:cubicBezTo>
                    <a:pt x="1" y="13070"/>
                    <a:pt x="347" y="13416"/>
                    <a:pt x="775" y="13416"/>
                  </a:cubicBezTo>
                  <a:lnTo>
                    <a:pt x="11740" y="13416"/>
                  </a:lnTo>
                  <a:cubicBezTo>
                    <a:pt x="12168" y="13416"/>
                    <a:pt x="12515" y="13070"/>
                    <a:pt x="12515" y="12642"/>
                  </a:cubicBezTo>
                  <a:lnTo>
                    <a:pt x="125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0"/>
            <p:cNvSpPr/>
            <p:nvPr/>
          </p:nvSpPr>
          <p:spPr>
            <a:xfrm>
              <a:off x="3724656" y="1136337"/>
              <a:ext cx="258852" cy="70803"/>
            </a:xfrm>
            <a:custGeom>
              <a:rect b="b" l="l" r="r" t="t"/>
              <a:pathLst>
                <a:path extrusionOk="0" h="2543" w="9297">
                  <a:moveTo>
                    <a:pt x="581" y="1"/>
                  </a:moveTo>
                  <a:cubicBezTo>
                    <a:pt x="260" y="1"/>
                    <a:pt x="1" y="261"/>
                    <a:pt x="1" y="581"/>
                  </a:cubicBezTo>
                  <a:lnTo>
                    <a:pt x="1" y="1962"/>
                  </a:lnTo>
                  <a:cubicBezTo>
                    <a:pt x="1" y="2283"/>
                    <a:pt x="260" y="2543"/>
                    <a:pt x="581" y="2543"/>
                  </a:cubicBezTo>
                  <a:lnTo>
                    <a:pt x="8716" y="2543"/>
                  </a:lnTo>
                  <a:cubicBezTo>
                    <a:pt x="9037" y="2543"/>
                    <a:pt x="9297" y="2283"/>
                    <a:pt x="9297" y="1962"/>
                  </a:cubicBezTo>
                  <a:lnTo>
                    <a:pt x="9297" y="581"/>
                  </a:lnTo>
                  <a:cubicBezTo>
                    <a:pt x="9297" y="261"/>
                    <a:pt x="9037" y="1"/>
                    <a:pt x="8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0"/>
            <p:cNvSpPr/>
            <p:nvPr/>
          </p:nvSpPr>
          <p:spPr>
            <a:xfrm>
              <a:off x="3721899"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0"/>
            <p:cNvSpPr/>
            <p:nvPr/>
          </p:nvSpPr>
          <p:spPr>
            <a:xfrm>
              <a:off x="3795126" y="1318847"/>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0"/>
            <p:cNvSpPr/>
            <p:nvPr/>
          </p:nvSpPr>
          <p:spPr>
            <a:xfrm>
              <a:off x="3868381" y="1318847"/>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0"/>
            <p:cNvSpPr/>
            <p:nvPr/>
          </p:nvSpPr>
          <p:spPr>
            <a:xfrm>
              <a:off x="3941580" y="1318847"/>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0"/>
            <p:cNvSpPr/>
            <p:nvPr/>
          </p:nvSpPr>
          <p:spPr>
            <a:xfrm>
              <a:off x="3721899"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0"/>
            <p:cNvSpPr/>
            <p:nvPr/>
          </p:nvSpPr>
          <p:spPr>
            <a:xfrm>
              <a:off x="3795126" y="1391406"/>
              <a:ext cx="44687" cy="44687"/>
            </a:xfrm>
            <a:custGeom>
              <a:rect b="b" l="l" r="r" t="t"/>
              <a:pathLst>
                <a:path extrusionOk="0" h="1605" w="1605">
                  <a:moveTo>
                    <a:pt x="221" y="1"/>
                  </a:moveTo>
                  <a:cubicBezTo>
                    <a:pt x="99" y="1"/>
                    <a:pt x="0" y="99"/>
                    <a:pt x="0" y="221"/>
                  </a:cubicBezTo>
                  <a:lnTo>
                    <a:pt x="0" y="1385"/>
                  </a:lnTo>
                  <a:cubicBezTo>
                    <a:pt x="0" y="1507"/>
                    <a:pt x="99" y="1604"/>
                    <a:pt x="221" y="1604"/>
                  </a:cubicBezTo>
                  <a:lnTo>
                    <a:pt x="1385" y="1604"/>
                  </a:lnTo>
                  <a:cubicBezTo>
                    <a:pt x="1507" y="1604"/>
                    <a:pt x="1604" y="1507"/>
                    <a:pt x="1604" y="1385"/>
                  </a:cubicBezTo>
                  <a:lnTo>
                    <a:pt x="1604" y="221"/>
                  </a:lnTo>
                  <a:cubicBezTo>
                    <a:pt x="1604" y="99"/>
                    <a:pt x="1507"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0"/>
            <p:cNvSpPr/>
            <p:nvPr/>
          </p:nvSpPr>
          <p:spPr>
            <a:xfrm>
              <a:off x="3868381" y="1391406"/>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0"/>
            <p:cNvSpPr/>
            <p:nvPr/>
          </p:nvSpPr>
          <p:spPr>
            <a:xfrm>
              <a:off x="3941580" y="1391406"/>
              <a:ext cx="44687" cy="44687"/>
            </a:xfrm>
            <a:custGeom>
              <a:rect b="b" l="l" r="r" t="t"/>
              <a:pathLst>
                <a:path extrusionOk="0" h="1605" w="1605">
                  <a:moveTo>
                    <a:pt x="220" y="1"/>
                  </a:moveTo>
                  <a:cubicBezTo>
                    <a:pt x="100" y="1"/>
                    <a:pt x="1" y="99"/>
                    <a:pt x="1" y="221"/>
                  </a:cubicBezTo>
                  <a:lnTo>
                    <a:pt x="1" y="1385"/>
                  </a:lnTo>
                  <a:cubicBezTo>
                    <a:pt x="1" y="1507"/>
                    <a:pt x="100" y="1604"/>
                    <a:pt x="220" y="1604"/>
                  </a:cubicBezTo>
                  <a:lnTo>
                    <a:pt x="1385" y="1604"/>
                  </a:lnTo>
                  <a:cubicBezTo>
                    <a:pt x="1506" y="1604"/>
                    <a:pt x="1605" y="1507"/>
                    <a:pt x="1605" y="1385"/>
                  </a:cubicBezTo>
                  <a:lnTo>
                    <a:pt x="1605" y="221"/>
                  </a:lnTo>
                  <a:cubicBezTo>
                    <a:pt x="1605" y="99"/>
                    <a:pt x="1506" y="1"/>
                    <a:pt x="13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0"/>
            <p:cNvSpPr/>
            <p:nvPr/>
          </p:nvSpPr>
          <p:spPr>
            <a:xfrm>
              <a:off x="3721899" y="1464021"/>
              <a:ext cx="44687" cy="44687"/>
            </a:xfrm>
            <a:custGeom>
              <a:rect b="b" l="l" r="r" t="t"/>
              <a:pathLst>
                <a:path extrusionOk="0" h="1605" w="1605">
                  <a:moveTo>
                    <a:pt x="220" y="0"/>
                  </a:moveTo>
                  <a:cubicBezTo>
                    <a:pt x="100" y="0"/>
                    <a:pt x="1" y="98"/>
                    <a:pt x="1" y="220"/>
                  </a:cubicBezTo>
                  <a:lnTo>
                    <a:pt x="1" y="1383"/>
                  </a:lnTo>
                  <a:cubicBezTo>
                    <a:pt x="1" y="1505"/>
                    <a:pt x="100" y="1604"/>
                    <a:pt x="220" y="1604"/>
                  </a:cubicBezTo>
                  <a:lnTo>
                    <a:pt x="1385" y="1604"/>
                  </a:lnTo>
                  <a:cubicBezTo>
                    <a:pt x="1506" y="1604"/>
                    <a:pt x="1605" y="1505"/>
                    <a:pt x="1605" y="1383"/>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0"/>
            <p:cNvSpPr/>
            <p:nvPr/>
          </p:nvSpPr>
          <p:spPr>
            <a:xfrm>
              <a:off x="3795126" y="1464021"/>
              <a:ext cx="44687" cy="44687"/>
            </a:xfrm>
            <a:custGeom>
              <a:rect b="b" l="l" r="r" t="t"/>
              <a:pathLst>
                <a:path extrusionOk="0" h="1605" w="1605">
                  <a:moveTo>
                    <a:pt x="221" y="0"/>
                  </a:moveTo>
                  <a:cubicBezTo>
                    <a:pt x="99" y="0"/>
                    <a:pt x="0" y="98"/>
                    <a:pt x="0" y="220"/>
                  </a:cubicBezTo>
                  <a:lnTo>
                    <a:pt x="0" y="1383"/>
                  </a:lnTo>
                  <a:cubicBezTo>
                    <a:pt x="0" y="1505"/>
                    <a:pt x="99" y="1604"/>
                    <a:pt x="221" y="1604"/>
                  </a:cubicBezTo>
                  <a:lnTo>
                    <a:pt x="1385" y="1604"/>
                  </a:lnTo>
                  <a:cubicBezTo>
                    <a:pt x="1507" y="1604"/>
                    <a:pt x="1604" y="1505"/>
                    <a:pt x="1604" y="1383"/>
                  </a:cubicBezTo>
                  <a:lnTo>
                    <a:pt x="1604" y="220"/>
                  </a:lnTo>
                  <a:cubicBezTo>
                    <a:pt x="1604" y="98"/>
                    <a:pt x="1507"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0"/>
            <p:cNvSpPr/>
            <p:nvPr/>
          </p:nvSpPr>
          <p:spPr>
            <a:xfrm>
              <a:off x="3868381" y="1464021"/>
              <a:ext cx="44687" cy="44687"/>
            </a:xfrm>
            <a:custGeom>
              <a:rect b="b" l="l" r="r" t="t"/>
              <a:pathLst>
                <a:path extrusionOk="0" h="1605" w="1605">
                  <a:moveTo>
                    <a:pt x="220" y="0"/>
                  </a:moveTo>
                  <a:cubicBezTo>
                    <a:pt x="98" y="0"/>
                    <a:pt x="0" y="98"/>
                    <a:pt x="0" y="220"/>
                  </a:cubicBezTo>
                  <a:lnTo>
                    <a:pt x="0" y="1383"/>
                  </a:lnTo>
                  <a:cubicBezTo>
                    <a:pt x="0" y="1505"/>
                    <a:pt x="98" y="1604"/>
                    <a:pt x="220" y="1604"/>
                  </a:cubicBezTo>
                  <a:lnTo>
                    <a:pt x="1383" y="1604"/>
                  </a:lnTo>
                  <a:cubicBezTo>
                    <a:pt x="1505" y="1604"/>
                    <a:pt x="1604" y="1505"/>
                    <a:pt x="1604" y="1383"/>
                  </a:cubicBezTo>
                  <a:lnTo>
                    <a:pt x="1604" y="220"/>
                  </a:lnTo>
                  <a:cubicBezTo>
                    <a:pt x="1604" y="98"/>
                    <a:pt x="1505" y="0"/>
                    <a:pt x="13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0"/>
            <p:cNvSpPr/>
            <p:nvPr/>
          </p:nvSpPr>
          <p:spPr>
            <a:xfrm>
              <a:off x="3941580" y="1464021"/>
              <a:ext cx="44687" cy="117245"/>
            </a:xfrm>
            <a:custGeom>
              <a:rect b="b" l="l" r="r" t="t"/>
              <a:pathLst>
                <a:path extrusionOk="0" h="4211" w="1605">
                  <a:moveTo>
                    <a:pt x="220" y="0"/>
                  </a:moveTo>
                  <a:cubicBezTo>
                    <a:pt x="100" y="0"/>
                    <a:pt x="1" y="98"/>
                    <a:pt x="1" y="220"/>
                  </a:cubicBezTo>
                  <a:lnTo>
                    <a:pt x="1" y="3991"/>
                  </a:lnTo>
                  <a:cubicBezTo>
                    <a:pt x="1" y="4113"/>
                    <a:pt x="100" y="4210"/>
                    <a:pt x="220" y="4210"/>
                  </a:cubicBezTo>
                  <a:lnTo>
                    <a:pt x="1385" y="4210"/>
                  </a:lnTo>
                  <a:cubicBezTo>
                    <a:pt x="1506" y="4210"/>
                    <a:pt x="1605" y="4113"/>
                    <a:pt x="1605" y="3991"/>
                  </a:cubicBezTo>
                  <a:lnTo>
                    <a:pt x="1605" y="220"/>
                  </a:lnTo>
                  <a:cubicBezTo>
                    <a:pt x="1605" y="98"/>
                    <a:pt x="1506" y="0"/>
                    <a:pt x="1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0"/>
            <p:cNvSpPr/>
            <p:nvPr/>
          </p:nvSpPr>
          <p:spPr>
            <a:xfrm>
              <a:off x="3721899" y="1536579"/>
              <a:ext cx="118553" cy="44687"/>
            </a:xfrm>
            <a:custGeom>
              <a:rect b="b" l="l" r="r" t="t"/>
              <a:pathLst>
                <a:path extrusionOk="0" h="1605" w="4258">
                  <a:moveTo>
                    <a:pt x="220" y="1"/>
                  </a:moveTo>
                  <a:cubicBezTo>
                    <a:pt x="100" y="1"/>
                    <a:pt x="1" y="99"/>
                    <a:pt x="1" y="221"/>
                  </a:cubicBezTo>
                  <a:lnTo>
                    <a:pt x="1" y="1385"/>
                  </a:lnTo>
                  <a:cubicBezTo>
                    <a:pt x="1" y="1507"/>
                    <a:pt x="100" y="1604"/>
                    <a:pt x="220" y="1604"/>
                  </a:cubicBezTo>
                  <a:lnTo>
                    <a:pt x="4037" y="1604"/>
                  </a:lnTo>
                  <a:cubicBezTo>
                    <a:pt x="4159" y="1604"/>
                    <a:pt x="4257" y="1507"/>
                    <a:pt x="4257" y="1385"/>
                  </a:cubicBezTo>
                  <a:lnTo>
                    <a:pt x="4257" y="221"/>
                  </a:lnTo>
                  <a:cubicBezTo>
                    <a:pt x="4257" y="99"/>
                    <a:pt x="4159" y="1"/>
                    <a:pt x="4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0"/>
            <p:cNvSpPr/>
            <p:nvPr/>
          </p:nvSpPr>
          <p:spPr>
            <a:xfrm>
              <a:off x="3868381" y="1536579"/>
              <a:ext cx="44687" cy="44687"/>
            </a:xfrm>
            <a:custGeom>
              <a:rect b="b" l="l" r="r" t="t"/>
              <a:pathLst>
                <a:path extrusionOk="0" h="1605" w="1605">
                  <a:moveTo>
                    <a:pt x="220" y="1"/>
                  </a:moveTo>
                  <a:cubicBezTo>
                    <a:pt x="98" y="1"/>
                    <a:pt x="0" y="99"/>
                    <a:pt x="0" y="221"/>
                  </a:cubicBezTo>
                  <a:lnTo>
                    <a:pt x="0" y="1385"/>
                  </a:lnTo>
                  <a:cubicBezTo>
                    <a:pt x="0" y="1507"/>
                    <a:pt x="98" y="1604"/>
                    <a:pt x="220" y="1604"/>
                  </a:cubicBezTo>
                  <a:lnTo>
                    <a:pt x="1383" y="1604"/>
                  </a:lnTo>
                  <a:cubicBezTo>
                    <a:pt x="1505" y="1604"/>
                    <a:pt x="1604" y="1507"/>
                    <a:pt x="1604" y="1385"/>
                  </a:cubicBezTo>
                  <a:lnTo>
                    <a:pt x="1604" y="221"/>
                  </a:lnTo>
                  <a:cubicBezTo>
                    <a:pt x="1604" y="99"/>
                    <a:pt x="1505"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0"/>
            <p:cNvSpPr/>
            <p:nvPr/>
          </p:nvSpPr>
          <p:spPr>
            <a:xfrm>
              <a:off x="3721899" y="1251440"/>
              <a:ext cx="64650" cy="29708"/>
            </a:xfrm>
            <a:custGeom>
              <a:rect b="b" l="l" r="r" t="t"/>
              <a:pathLst>
                <a:path extrusionOk="0" h="1067" w="2322">
                  <a:moveTo>
                    <a:pt x="387" y="0"/>
                  </a:moveTo>
                  <a:cubicBezTo>
                    <a:pt x="174" y="0"/>
                    <a:pt x="1" y="173"/>
                    <a:pt x="1" y="387"/>
                  </a:cubicBezTo>
                  <a:lnTo>
                    <a:pt x="1" y="678"/>
                  </a:lnTo>
                  <a:cubicBezTo>
                    <a:pt x="1" y="893"/>
                    <a:pt x="174" y="1066"/>
                    <a:pt x="387" y="1066"/>
                  </a:cubicBezTo>
                  <a:lnTo>
                    <a:pt x="1934" y="1066"/>
                  </a:lnTo>
                  <a:cubicBezTo>
                    <a:pt x="2149" y="1066"/>
                    <a:pt x="2322" y="893"/>
                    <a:pt x="2322" y="678"/>
                  </a:cubicBezTo>
                  <a:lnTo>
                    <a:pt x="2322" y="387"/>
                  </a:lnTo>
                  <a:cubicBezTo>
                    <a:pt x="2322" y="173"/>
                    <a:pt x="2149"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0"/>
            <p:cNvSpPr/>
            <p:nvPr/>
          </p:nvSpPr>
          <p:spPr>
            <a:xfrm>
              <a:off x="3821772" y="1251440"/>
              <a:ext cx="64622" cy="29708"/>
            </a:xfrm>
            <a:custGeom>
              <a:rect b="b" l="l" r="r" t="t"/>
              <a:pathLst>
                <a:path extrusionOk="0" h="1067" w="2321">
                  <a:moveTo>
                    <a:pt x="387" y="0"/>
                  </a:moveTo>
                  <a:cubicBezTo>
                    <a:pt x="174" y="0"/>
                    <a:pt x="1" y="173"/>
                    <a:pt x="1" y="387"/>
                  </a:cubicBezTo>
                  <a:lnTo>
                    <a:pt x="1" y="678"/>
                  </a:lnTo>
                  <a:cubicBezTo>
                    <a:pt x="1" y="893"/>
                    <a:pt x="174" y="1066"/>
                    <a:pt x="387" y="1066"/>
                  </a:cubicBezTo>
                  <a:lnTo>
                    <a:pt x="1934" y="1066"/>
                  </a:lnTo>
                  <a:cubicBezTo>
                    <a:pt x="2147" y="1066"/>
                    <a:pt x="2321" y="893"/>
                    <a:pt x="2321" y="678"/>
                  </a:cubicBezTo>
                  <a:lnTo>
                    <a:pt x="2321" y="387"/>
                  </a:lnTo>
                  <a:cubicBezTo>
                    <a:pt x="2321" y="173"/>
                    <a:pt x="2147" y="0"/>
                    <a:pt x="1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0"/>
            <p:cNvSpPr/>
            <p:nvPr/>
          </p:nvSpPr>
          <p:spPr>
            <a:xfrm>
              <a:off x="3921617" y="1251440"/>
              <a:ext cx="64650" cy="29708"/>
            </a:xfrm>
            <a:custGeom>
              <a:rect b="b" l="l" r="r" t="t"/>
              <a:pathLst>
                <a:path extrusionOk="0" h="1067" w="2322">
                  <a:moveTo>
                    <a:pt x="388" y="0"/>
                  </a:moveTo>
                  <a:cubicBezTo>
                    <a:pt x="174" y="0"/>
                    <a:pt x="1" y="173"/>
                    <a:pt x="1" y="387"/>
                  </a:cubicBezTo>
                  <a:lnTo>
                    <a:pt x="1" y="678"/>
                  </a:lnTo>
                  <a:cubicBezTo>
                    <a:pt x="1" y="893"/>
                    <a:pt x="174" y="1066"/>
                    <a:pt x="388" y="1066"/>
                  </a:cubicBezTo>
                  <a:lnTo>
                    <a:pt x="1935" y="1066"/>
                  </a:lnTo>
                  <a:cubicBezTo>
                    <a:pt x="2148" y="1066"/>
                    <a:pt x="2322" y="893"/>
                    <a:pt x="2322" y="678"/>
                  </a:cubicBezTo>
                  <a:lnTo>
                    <a:pt x="2322" y="387"/>
                  </a:lnTo>
                  <a:cubicBezTo>
                    <a:pt x="2322" y="173"/>
                    <a:pt x="2148" y="0"/>
                    <a:pt x="19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70"/>
          <p:cNvGrpSpPr/>
          <p:nvPr/>
        </p:nvGrpSpPr>
        <p:grpSpPr>
          <a:xfrm>
            <a:off x="3204977" y="1336660"/>
            <a:ext cx="511934" cy="465093"/>
            <a:chOff x="2874666" y="1089700"/>
            <a:chExt cx="535328" cy="496046"/>
          </a:xfrm>
        </p:grpSpPr>
        <p:sp>
          <p:nvSpPr>
            <p:cNvPr id="3841" name="Google Shape;3841;p70"/>
            <p:cNvSpPr/>
            <p:nvPr/>
          </p:nvSpPr>
          <p:spPr>
            <a:xfrm>
              <a:off x="2982056" y="1089700"/>
              <a:ext cx="317182" cy="89876"/>
            </a:xfrm>
            <a:custGeom>
              <a:rect b="b" l="l" r="r" t="t"/>
              <a:pathLst>
                <a:path extrusionOk="0" h="3228" w="11392">
                  <a:moveTo>
                    <a:pt x="1657" y="0"/>
                  </a:moveTo>
                  <a:cubicBezTo>
                    <a:pt x="743" y="0"/>
                    <a:pt x="0" y="743"/>
                    <a:pt x="0" y="1656"/>
                  </a:cubicBezTo>
                  <a:lnTo>
                    <a:pt x="0" y="2607"/>
                  </a:lnTo>
                  <a:cubicBezTo>
                    <a:pt x="0" y="2950"/>
                    <a:pt x="278" y="3227"/>
                    <a:pt x="621" y="3227"/>
                  </a:cubicBezTo>
                  <a:cubicBezTo>
                    <a:pt x="965" y="3227"/>
                    <a:pt x="1242" y="2950"/>
                    <a:pt x="1242" y="2607"/>
                  </a:cubicBezTo>
                  <a:lnTo>
                    <a:pt x="1242" y="1656"/>
                  </a:lnTo>
                  <a:cubicBezTo>
                    <a:pt x="1242" y="1428"/>
                    <a:pt x="1429" y="1242"/>
                    <a:pt x="1657" y="1242"/>
                  </a:cubicBezTo>
                  <a:lnTo>
                    <a:pt x="9737" y="1242"/>
                  </a:lnTo>
                  <a:cubicBezTo>
                    <a:pt x="9965" y="1242"/>
                    <a:pt x="10150" y="1428"/>
                    <a:pt x="10150" y="1656"/>
                  </a:cubicBezTo>
                  <a:lnTo>
                    <a:pt x="10150" y="2607"/>
                  </a:lnTo>
                  <a:cubicBezTo>
                    <a:pt x="10150" y="2950"/>
                    <a:pt x="10428" y="3227"/>
                    <a:pt x="10771" y="3227"/>
                  </a:cubicBezTo>
                  <a:cubicBezTo>
                    <a:pt x="11114" y="3227"/>
                    <a:pt x="11392" y="2950"/>
                    <a:pt x="11392" y="2607"/>
                  </a:cubicBezTo>
                  <a:lnTo>
                    <a:pt x="11392" y="1656"/>
                  </a:lnTo>
                  <a:cubicBezTo>
                    <a:pt x="11392" y="743"/>
                    <a:pt x="10649" y="0"/>
                    <a:pt x="97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0"/>
            <p:cNvSpPr/>
            <p:nvPr/>
          </p:nvSpPr>
          <p:spPr>
            <a:xfrm>
              <a:off x="2964181" y="1163289"/>
              <a:ext cx="76038" cy="50590"/>
            </a:xfrm>
            <a:custGeom>
              <a:rect b="b" l="l" r="r" t="t"/>
              <a:pathLst>
                <a:path extrusionOk="0" h="1817" w="2731">
                  <a:moveTo>
                    <a:pt x="622" y="0"/>
                  </a:moveTo>
                  <a:cubicBezTo>
                    <a:pt x="279" y="0"/>
                    <a:pt x="1" y="278"/>
                    <a:pt x="1" y="621"/>
                  </a:cubicBezTo>
                  <a:lnTo>
                    <a:pt x="1" y="1816"/>
                  </a:lnTo>
                  <a:lnTo>
                    <a:pt x="2730" y="1816"/>
                  </a:lnTo>
                  <a:lnTo>
                    <a:pt x="2730" y="621"/>
                  </a:lnTo>
                  <a:cubicBezTo>
                    <a:pt x="2730" y="278"/>
                    <a:pt x="2454" y="0"/>
                    <a:pt x="2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0"/>
            <p:cNvSpPr/>
            <p:nvPr/>
          </p:nvSpPr>
          <p:spPr>
            <a:xfrm>
              <a:off x="3244421" y="1163289"/>
              <a:ext cx="76010" cy="50590"/>
            </a:xfrm>
            <a:custGeom>
              <a:rect b="b" l="l" r="r" t="t"/>
              <a:pathLst>
                <a:path extrusionOk="0" h="1817" w="2730">
                  <a:moveTo>
                    <a:pt x="621" y="0"/>
                  </a:moveTo>
                  <a:cubicBezTo>
                    <a:pt x="278" y="0"/>
                    <a:pt x="0" y="278"/>
                    <a:pt x="0" y="621"/>
                  </a:cubicBezTo>
                  <a:lnTo>
                    <a:pt x="0" y="1816"/>
                  </a:lnTo>
                  <a:lnTo>
                    <a:pt x="2730" y="1816"/>
                  </a:lnTo>
                  <a:lnTo>
                    <a:pt x="2730" y="621"/>
                  </a:lnTo>
                  <a:cubicBezTo>
                    <a:pt x="2730" y="278"/>
                    <a:pt x="2452" y="0"/>
                    <a:pt x="2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0"/>
            <p:cNvSpPr/>
            <p:nvPr/>
          </p:nvSpPr>
          <p:spPr>
            <a:xfrm>
              <a:off x="2883325" y="1331071"/>
              <a:ext cx="517954" cy="254675"/>
            </a:xfrm>
            <a:custGeom>
              <a:rect b="b" l="l" r="r" t="t"/>
              <a:pathLst>
                <a:path extrusionOk="0" h="9147" w="18603">
                  <a:moveTo>
                    <a:pt x="1" y="0"/>
                  </a:moveTo>
                  <a:lnTo>
                    <a:pt x="1" y="8179"/>
                  </a:lnTo>
                  <a:cubicBezTo>
                    <a:pt x="1" y="8713"/>
                    <a:pt x="434" y="9146"/>
                    <a:pt x="968" y="9146"/>
                  </a:cubicBezTo>
                  <a:lnTo>
                    <a:pt x="17637" y="9146"/>
                  </a:lnTo>
                  <a:cubicBezTo>
                    <a:pt x="18170" y="9146"/>
                    <a:pt x="18603" y="8713"/>
                    <a:pt x="18603" y="8179"/>
                  </a:cubicBezTo>
                  <a:lnTo>
                    <a:pt x="18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0"/>
            <p:cNvSpPr/>
            <p:nvPr/>
          </p:nvSpPr>
          <p:spPr>
            <a:xfrm>
              <a:off x="2874666" y="1196756"/>
              <a:ext cx="535328" cy="218062"/>
            </a:xfrm>
            <a:custGeom>
              <a:rect b="b" l="l" r="r" t="t"/>
              <a:pathLst>
                <a:path extrusionOk="0" h="7832" w="19227">
                  <a:moveTo>
                    <a:pt x="968" y="1"/>
                  </a:moveTo>
                  <a:cubicBezTo>
                    <a:pt x="434" y="1"/>
                    <a:pt x="1" y="434"/>
                    <a:pt x="1" y="968"/>
                  </a:cubicBezTo>
                  <a:lnTo>
                    <a:pt x="1" y="4717"/>
                  </a:lnTo>
                  <a:cubicBezTo>
                    <a:pt x="1" y="5104"/>
                    <a:pt x="262" y="5441"/>
                    <a:pt x="636" y="5538"/>
                  </a:cubicBezTo>
                  <a:lnTo>
                    <a:pt x="9420" y="7806"/>
                  </a:lnTo>
                  <a:cubicBezTo>
                    <a:pt x="9484" y="7823"/>
                    <a:pt x="9549" y="7831"/>
                    <a:pt x="9614" y="7831"/>
                  </a:cubicBezTo>
                  <a:cubicBezTo>
                    <a:pt x="9678" y="7831"/>
                    <a:pt x="9743" y="7823"/>
                    <a:pt x="9807" y="7806"/>
                  </a:cubicBezTo>
                  <a:lnTo>
                    <a:pt x="18590" y="5538"/>
                  </a:lnTo>
                  <a:cubicBezTo>
                    <a:pt x="18964" y="5441"/>
                    <a:pt x="19225" y="5104"/>
                    <a:pt x="19226" y="4717"/>
                  </a:cubicBezTo>
                  <a:lnTo>
                    <a:pt x="19226" y="968"/>
                  </a:lnTo>
                  <a:cubicBezTo>
                    <a:pt x="19226" y="434"/>
                    <a:pt x="18793" y="1"/>
                    <a:pt x="18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0"/>
            <p:cNvSpPr/>
            <p:nvPr/>
          </p:nvSpPr>
          <p:spPr>
            <a:xfrm>
              <a:off x="3100305" y="1291701"/>
              <a:ext cx="84029" cy="84057"/>
            </a:xfrm>
            <a:custGeom>
              <a:rect b="b" l="l" r="r" t="t"/>
              <a:pathLst>
                <a:path extrusionOk="0" h="3019" w="3018">
                  <a:moveTo>
                    <a:pt x="1509" y="1"/>
                  </a:moveTo>
                  <a:cubicBezTo>
                    <a:pt x="676" y="1"/>
                    <a:pt x="0" y="676"/>
                    <a:pt x="0" y="1509"/>
                  </a:cubicBezTo>
                  <a:cubicBezTo>
                    <a:pt x="0" y="2342"/>
                    <a:pt x="676" y="3018"/>
                    <a:pt x="1509" y="3018"/>
                  </a:cubicBezTo>
                  <a:cubicBezTo>
                    <a:pt x="2342" y="3018"/>
                    <a:pt x="3018" y="2342"/>
                    <a:pt x="3018" y="1509"/>
                  </a:cubicBezTo>
                  <a:cubicBezTo>
                    <a:pt x="3018" y="676"/>
                    <a:pt x="2342" y="1"/>
                    <a:pt x="1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0"/>
            <p:cNvSpPr/>
            <p:nvPr/>
          </p:nvSpPr>
          <p:spPr>
            <a:xfrm>
              <a:off x="3092788" y="1317427"/>
              <a:ext cx="99064" cy="32659"/>
            </a:xfrm>
            <a:custGeom>
              <a:rect b="b" l="l" r="r" t="t"/>
              <a:pathLst>
                <a:path extrusionOk="0" h="1173" w="3558">
                  <a:moveTo>
                    <a:pt x="587" y="0"/>
                  </a:moveTo>
                  <a:cubicBezTo>
                    <a:pt x="263" y="0"/>
                    <a:pt x="1" y="262"/>
                    <a:pt x="1" y="585"/>
                  </a:cubicBezTo>
                  <a:cubicBezTo>
                    <a:pt x="1" y="910"/>
                    <a:pt x="263" y="1172"/>
                    <a:pt x="587" y="1172"/>
                  </a:cubicBezTo>
                  <a:lnTo>
                    <a:pt x="2972" y="1172"/>
                  </a:lnTo>
                  <a:cubicBezTo>
                    <a:pt x="3295" y="1172"/>
                    <a:pt x="3557" y="910"/>
                    <a:pt x="3557" y="585"/>
                  </a:cubicBezTo>
                  <a:cubicBezTo>
                    <a:pt x="3557" y="262"/>
                    <a:pt x="3295" y="0"/>
                    <a:pt x="29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0"/>
            <p:cNvSpPr/>
            <p:nvPr/>
          </p:nvSpPr>
          <p:spPr>
            <a:xfrm>
              <a:off x="3256866" y="1503975"/>
              <a:ext cx="100456" cy="42710"/>
            </a:xfrm>
            <a:custGeom>
              <a:rect b="b" l="l" r="r" t="t"/>
              <a:pathLst>
                <a:path extrusionOk="0" h="1534" w="3608">
                  <a:moveTo>
                    <a:pt x="388" y="1"/>
                  </a:moveTo>
                  <a:cubicBezTo>
                    <a:pt x="174" y="1"/>
                    <a:pt x="1" y="174"/>
                    <a:pt x="1" y="387"/>
                  </a:cubicBezTo>
                  <a:lnTo>
                    <a:pt x="1" y="1147"/>
                  </a:lnTo>
                  <a:cubicBezTo>
                    <a:pt x="1" y="1361"/>
                    <a:pt x="174" y="1534"/>
                    <a:pt x="388" y="1534"/>
                  </a:cubicBezTo>
                  <a:lnTo>
                    <a:pt x="3221" y="1534"/>
                  </a:lnTo>
                  <a:cubicBezTo>
                    <a:pt x="3434" y="1534"/>
                    <a:pt x="3607" y="1361"/>
                    <a:pt x="3607" y="1147"/>
                  </a:cubicBezTo>
                  <a:lnTo>
                    <a:pt x="3607" y="387"/>
                  </a:lnTo>
                  <a:cubicBezTo>
                    <a:pt x="3607" y="174"/>
                    <a:pt x="3434" y="1"/>
                    <a:pt x="3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70"/>
          <p:cNvGrpSpPr/>
          <p:nvPr/>
        </p:nvGrpSpPr>
        <p:grpSpPr>
          <a:xfrm>
            <a:off x="2430912" y="1318255"/>
            <a:ext cx="439785" cy="501903"/>
            <a:chOff x="2144875" y="1089700"/>
            <a:chExt cx="459882" cy="535306"/>
          </a:xfrm>
        </p:grpSpPr>
        <p:sp>
          <p:nvSpPr>
            <p:cNvPr id="3850" name="Google Shape;3850;p70"/>
            <p:cNvSpPr/>
            <p:nvPr/>
          </p:nvSpPr>
          <p:spPr>
            <a:xfrm>
              <a:off x="2220496" y="1138592"/>
              <a:ext cx="81300" cy="76456"/>
            </a:xfrm>
            <a:custGeom>
              <a:rect b="b" l="l" r="r" t="t"/>
              <a:pathLst>
                <a:path extrusionOk="0" h="2746" w="2920">
                  <a:moveTo>
                    <a:pt x="2006" y="0"/>
                  </a:moveTo>
                  <a:lnTo>
                    <a:pt x="1" y="1682"/>
                  </a:lnTo>
                  <a:lnTo>
                    <a:pt x="776" y="2607"/>
                  </a:lnTo>
                  <a:cubicBezTo>
                    <a:pt x="853" y="2699"/>
                    <a:pt x="963" y="2746"/>
                    <a:pt x="1074" y="2746"/>
                  </a:cubicBezTo>
                  <a:cubicBezTo>
                    <a:pt x="1162" y="2746"/>
                    <a:pt x="1251" y="2716"/>
                    <a:pt x="1324" y="2654"/>
                  </a:cubicBezTo>
                  <a:lnTo>
                    <a:pt x="2733" y="1473"/>
                  </a:lnTo>
                  <a:cubicBezTo>
                    <a:pt x="2897" y="1335"/>
                    <a:pt x="2919" y="1090"/>
                    <a:pt x="2781" y="925"/>
                  </a:cubicBezTo>
                  <a:lnTo>
                    <a:pt x="20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0"/>
            <p:cNvSpPr/>
            <p:nvPr/>
          </p:nvSpPr>
          <p:spPr>
            <a:xfrm>
              <a:off x="2169571" y="1089700"/>
              <a:ext cx="135092" cy="118637"/>
            </a:xfrm>
            <a:custGeom>
              <a:rect b="b" l="l" r="r" t="t"/>
              <a:pathLst>
                <a:path extrusionOk="0" h="4261" w="4852">
                  <a:moveTo>
                    <a:pt x="3691" y="1"/>
                  </a:moveTo>
                  <a:cubicBezTo>
                    <a:pt x="3486" y="1"/>
                    <a:pt x="3281" y="70"/>
                    <a:pt x="3113" y="211"/>
                  </a:cubicBezTo>
                  <a:lnTo>
                    <a:pt x="431" y="2461"/>
                  </a:lnTo>
                  <a:cubicBezTo>
                    <a:pt x="50" y="2781"/>
                    <a:pt x="0" y="3349"/>
                    <a:pt x="320" y="3730"/>
                  </a:cubicBezTo>
                  <a:lnTo>
                    <a:pt x="631" y="4101"/>
                  </a:lnTo>
                  <a:cubicBezTo>
                    <a:pt x="720" y="4206"/>
                    <a:pt x="847" y="4261"/>
                    <a:pt x="975" y="4261"/>
                  </a:cubicBezTo>
                  <a:cubicBezTo>
                    <a:pt x="1078" y="4261"/>
                    <a:pt x="1180" y="4226"/>
                    <a:pt x="1265" y="4155"/>
                  </a:cubicBezTo>
                  <a:lnTo>
                    <a:pt x="4636" y="1327"/>
                  </a:lnTo>
                  <a:cubicBezTo>
                    <a:pt x="4826" y="1167"/>
                    <a:pt x="4852" y="883"/>
                    <a:pt x="4692" y="693"/>
                  </a:cubicBezTo>
                  <a:lnTo>
                    <a:pt x="4381" y="322"/>
                  </a:lnTo>
                  <a:cubicBezTo>
                    <a:pt x="4203" y="110"/>
                    <a:pt x="3948"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0"/>
            <p:cNvSpPr/>
            <p:nvPr/>
          </p:nvSpPr>
          <p:spPr>
            <a:xfrm>
              <a:off x="2443462" y="1138592"/>
              <a:ext cx="81300" cy="76456"/>
            </a:xfrm>
            <a:custGeom>
              <a:rect b="b" l="l" r="r" t="t"/>
              <a:pathLst>
                <a:path extrusionOk="0" h="2746" w="2920">
                  <a:moveTo>
                    <a:pt x="916" y="0"/>
                  </a:moveTo>
                  <a:lnTo>
                    <a:pt x="140" y="925"/>
                  </a:lnTo>
                  <a:cubicBezTo>
                    <a:pt x="1" y="1090"/>
                    <a:pt x="23" y="1335"/>
                    <a:pt x="187" y="1473"/>
                  </a:cubicBezTo>
                  <a:lnTo>
                    <a:pt x="1596" y="2654"/>
                  </a:lnTo>
                  <a:cubicBezTo>
                    <a:pt x="1669" y="2716"/>
                    <a:pt x="1758" y="2746"/>
                    <a:pt x="1846" y="2746"/>
                  </a:cubicBezTo>
                  <a:cubicBezTo>
                    <a:pt x="1957" y="2746"/>
                    <a:pt x="2067" y="2699"/>
                    <a:pt x="2145" y="2607"/>
                  </a:cubicBezTo>
                  <a:lnTo>
                    <a:pt x="2919" y="1682"/>
                  </a:lnTo>
                  <a:lnTo>
                    <a:pt x="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0"/>
            <p:cNvSpPr/>
            <p:nvPr/>
          </p:nvSpPr>
          <p:spPr>
            <a:xfrm>
              <a:off x="2440622" y="1089700"/>
              <a:ext cx="135064" cy="118637"/>
            </a:xfrm>
            <a:custGeom>
              <a:rect b="b" l="l" r="r" t="t"/>
              <a:pathLst>
                <a:path extrusionOk="0" h="4261" w="4851">
                  <a:moveTo>
                    <a:pt x="1161" y="1"/>
                  </a:moveTo>
                  <a:cubicBezTo>
                    <a:pt x="904" y="1"/>
                    <a:pt x="649" y="110"/>
                    <a:pt x="471" y="322"/>
                  </a:cubicBezTo>
                  <a:lnTo>
                    <a:pt x="160" y="693"/>
                  </a:lnTo>
                  <a:cubicBezTo>
                    <a:pt x="0" y="883"/>
                    <a:pt x="25" y="1167"/>
                    <a:pt x="215" y="1327"/>
                  </a:cubicBezTo>
                  <a:lnTo>
                    <a:pt x="3586" y="4155"/>
                  </a:lnTo>
                  <a:cubicBezTo>
                    <a:pt x="3671" y="4226"/>
                    <a:pt x="3774" y="4261"/>
                    <a:pt x="3876" y="4261"/>
                  </a:cubicBezTo>
                  <a:cubicBezTo>
                    <a:pt x="4004" y="4261"/>
                    <a:pt x="4131" y="4206"/>
                    <a:pt x="4220" y="4101"/>
                  </a:cubicBezTo>
                  <a:lnTo>
                    <a:pt x="4531" y="3730"/>
                  </a:lnTo>
                  <a:cubicBezTo>
                    <a:pt x="4851" y="3349"/>
                    <a:pt x="4802" y="2781"/>
                    <a:pt x="4420" y="2461"/>
                  </a:cubicBezTo>
                  <a:lnTo>
                    <a:pt x="1738" y="211"/>
                  </a:lnTo>
                  <a:cubicBezTo>
                    <a:pt x="1570" y="70"/>
                    <a:pt x="1365" y="1"/>
                    <a:pt x="1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0"/>
            <p:cNvSpPr/>
            <p:nvPr/>
          </p:nvSpPr>
          <p:spPr>
            <a:xfrm>
              <a:off x="2356592" y="1101784"/>
              <a:ext cx="32102" cy="64066"/>
            </a:xfrm>
            <a:custGeom>
              <a:rect b="b" l="l" r="r" t="t"/>
              <a:pathLst>
                <a:path extrusionOk="0" h="2301" w="1153">
                  <a:moveTo>
                    <a:pt x="1" y="0"/>
                  </a:moveTo>
                  <a:lnTo>
                    <a:pt x="1" y="2301"/>
                  </a:lnTo>
                  <a:lnTo>
                    <a:pt x="1152" y="2301"/>
                  </a:lnTo>
                  <a:lnTo>
                    <a:pt x="1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0"/>
            <p:cNvSpPr/>
            <p:nvPr/>
          </p:nvSpPr>
          <p:spPr>
            <a:xfrm>
              <a:off x="2329668" y="1089951"/>
              <a:ext cx="85922" cy="31406"/>
            </a:xfrm>
            <a:custGeom>
              <a:rect b="b" l="l" r="r" t="t"/>
              <a:pathLst>
                <a:path extrusionOk="0" h="1128" w="3086">
                  <a:moveTo>
                    <a:pt x="390" y="1"/>
                  </a:moveTo>
                  <a:cubicBezTo>
                    <a:pt x="175" y="1"/>
                    <a:pt x="1" y="175"/>
                    <a:pt x="1" y="390"/>
                  </a:cubicBezTo>
                  <a:lnTo>
                    <a:pt x="1" y="739"/>
                  </a:lnTo>
                  <a:cubicBezTo>
                    <a:pt x="1" y="953"/>
                    <a:pt x="175" y="1128"/>
                    <a:pt x="390" y="1128"/>
                  </a:cubicBezTo>
                  <a:lnTo>
                    <a:pt x="2696" y="1128"/>
                  </a:lnTo>
                  <a:cubicBezTo>
                    <a:pt x="2911" y="1128"/>
                    <a:pt x="3085" y="953"/>
                    <a:pt x="3085" y="739"/>
                  </a:cubicBezTo>
                  <a:lnTo>
                    <a:pt x="3085" y="390"/>
                  </a:lnTo>
                  <a:cubicBezTo>
                    <a:pt x="3085" y="175"/>
                    <a:pt x="2911" y="1"/>
                    <a:pt x="2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0"/>
            <p:cNvSpPr/>
            <p:nvPr/>
          </p:nvSpPr>
          <p:spPr>
            <a:xfrm>
              <a:off x="2146489" y="1498212"/>
              <a:ext cx="149598" cy="126795"/>
            </a:xfrm>
            <a:custGeom>
              <a:rect b="b" l="l" r="r" t="t"/>
              <a:pathLst>
                <a:path extrusionOk="0" h="4554" w="5373">
                  <a:moveTo>
                    <a:pt x="2277" y="0"/>
                  </a:moveTo>
                  <a:cubicBezTo>
                    <a:pt x="1022" y="0"/>
                    <a:pt x="1" y="1021"/>
                    <a:pt x="1" y="2276"/>
                  </a:cubicBezTo>
                  <a:cubicBezTo>
                    <a:pt x="1" y="3531"/>
                    <a:pt x="1022" y="4553"/>
                    <a:pt x="2277" y="4553"/>
                  </a:cubicBezTo>
                  <a:lnTo>
                    <a:pt x="5372" y="4553"/>
                  </a:lnTo>
                  <a:lnTo>
                    <a:pt x="5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0"/>
            <p:cNvSpPr/>
            <p:nvPr/>
          </p:nvSpPr>
          <p:spPr>
            <a:xfrm>
              <a:off x="2222807" y="1516337"/>
              <a:ext cx="353433" cy="90488"/>
            </a:xfrm>
            <a:custGeom>
              <a:rect b="b" l="l" r="r" t="t"/>
              <a:pathLst>
                <a:path extrusionOk="0" h="3250" w="12694">
                  <a:moveTo>
                    <a:pt x="1625" y="1"/>
                  </a:moveTo>
                  <a:cubicBezTo>
                    <a:pt x="729" y="1"/>
                    <a:pt x="1" y="729"/>
                    <a:pt x="1" y="1625"/>
                  </a:cubicBezTo>
                  <a:cubicBezTo>
                    <a:pt x="1" y="2523"/>
                    <a:pt x="729" y="3250"/>
                    <a:pt x="1625" y="3250"/>
                  </a:cubicBezTo>
                  <a:lnTo>
                    <a:pt x="12693" y="3250"/>
                  </a:lnTo>
                  <a:lnTo>
                    <a:pt x="126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0"/>
            <p:cNvSpPr/>
            <p:nvPr/>
          </p:nvSpPr>
          <p:spPr>
            <a:xfrm>
              <a:off x="2200254" y="1498212"/>
              <a:ext cx="398538" cy="126795"/>
            </a:xfrm>
            <a:custGeom>
              <a:rect b="b" l="l" r="r" t="t"/>
              <a:pathLst>
                <a:path extrusionOk="0" h="4554" w="14314">
                  <a:moveTo>
                    <a:pt x="2277" y="0"/>
                  </a:moveTo>
                  <a:cubicBezTo>
                    <a:pt x="1022" y="0"/>
                    <a:pt x="1" y="1021"/>
                    <a:pt x="1" y="2276"/>
                  </a:cubicBezTo>
                  <a:cubicBezTo>
                    <a:pt x="1" y="3531"/>
                    <a:pt x="1022" y="4553"/>
                    <a:pt x="2277" y="4553"/>
                  </a:cubicBezTo>
                  <a:lnTo>
                    <a:pt x="13750" y="4553"/>
                  </a:lnTo>
                  <a:cubicBezTo>
                    <a:pt x="14061" y="4553"/>
                    <a:pt x="14313" y="4301"/>
                    <a:pt x="14313" y="3990"/>
                  </a:cubicBezTo>
                  <a:cubicBezTo>
                    <a:pt x="14313" y="3679"/>
                    <a:pt x="14061" y="3426"/>
                    <a:pt x="13750" y="3426"/>
                  </a:cubicBezTo>
                  <a:lnTo>
                    <a:pt x="2277" y="3426"/>
                  </a:lnTo>
                  <a:cubicBezTo>
                    <a:pt x="1644" y="3426"/>
                    <a:pt x="1128" y="2910"/>
                    <a:pt x="1128" y="2276"/>
                  </a:cubicBezTo>
                  <a:cubicBezTo>
                    <a:pt x="1128" y="1643"/>
                    <a:pt x="1644" y="1127"/>
                    <a:pt x="2277" y="1127"/>
                  </a:cubicBezTo>
                  <a:lnTo>
                    <a:pt x="13750" y="1127"/>
                  </a:lnTo>
                  <a:cubicBezTo>
                    <a:pt x="14061" y="1127"/>
                    <a:pt x="14313" y="875"/>
                    <a:pt x="14313" y="564"/>
                  </a:cubicBezTo>
                  <a:cubicBezTo>
                    <a:pt x="14313" y="253"/>
                    <a:pt x="14061" y="0"/>
                    <a:pt x="13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0"/>
            <p:cNvSpPr/>
            <p:nvPr/>
          </p:nvSpPr>
          <p:spPr>
            <a:xfrm>
              <a:off x="2332118" y="1549693"/>
              <a:ext cx="244123" cy="16149"/>
            </a:xfrm>
            <a:custGeom>
              <a:rect b="b" l="l" r="r" t="t"/>
              <a:pathLst>
                <a:path extrusionOk="0" h="580" w="8768">
                  <a:moveTo>
                    <a:pt x="291" y="0"/>
                  </a:moveTo>
                  <a:cubicBezTo>
                    <a:pt x="130" y="0"/>
                    <a:pt x="1" y="130"/>
                    <a:pt x="1" y="291"/>
                  </a:cubicBezTo>
                  <a:cubicBezTo>
                    <a:pt x="1" y="450"/>
                    <a:pt x="130" y="580"/>
                    <a:pt x="291" y="580"/>
                  </a:cubicBezTo>
                  <a:lnTo>
                    <a:pt x="8767" y="580"/>
                  </a:lnTo>
                  <a:lnTo>
                    <a:pt x="87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0"/>
            <p:cNvSpPr/>
            <p:nvPr/>
          </p:nvSpPr>
          <p:spPr>
            <a:xfrm>
              <a:off x="2429485" y="1416242"/>
              <a:ext cx="72112" cy="81996"/>
            </a:xfrm>
            <a:custGeom>
              <a:rect b="b" l="l" r="r" t="t"/>
              <a:pathLst>
                <a:path extrusionOk="0" h="2945" w="2590">
                  <a:moveTo>
                    <a:pt x="1616" y="0"/>
                  </a:moveTo>
                  <a:lnTo>
                    <a:pt x="0" y="933"/>
                  </a:lnTo>
                  <a:lnTo>
                    <a:pt x="1348" y="2691"/>
                  </a:lnTo>
                  <a:cubicBezTo>
                    <a:pt x="1475" y="2856"/>
                    <a:pt x="1668" y="2945"/>
                    <a:pt x="1864" y="2945"/>
                  </a:cubicBezTo>
                  <a:cubicBezTo>
                    <a:pt x="1975" y="2945"/>
                    <a:pt x="2087" y="2916"/>
                    <a:pt x="2188" y="2858"/>
                  </a:cubicBezTo>
                  <a:cubicBezTo>
                    <a:pt x="2471" y="2694"/>
                    <a:pt x="2590" y="2347"/>
                    <a:pt x="2464" y="2046"/>
                  </a:cubicBezTo>
                  <a:lnTo>
                    <a:pt x="16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0"/>
            <p:cNvSpPr/>
            <p:nvPr/>
          </p:nvSpPr>
          <p:spPr>
            <a:xfrm>
              <a:off x="2243689" y="1416242"/>
              <a:ext cx="72112" cy="81996"/>
            </a:xfrm>
            <a:custGeom>
              <a:rect b="b" l="l" r="r" t="t"/>
              <a:pathLst>
                <a:path extrusionOk="0" h="2945" w="2590">
                  <a:moveTo>
                    <a:pt x="973" y="0"/>
                  </a:moveTo>
                  <a:lnTo>
                    <a:pt x="125" y="2046"/>
                  </a:lnTo>
                  <a:cubicBezTo>
                    <a:pt x="1" y="2347"/>
                    <a:pt x="118" y="2694"/>
                    <a:pt x="401" y="2858"/>
                  </a:cubicBezTo>
                  <a:cubicBezTo>
                    <a:pt x="503" y="2916"/>
                    <a:pt x="615" y="2945"/>
                    <a:pt x="725" y="2945"/>
                  </a:cubicBezTo>
                  <a:cubicBezTo>
                    <a:pt x="922" y="2945"/>
                    <a:pt x="1114" y="2856"/>
                    <a:pt x="1241" y="2691"/>
                  </a:cubicBezTo>
                  <a:lnTo>
                    <a:pt x="2590" y="933"/>
                  </a:lnTo>
                  <a:lnTo>
                    <a:pt x="9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0"/>
            <p:cNvSpPr/>
            <p:nvPr/>
          </p:nvSpPr>
          <p:spPr>
            <a:xfrm>
              <a:off x="2216013" y="1147613"/>
              <a:ext cx="313228" cy="313200"/>
            </a:xfrm>
            <a:custGeom>
              <a:rect b="b" l="l" r="r" t="t"/>
              <a:pathLst>
                <a:path extrusionOk="0" h="11249" w="11250">
                  <a:moveTo>
                    <a:pt x="5626" y="1"/>
                  </a:moveTo>
                  <a:cubicBezTo>
                    <a:pt x="2519" y="1"/>
                    <a:pt x="1" y="2518"/>
                    <a:pt x="1" y="5625"/>
                  </a:cubicBezTo>
                  <a:cubicBezTo>
                    <a:pt x="1" y="8731"/>
                    <a:pt x="2519" y="11248"/>
                    <a:pt x="5626" y="11248"/>
                  </a:cubicBezTo>
                  <a:cubicBezTo>
                    <a:pt x="8731" y="11248"/>
                    <a:pt x="11249" y="8731"/>
                    <a:pt x="11249" y="5625"/>
                  </a:cubicBezTo>
                  <a:cubicBezTo>
                    <a:pt x="11249" y="2518"/>
                    <a:pt x="8731" y="1"/>
                    <a:pt x="56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0"/>
            <p:cNvSpPr/>
            <p:nvPr/>
          </p:nvSpPr>
          <p:spPr>
            <a:xfrm>
              <a:off x="2251346" y="1182918"/>
              <a:ext cx="242620" cy="242620"/>
            </a:xfrm>
            <a:custGeom>
              <a:rect b="b" l="l" r="r" t="t"/>
              <a:pathLst>
                <a:path extrusionOk="0" h="8714" w="8714">
                  <a:moveTo>
                    <a:pt x="4357" y="0"/>
                  </a:moveTo>
                  <a:cubicBezTo>
                    <a:pt x="1950" y="0"/>
                    <a:pt x="0" y="1950"/>
                    <a:pt x="0" y="4357"/>
                  </a:cubicBezTo>
                  <a:cubicBezTo>
                    <a:pt x="0" y="6763"/>
                    <a:pt x="1950" y="8713"/>
                    <a:pt x="4357" y="8713"/>
                  </a:cubicBezTo>
                  <a:cubicBezTo>
                    <a:pt x="6762" y="8713"/>
                    <a:pt x="8713" y="6763"/>
                    <a:pt x="8713" y="4357"/>
                  </a:cubicBezTo>
                  <a:cubicBezTo>
                    <a:pt x="8713" y="1950"/>
                    <a:pt x="6762" y="0"/>
                    <a:pt x="4357" y="0"/>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0"/>
            <p:cNvSpPr/>
            <p:nvPr/>
          </p:nvSpPr>
          <p:spPr>
            <a:xfrm>
              <a:off x="2580394" y="1262660"/>
              <a:ext cx="24362" cy="83138"/>
            </a:xfrm>
            <a:custGeom>
              <a:rect b="b" l="l" r="r" t="t"/>
              <a:pathLst>
                <a:path extrusionOk="0" h="2986" w="875">
                  <a:moveTo>
                    <a:pt x="330" y="1"/>
                  </a:moveTo>
                  <a:cubicBezTo>
                    <a:pt x="291" y="1"/>
                    <a:pt x="251" y="9"/>
                    <a:pt x="213" y="25"/>
                  </a:cubicBezTo>
                  <a:cubicBezTo>
                    <a:pt x="66" y="90"/>
                    <a:pt x="0" y="262"/>
                    <a:pt x="65" y="408"/>
                  </a:cubicBezTo>
                  <a:cubicBezTo>
                    <a:pt x="217" y="752"/>
                    <a:pt x="296" y="1117"/>
                    <a:pt x="296" y="1493"/>
                  </a:cubicBezTo>
                  <a:cubicBezTo>
                    <a:pt x="296" y="1868"/>
                    <a:pt x="217" y="2234"/>
                    <a:pt x="65" y="2578"/>
                  </a:cubicBezTo>
                  <a:cubicBezTo>
                    <a:pt x="0" y="2724"/>
                    <a:pt x="66" y="2896"/>
                    <a:pt x="213" y="2961"/>
                  </a:cubicBezTo>
                  <a:cubicBezTo>
                    <a:pt x="250" y="2978"/>
                    <a:pt x="291" y="2985"/>
                    <a:pt x="330" y="2985"/>
                  </a:cubicBezTo>
                  <a:cubicBezTo>
                    <a:pt x="441" y="2985"/>
                    <a:pt x="547" y="2921"/>
                    <a:pt x="596" y="2813"/>
                  </a:cubicBezTo>
                  <a:cubicBezTo>
                    <a:pt x="781" y="2394"/>
                    <a:pt x="875" y="1950"/>
                    <a:pt x="875" y="1493"/>
                  </a:cubicBezTo>
                  <a:cubicBezTo>
                    <a:pt x="875" y="1036"/>
                    <a:pt x="781" y="591"/>
                    <a:pt x="596" y="173"/>
                  </a:cubicBezTo>
                  <a:cubicBezTo>
                    <a:pt x="548" y="65"/>
                    <a:pt x="441" y="1"/>
                    <a:pt x="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0"/>
            <p:cNvSpPr/>
            <p:nvPr/>
          </p:nvSpPr>
          <p:spPr>
            <a:xfrm>
              <a:off x="2550853" y="1275747"/>
              <a:ext cx="21606" cy="56966"/>
            </a:xfrm>
            <a:custGeom>
              <a:rect b="b" l="l" r="r" t="t"/>
              <a:pathLst>
                <a:path extrusionOk="0" h="2046" w="776">
                  <a:moveTo>
                    <a:pt x="330" y="0"/>
                  </a:moveTo>
                  <a:cubicBezTo>
                    <a:pt x="291" y="0"/>
                    <a:pt x="251" y="8"/>
                    <a:pt x="213" y="25"/>
                  </a:cubicBezTo>
                  <a:cubicBezTo>
                    <a:pt x="66" y="91"/>
                    <a:pt x="0" y="262"/>
                    <a:pt x="65" y="408"/>
                  </a:cubicBezTo>
                  <a:cubicBezTo>
                    <a:pt x="152" y="603"/>
                    <a:pt x="195" y="810"/>
                    <a:pt x="195" y="1023"/>
                  </a:cubicBezTo>
                  <a:cubicBezTo>
                    <a:pt x="195" y="1236"/>
                    <a:pt x="152" y="1442"/>
                    <a:pt x="65" y="1637"/>
                  </a:cubicBezTo>
                  <a:cubicBezTo>
                    <a:pt x="0" y="1785"/>
                    <a:pt x="66" y="1956"/>
                    <a:pt x="213" y="2020"/>
                  </a:cubicBezTo>
                  <a:cubicBezTo>
                    <a:pt x="250" y="2037"/>
                    <a:pt x="291" y="2046"/>
                    <a:pt x="330" y="2046"/>
                  </a:cubicBezTo>
                  <a:cubicBezTo>
                    <a:pt x="442" y="2046"/>
                    <a:pt x="548" y="1981"/>
                    <a:pt x="595" y="1873"/>
                  </a:cubicBezTo>
                  <a:cubicBezTo>
                    <a:pt x="715" y="1603"/>
                    <a:pt x="776" y="1317"/>
                    <a:pt x="776" y="1023"/>
                  </a:cubicBezTo>
                  <a:cubicBezTo>
                    <a:pt x="776" y="729"/>
                    <a:pt x="715" y="443"/>
                    <a:pt x="595" y="173"/>
                  </a:cubicBezTo>
                  <a:cubicBezTo>
                    <a:pt x="548" y="64"/>
                    <a:pt x="441" y="0"/>
                    <a:pt x="3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0"/>
            <p:cNvSpPr/>
            <p:nvPr/>
          </p:nvSpPr>
          <p:spPr>
            <a:xfrm>
              <a:off x="2144875" y="1262660"/>
              <a:ext cx="24418" cy="83138"/>
            </a:xfrm>
            <a:custGeom>
              <a:rect b="b" l="l" r="r" t="t"/>
              <a:pathLst>
                <a:path extrusionOk="0" h="2986" w="877">
                  <a:moveTo>
                    <a:pt x="546" y="1"/>
                  </a:moveTo>
                  <a:cubicBezTo>
                    <a:pt x="435" y="1"/>
                    <a:pt x="329" y="65"/>
                    <a:pt x="281" y="173"/>
                  </a:cubicBezTo>
                  <a:cubicBezTo>
                    <a:pt x="94" y="591"/>
                    <a:pt x="0" y="1036"/>
                    <a:pt x="0" y="1493"/>
                  </a:cubicBezTo>
                  <a:cubicBezTo>
                    <a:pt x="0" y="1950"/>
                    <a:pt x="94" y="2394"/>
                    <a:pt x="281" y="2813"/>
                  </a:cubicBezTo>
                  <a:cubicBezTo>
                    <a:pt x="329" y="2922"/>
                    <a:pt x="435" y="2985"/>
                    <a:pt x="546" y="2985"/>
                  </a:cubicBezTo>
                  <a:cubicBezTo>
                    <a:pt x="585" y="2985"/>
                    <a:pt x="625" y="2978"/>
                    <a:pt x="663" y="2961"/>
                  </a:cubicBezTo>
                  <a:cubicBezTo>
                    <a:pt x="810" y="2896"/>
                    <a:pt x="876" y="2724"/>
                    <a:pt x="810" y="2578"/>
                  </a:cubicBezTo>
                  <a:cubicBezTo>
                    <a:pt x="658" y="2234"/>
                    <a:pt x="581" y="1868"/>
                    <a:pt x="581" y="1493"/>
                  </a:cubicBezTo>
                  <a:cubicBezTo>
                    <a:pt x="581" y="1117"/>
                    <a:pt x="658" y="752"/>
                    <a:pt x="810" y="408"/>
                  </a:cubicBezTo>
                  <a:cubicBezTo>
                    <a:pt x="876" y="262"/>
                    <a:pt x="809" y="90"/>
                    <a:pt x="663" y="25"/>
                  </a:cubicBezTo>
                  <a:cubicBezTo>
                    <a:pt x="625" y="9"/>
                    <a:pt x="585" y="1"/>
                    <a:pt x="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0"/>
            <p:cNvSpPr/>
            <p:nvPr/>
          </p:nvSpPr>
          <p:spPr>
            <a:xfrm>
              <a:off x="2177200" y="1275747"/>
              <a:ext cx="21634" cy="56966"/>
            </a:xfrm>
            <a:custGeom>
              <a:rect b="b" l="l" r="r" t="t"/>
              <a:pathLst>
                <a:path extrusionOk="0" h="2046" w="777">
                  <a:moveTo>
                    <a:pt x="446" y="0"/>
                  </a:moveTo>
                  <a:cubicBezTo>
                    <a:pt x="335" y="0"/>
                    <a:pt x="229" y="64"/>
                    <a:pt x="180" y="173"/>
                  </a:cubicBezTo>
                  <a:cubicBezTo>
                    <a:pt x="60" y="443"/>
                    <a:pt x="1" y="729"/>
                    <a:pt x="1" y="1023"/>
                  </a:cubicBezTo>
                  <a:cubicBezTo>
                    <a:pt x="1" y="1317"/>
                    <a:pt x="60" y="1603"/>
                    <a:pt x="180" y="1873"/>
                  </a:cubicBezTo>
                  <a:cubicBezTo>
                    <a:pt x="229" y="1981"/>
                    <a:pt x="335" y="2046"/>
                    <a:pt x="446" y="2046"/>
                  </a:cubicBezTo>
                  <a:cubicBezTo>
                    <a:pt x="485" y="2046"/>
                    <a:pt x="525" y="2037"/>
                    <a:pt x="563" y="2020"/>
                  </a:cubicBezTo>
                  <a:cubicBezTo>
                    <a:pt x="709" y="1956"/>
                    <a:pt x="776" y="1785"/>
                    <a:pt x="710" y="1637"/>
                  </a:cubicBezTo>
                  <a:cubicBezTo>
                    <a:pt x="624" y="1442"/>
                    <a:pt x="580" y="1236"/>
                    <a:pt x="580" y="1023"/>
                  </a:cubicBezTo>
                  <a:cubicBezTo>
                    <a:pt x="580" y="810"/>
                    <a:pt x="624" y="603"/>
                    <a:pt x="710" y="408"/>
                  </a:cubicBezTo>
                  <a:cubicBezTo>
                    <a:pt x="776" y="262"/>
                    <a:pt x="709" y="91"/>
                    <a:pt x="563" y="25"/>
                  </a:cubicBezTo>
                  <a:cubicBezTo>
                    <a:pt x="525" y="8"/>
                    <a:pt x="485" y="0"/>
                    <a:pt x="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0"/>
            <p:cNvSpPr/>
            <p:nvPr/>
          </p:nvSpPr>
          <p:spPr>
            <a:xfrm>
              <a:off x="2326689" y="1237490"/>
              <a:ext cx="54878" cy="68548"/>
            </a:xfrm>
            <a:custGeom>
              <a:rect b="b" l="l" r="r" t="t"/>
              <a:pathLst>
                <a:path extrusionOk="0" h="2462" w="1971">
                  <a:moveTo>
                    <a:pt x="566" y="1"/>
                  </a:moveTo>
                  <a:cubicBezTo>
                    <a:pt x="483" y="1"/>
                    <a:pt x="398" y="22"/>
                    <a:pt x="321" y="66"/>
                  </a:cubicBezTo>
                  <a:cubicBezTo>
                    <a:pt x="83" y="200"/>
                    <a:pt x="0" y="503"/>
                    <a:pt x="136" y="739"/>
                  </a:cubicBezTo>
                  <a:lnTo>
                    <a:pt x="976" y="2212"/>
                  </a:lnTo>
                  <a:cubicBezTo>
                    <a:pt x="1067" y="2372"/>
                    <a:pt x="1234" y="2462"/>
                    <a:pt x="1406" y="2462"/>
                  </a:cubicBezTo>
                  <a:cubicBezTo>
                    <a:pt x="1489" y="2462"/>
                    <a:pt x="1573" y="2441"/>
                    <a:pt x="1651" y="2397"/>
                  </a:cubicBezTo>
                  <a:cubicBezTo>
                    <a:pt x="1887" y="2261"/>
                    <a:pt x="1970" y="1960"/>
                    <a:pt x="1835" y="1723"/>
                  </a:cubicBezTo>
                  <a:lnTo>
                    <a:pt x="994" y="250"/>
                  </a:lnTo>
                  <a:cubicBezTo>
                    <a:pt x="903" y="90"/>
                    <a:pt x="737"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0"/>
            <p:cNvSpPr/>
            <p:nvPr/>
          </p:nvSpPr>
          <p:spPr>
            <a:xfrm>
              <a:off x="2382514" y="1245871"/>
              <a:ext cx="78711" cy="54349"/>
            </a:xfrm>
            <a:custGeom>
              <a:rect b="b" l="l" r="r" t="t"/>
              <a:pathLst>
                <a:path extrusionOk="0" h="1952" w="2827">
                  <a:moveTo>
                    <a:pt x="2494" y="1"/>
                  </a:moveTo>
                  <a:cubicBezTo>
                    <a:pt x="2441" y="1"/>
                    <a:pt x="2388" y="15"/>
                    <a:pt x="2340" y="45"/>
                  </a:cubicBezTo>
                  <a:lnTo>
                    <a:pt x="176" y="1416"/>
                  </a:lnTo>
                  <a:cubicBezTo>
                    <a:pt x="41" y="1503"/>
                    <a:pt x="1" y="1682"/>
                    <a:pt x="86" y="1818"/>
                  </a:cubicBezTo>
                  <a:cubicBezTo>
                    <a:pt x="141" y="1904"/>
                    <a:pt x="235" y="1952"/>
                    <a:pt x="331" y="1952"/>
                  </a:cubicBezTo>
                  <a:cubicBezTo>
                    <a:pt x="385" y="1952"/>
                    <a:pt x="438" y="1937"/>
                    <a:pt x="486" y="1907"/>
                  </a:cubicBezTo>
                  <a:lnTo>
                    <a:pt x="2651" y="536"/>
                  </a:lnTo>
                  <a:cubicBezTo>
                    <a:pt x="2786" y="450"/>
                    <a:pt x="2826" y="271"/>
                    <a:pt x="2740" y="136"/>
                  </a:cubicBezTo>
                  <a:cubicBezTo>
                    <a:pt x="2685" y="48"/>
                    <a:pt x="2591" y="1"/>
                    <a:pt x="24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0"/>
            <p:cNvSpPr/>
            <p:nvPr/>
          </p:nvSpPr>
          <p:spPr>
            <a:xfrm>
              <a:off x="2352221" y="1283793"/>
              <a:ext cx="40817" cy="40845"/>
            </a:xfrm>
            <a:custGeom>
              <a:rect b="b" l="l" r="r" t="t"/>
              <a:pathLst>
                <a:path extrusionOk="0" h="1467" w="1466">
                  <a:moveTo>
                    <a:pt x="734" y="1"/>
                  </a:moveTo>
                  <a:cubicBezTo>
                    <a:pt x="329" y="1"/>
                    <a:pt x="1" y="329"/>
                    <a:pt x="1" y="734"/>
                  </a:cubicBezTo>
                  <a:cubicBezTo>
                    <a:pt x="1" y="1139"/>
                    <a:pt x="329" y="1467"/>
                    <a:pt x="734" y="1467"/>
                  </a:cubicBezTo>
                  <a:cubicBezTo>
                    <a:pt x="1137" y="1467"/>
                    <a:pt x="1465" y="1139"/>
                    <a:pt x="1465" y="734"/>
                  </a:cubicBezTo>
                  <a:cubicBezTo>
                    <a:pt x="1465" y="329"/>
                    <a:pt x="1137" y="1"/>
                    <a:pt x="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0"/>
            <p:cNvSpPr/>
            <p:nvPr/>
          </p:nvSpPr>
          <p:spPr>
            <a:xfrm>
              <a:off x="2364555" y="1200153"/>
              <a:ext cx="16176" cy="27397"/>
            </a:xfrm>
            <a:custGeom>
              <a:rect b="b" l="l" r="r" t="t"/>
              <a:pathLst>
                <a:path extrusionOk="0" h="984" w="581">
                  <a:moveTo>
                    <a:pt x="291" y="1"/>
                  </a:moveTo>
                  <a:cubicBezTo>
                    <a:pt x="130" y="1"/>
                    <a:pt x="0" y="130"/>
                    <a:pt x="0" y="291"/>
                  </a:cubicBezTo>
                  <a:lnTo>
                    <a:pt x="0" y="693"/>
                  </a:lnTo>
                  <a:cubicBezTo>
                    <a:pt x="0" y="854"/>
                    <a:pt x="130" y="984"/>
                    <a:pt x="291" y="984"/>
                  </a:cubicBezTo>
                  <a:cubicBezTo>
                    <a:pt x="450" y="984"/>
                    <a:pt x="581" y="854"/>
                    <a:pt x="581" y="693"/>
                  </a:cubicBezTo>
                  <a:lnTo>
                    <a:pt x="580" y="291"/>
                  </a:lnTo>
                  <a:cubicBezTo>
                    <a:pt x="580" y="130"/>
                    <a:pt x="450" y="1"/>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0"/>
            <p:cNvSpPr/>
            <p:nvPr/>
          </p:nvSpPr>
          <p:spPr>
            <a:xfrm>
              <a:off x="2364555" y="1380882"/>
              <a:ext cx="16176" cy="27397"/>
            </a:xfrm>
            <a:custGeom>
              <a:rect b="b" l="l" r="r" t="t"/>
              <a:pathLst>
                <a:path extrusionOk="0" h="984" w="581">
                  <a:moveTo>
                    <a:pt x="291" y="1"/>
                  </a:moveTo>
                  <a:cubicBezTo>
                    <a:pt x="130" y="1"/>
                    <a:pt x="0" y="130"/>
                    <a:pt x="0" y="291"/>
                  </a:cubicBezTo>
                  <a:lnTo>
                    <a:pt x="0" y="695"/>
                  </a:lnTo>
                  <a:cubicBezTo>
                    <a:pt x="0" y="854"/>
                    <a:pt x="130" y="984"/>
                    <a:pt x="291" y="984"/>
                  </a:cubicBezTo>
                  <a:cubicBezTo>
                    <a:pt x="450" y="984"/>
                    <a:pt x="581" y="854"/>
                    <a:pt x="581" y="693"/>
                  </a:cubicBezTo>
                  <a:lnTo>
                    <a:pt x="580" y="291"/>
                  </a:lnTo>
                  <a:cubicBezTo>
                    <a:pt x="580" y="130"/>
                    <a:pt x="450" y="1"/>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0"/>
            <p:cNvSpPr/>
            <p:nvPr/>
          </p:nvSpPr>
          <p:spPr>
            <a:xfrm>
              <a:off x="2449309" y="1296128"/>
              <a:ext cx="27397" cy="16176"/>
            </a:xfrm>
            <a:custGeom>
              <a:rect b="b" l="l" r="r" t="t"/>
              <a:pathLst>
                <a:path extrusionOk="0" h="581" w="984">
                  <a:moveTo>
                    <a:pt x="290" y="0"/>
                  </a:moveTo>
                  <a:cubicBezTo>
                    <a:pt x="130" y="0"/>
                    <a:pt x="1" y="131"/>
                    <a:pt x="1" y="291"/>
                  </a:cubicBezTo>
                  <a:cubicBezTo>
                    <a:pt x="1" y="450"/>
                    <a:pt x="130" y="581"/>
                    <a:pt x="290" y="581"/>
                  </a:cubicBezTo>
                  <a:lnTo>
                    <a:pt x="693" y="581"/>
                  </a:lnTo>
                  <a:cubicBezTo>
                    <a:pt x="854" y="581"/>
                    <a:pt x="984" y="450"/>
                    <a:pt x="984" y="291"/>
                  </a:cubicBezTo>
                  <a:cubicBezTo>
                    <a:pt x="984" y="131"/>
                    <a:pt x="854"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0"/>
            <p:cNvSpPr/>
            <p:nvPr/>
          </p:nvSpPr>
          <p:spPr>
            <a:xfrm>
              <a:off x="2268553" y="1296128"/>
              <a:ext cx="27425" cy="16176"/>
            </a:xfrm>
            <a:custGeom>
              <a:rect b="b" l="l" r="r" t="t"/>
              <a:pathLst>
                <a:path extrusionOk="0" h="581" w="985">
                  <a:moveTo>
                    <a:pt x="291" y="0"/>
                  </a:moveTo>
                  <a:cubicBezTo>
                    <a:pt x="131" y="0"/>
                    <a:pt x="0" y="131"/>
                    <a:pt x="0" y="291"/>
                  </a:cubicBezTo>
                  <a:cubicBezTo>
                    <a:pt x="0" y="450"/>
                    <a:pt x="131" y="581"/>
                    <a:pt x="291" y="581"/>
                  </a:cubicBezTo>
                  <a:lnTo>
                    <a:pt x="694" y="581"/>
                  </a:lnTo>
                  <a:cubicBezTo>
                    <a:pt x="854" y="581"/>
                    <a:pt x="985" y="450"/>
                    <a:pt x="985" y="291"/>
                  </a:cubicBezTo>
                  <a:cubicBezTo>
                    <a:pt x="985" y="131"/>
                    <a:pt x="854"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0"/>
          <p:cNvGrpSpPr/>
          <p:nvPr/>
        </p:nvGrpSpPr>
        <p:grpSpPr>
          <a:xfrm>
            <a:off x="1734467" y="1354359"/>
            <a:ext cx="511881" cy="429695"/>
            <a:chOff x="1339684" y="1089700"/>
            <a:chExt cx="535272" cy="458292"/>
          </a:xfrm>
        </p:grpSpPr>
        <p:sp>
          <p:nvSpPr>
            <p:cNvPr id="3876" name="Google Shape;3876;p70"/>
            <p:cNvSpPr/>
            <p:nvPr/>
          </p:nvSpPr>
          <p:spPr>
            <a:xfrm>
              <a:off x="1725476" y="1094183"/>
              <a:ext cx="125124" cy="167528"/>
            </a:xfrm>
            <a:custGeom>
              <a:rect b="b" l="l" r="r" t="t"/>
              <a:pathLst>
                <a:path extrusionOk="0" h="6017" w="4494">
                  <a:moveTo>
                    <a:pt x="1392" y="1"/>
                  </a:moveTo>
                  <a:cubicBezTo>
                    <a:pt x="1377" y="1"/>
                    <a:pt x="1362" y="1"/>
                    <a:pt x="1347" y="1"/>
                  </a:cubicBezTo>
                  <a:cubicBezTo>
                    <a:pt x="720" y="11"/>
                    <a:pt x="232" y="228"/>
                    <a:pt x="212" y="237"/>
                  </a:cubicBezTo>
                  <a:cubicBezTo>
                    <a:pt x="67" y="303"/>
                    <a:pt x="1" y="475"/>
                    <a:pt x="67" y="621"/>
                  </a:cubicBezTo>
                  <a:cubicBezTo>
                    <a:pt x="115" y="728"/>
                    <a:pt x="221" y="792"/>
                    <a:pt x="331" y="792"/>
                  </a:cubicBezTo>
                  <a:cubicBezTo>
                    <a:pt x="371" y="792"/>
                    <a:pt x="412" y="784"/>
                    <a:pt x="451" y="766"/>
                  </a:cubicBezTo>
                  <a:cubicBezTo>
                    <a:pt x="454" y="765"/>
                    <a:pt x="856" y="589"/>
                    <a:pt x="1357" y="582"/>
                  </a:cubicBezTo>
                  <a:cubicBezTo>
                    <a:pt x="1370" y="582"/>
                    <a:pt x="1382" y="582"/>
                    <a:pt x="1395" y="582"/>
                  </a:cubicBezTo>
                  <a:cubicBezTo>
                    <a:pt x="2034" y="582"/>
                    <a:pt x="2542" y="855"/>
                    <a:pt x="2904" y="1393"/>
                  </a:cubicBezTo>
                  <a:cubicBezTo>
                    <a:pt x="3826" y="2769"/>
                    <a:pt x="2486" y="5573"/>
                    <a:pt x="2472" y="5601"/>
                  </a:cubicBezTo>
                  <a:cubicBezTo>
                    <a:pt x="2402" y="5745"/>
                    <a:pt x="2462" y="5918"/>
                    <a:pt x="2606" y="5987"/>
                  </a:cubicBezTo>
                  <a:cubicBezTo>
                    <a:pt x="2647" y="6008"/>
                    <a:pt x="2690" y="6017"/>
                    <a:pt x="2733" y="6017"/>
                  </a:cubicBezTo>
                  <a:cubicBezTo>
                    <a:pt x="2840" y="6017"/>
                    <a:pt x="2944" y="5957"/>
                    <a:pt x="2994" y="5853"/>
                  </a:cubicBezTo>
                  <a:cubicBezTo>
                    <a:pt x="3056" y="5726"/>
                    <a:pt x="4494" y="2721"/>
                    <a:pt x="3385" y="1070"/>
                  </a:cubicBezTo>
                  <a:cubicBezTo>
                    <a:pt x="2916" y="370"/>
                    <a:pt x="2229" y="1"/>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0"/>
            <p:cNvSpPr/>
            <p:nvPr/>
          </p:nvSpPr>
          <p:spPr>
            <a:xfrm>
              <a:off x="1730906" y="1253639"/>
              <a:ext cx="98089" cy="32966"/>
            </a:xfrm>
            <a:custGeom>
              <a:rect b="b" l="l" r="r" t="t"/>
              <a:pathLst>
                <a:path extrusionOk="0" h="1184" w="3523">
                  <a:moveTo>
                    <a:pt x="388" y="1"/>
                  </a:moveTo>
                  <a:cubicBezTo>
                    <a:pt x="174" y="1"/>
                    <a:pt x="1" y="174"/>
                    <a:pt x="1" y="387"/>
                  </a:cubicBezTo>
                  <a:lnTo>
                    <a:pt x="1" y="1184"/>
                  </a:lnTo>
                  <a:lnTo>
                    <a:pt x="3522" y="1184"/>
                  </a:lnTo>
                  <a:lnTo>
                    <a:pt x="3522" y="387"/>
                  </a:lnTo>
                  <a:cubicBezTo>
                    <a:pt x="3522" y="174"/>
                    <a:pt x="3349" y="1"/>
                    <a:pt x="3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0"/>
            <p:cNvSpPr/>
            <p:nvPr/>
          </p:nvSpPr>
          <p:spPr>
            <a:xfrm>
              <a:off x="1368474" y="1317929"/>
              <a:ext cx="37615" cy="230063"/>
            </a:xfrm>
            <a:custGeom>
              <a:rect b="b" l="l" r="r" t="t"/>
              <a:pathLst>
                <a:path extrusionOk="0" h="8263" w="1351">
                  <a:moveTo>
                    <a:pt x="1" y="0"/>
                  </a:moveTo>
                  <a:lnTo>
                    <a:pt x="1" y="7876"/>
                  </a:lnTo>
                  <a:cubicBezTo>
                    <a:pt x="1" y="8089"/>
                    <a:pt x="173" y="8262"/>
                    <a:pt x="387" y="8262"/>
                  </a:cubicBezTo>
                  <a:lnTo>
                    <a:pt x="964" y="8262"/>
                  </a:lnTo>
                  <a:cubicBezTo>
                    <a:pt x="1178" y="8262"/>
                    <a:pt x="1351" y="8089"/>
                    <a:pt x="1351" y="7876"/>
                  </a:cubicBezTo>
                  <a:lnTo>
                    <a:pt x="13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0"/>
            <p:cNvSpPr/>
            <p:nvPr/>
          </p:nvSpPr>
          <p:spPr>
            <a:xfrm>
              <a:off x="1808560" y="1317929"/>
              <a:ext cx="37643" cy="230063"/>
            </a:xfrm>
            <a:custGeom>
              <a:rect b="b" l="l" r="r" t="t"/>
              <a:pathLst>
                <a:path extrusionOk="0" h="8263" w="1352">
                  <a:moveTo>
                    <a:pt x="0" y="0"/>
                  </a:moveTo>
                  <a:lnTo>
                    <a:pt x="0" y="7876"/>
                  </a:lnTo>
                  <a:cubicBezTo>
                    <a:pt x="0" y="8089"/>
                    <a:pt x="173" y="8262"/>
                    <a:pt x="387" y="8262"/>
                  </a:cubicBezTo>
                  <a:lnTo>
                    <a:pt x="964" y="8262"/>
                  </a:lnTo>
                  <a:cubicBezTo>
                    <a:pt x="1178" y="8262"/>
                    <a:pt x="1351" y="8089"/>
                    <a:pt x="1351" y="7876"/>
                  </a:cubicBezTo>
                  <a:lnTo>
                    <a:pt x="13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0"/>
            <p:cNvSpPr/>
            <p:nvPr/>
          </p:nvSpPr>
          <p:spPr>
            <a:xfrm>
              <a:off x="1339684" y="1285770"/>
              <a:ext cx="535272" cy="46107"/>
            </a:xfrm>
            <a:custGeom>
              <a:rect b="b" l="l" r="r" t="t"/>
              <a:pathLst>
                <a:path extrusionOk="0" h="1656" w="19225">
                  <a:moveTo>
                    <a:pt x="387" y="0"/>
                  </a:moveTo>
                  <a:cubicBezTo>
                    <a:pt x="174" y="0"/>
                    <a:pt x="0" y="174"/>
                    <a:pt x="0" y="387"/>
                  </a:cubicBezTo>
                  <a:lnTo>
                    <a:pt x="0" y="1269"/>
                  </a:lnTo>
                  <a:cubicBezTo>
                    <a:pt x="0" y="1482"/>
                    <a:pt x="174" y="1655"/>
                    <a:pt x="387" y="1655"/>
                  </a:cubicBezTo>
                  <a:lnTo>
                    <a:pt x="18838" y="1655"/>
                  </a:lnTo>
                  <a:cubicBezTo>
                    <a:pt x="19051" y="1655"/>
                    <a:pt x="19224" y="1482"/>
                    <a:pt x="19224" y="1269"/>
                  </a:cubicBezTo>
                  <a:lnTo>
                    <a:pt x="19224" y="387"/>
                  </a:lnTo>
                  <a:cubicBezTo>
                    <a:pt x="19224" y="174"/>
                    <a:pt x="19051" y="0"/>
                    <a:pt x="18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0"/>
            <p:cNvSpPr/>
            <p:nvPr/>
          </p:nvSpPr>
          <p:spPr>
            <a:xfrm>
              <a:off x="1526455" y="1411008"/>
              <a:ext cx="234991" cy="38562"/>
            </a:xfrm>
            <a:custGeom>
              <a:rect b="b" l="l" r="r" t="t"/>
              <a:pathLst>
                <a:path extrusionOk="0" h="1385" w="8440">
                  <a:moveTo>
                    <a:pt x="387" y="0"/>
                  </a:moveTo>
                  <a:cubicBezTo>
                    <a:pt x="174" y="0"/>
                    <a:pt x="0" y="174"/>
                    <a:pt x="0" y="388"/>
                  </a:cubicBezTo>
                  <a:lnTo>
                    <a:pt x="0" y="998"/>
                  </a:lnTo>
                  <a:cubicBezTo>
                    <a:pt x="0" y="1211"/>
                    <a:pt x="174" y="1385"/>
                    <a:pt x="387" y="1385"/>
                  </a:cubicBezTo>
                  <a:lnTo>
                    <a:pt x="8053" y="1385"/>
                  </a:lnTo>
                  <a:cubicBezTo>
                    <a:pt x="8266" y="1385"/>
                    <a:pt x="8439" y="1211"/>
                    <a:pt x="8439" y="998"/>
                  </a:cubicBezTo>
                  <a:lnTo>
                    <a:pt x="8439" y="388"/>
                  </a:lnTo>
                  <a:cubicBezTo>
                    <a:pt x="8439" y="174"/>
                    <a:pt x="8266" y="0"/>
                    <a:pt x="8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0"/>
            <p:cNvSpPr/>
            <p:nvPr/>
          </p:nvSpPr>
          <p:spPr>
            <a:xfrm>
              <a:off x="1555857" y="1326504"/>
              <a:ext cx="35471" cy="221487"/>
            </a:xfrm>
            <a:custGeom>
              <a:rect b="b" l="l" r="r" t="t"/>
              <a:pathLst>
                <a:path extrusionOk="0" h="7955" w="1274">
                  <a:moveTo>
                    <a:pt x="1" y="1"/>
                  </a:moveTo>
                  <a:lnTo>
                    <a:pt x="1" y="7568"/>
                  </a:lnTo>
                  <a:cubicBezTo>
                    <a:pt x="1" y="7781"/>
                    <a:pt x="174" y="7954"/>
                    <a:pt x="387" y="7954"/>
                  </a:cubicBezTo>
                  <a:lnTo>
                    <a:pt x="887" y="7954"/>
                  </a:lnTo>
                  <a:cubicBezTo>
                    <a:pt x="1101" y="7954"/>
                    <a:pt x="1274" y="7781"/>
                    <a:pt x="1274" y="7568"/>
                  </a:cubicBezTo>
                  <a:lnTo>
                    <a:pt x="1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0"/>
            <p:cNvSpPr/>
            <p:nvPr/>
          </p:nvSpPr>
          <p:spPr>
            <a:xfrm>
              <a:off x="1696547" y="1326504"/>
              <a:ext cx="35471" cy="221487"/>
            </a:xfrm>
            <a:custGeom>
              <a:rect b="b" l="l" r="r" t="t"/>
              <a:pathLst>
                <a:path extrusionOk="0" h="7955" w="1274">
                  <a:moveTo>
                    <a:pt x="1" y="1"/>
                  </a:moveTo>
                  <a:lnTo>
                    <a:pt x="1" y="7568"/>
                  </a:lnTo>
                  <a:cubicBezTo>
                    <a:pt x="1" y="7781"/>
                    <a:pt x="174" y="7954"/>
                    <a:pt x="387" y="7954"/>
                  </a:cubicBezTo>
                  <a:lnTo>
                    <a:pt x="887" y="7954"/>
                  </a:lnTo>
                  <a:cubicBezTo>
                    <a:pt x="1101" y="7954"/>
                    <a:pt x="1274" y="7781"/>
                    <a:pt x="1274" y="7568"/>
                  </a:cubicBezTo>
                  <a:lnTo>
                    <a:pt x="1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0"/>
            <p:cNvSpPr/>
            <p:nvPr/>
          </p:nvSpPr>
          <p:spPr>
            <a:xfrm>
              <a:off x="1543662" y="1222567"/>
              <a:ext cx="200550" cy="128075"/>
            </a:xfrm>
            <a:custGeom>
              <a:rect b="b" l="l" r="r" t="t"/>
              <a:pathLst>
                <a:path extrusionOk="0" h="4600" w="7203">
                  <a:moveTo>
                    <a:pt x="387" y="1"/>
                  </a:moveTo>
                  <a:cubicBezTo>
                    <a:pt x="174" y="1"/>
                    <a:pt x="1" y="174"/>
                    <a:pt x="1" y="387"/>
                  </a:cubicBezTo>
                  <a:lnTo>
                    <a:pt x="1" y="4213"/>
                  </a:lnTo>
                  <a:cubicBezTo>
                    <a:pt x="1" y="4427"/>
                    <a:pt x="174" y="4600"/>
                    <a:pt x="387" y="4600"/>
                  </a:cubicBezTo>
                  <a:lnTo>
                    <a:pt x="6815" y="4600"/>
                  </a:lnTo>
                  <a:cubicBezTo>
                    <a:pt x="7030" y="4600"/>
                    <a:pt x="7203" y="4427"/>
                    <a:pt x="7203" y="4213"/>
                  </a:cubicBezTo>
                  <a:lnTo>
                    <a:pt x="7203" y="387"/>
                  </a:lnTo>
                  <a:cubicBezTo>
                    <a:pt x="7203" y="174"/>
                    <a:pt x="7030" y="1"/>
                    <a:pt x="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0"/>
            <p:cNvSpPr/>
            <p:nvPr/>
          </p:nvSpPr>
          <p:spPr>
            <a:xfrm>
              <a:off x="1357309" y="1253639"/>
              <a:ext cx="83695" cy="32158"/>
            </a:xfrm>
            <a:custGeom>
              <a:rect b="b" l="l" r="r" t="t"/>
              <a:pathLst>
                <a:path extrusionOk="0" h="1155" w="3006">
                  <a:moveTo>
                    <a:pt x="387" y="1"/>
                  </a:moveTo>
                  <a:cubicBezTo>
                    <a:pt x="174" y="1"/>
                    <a:pt x="0" y="174"/>
                    <a:pt x="0" y="387"/>
                  </a:cubicBezTo>
                  <a:lnTo>
                    <a:pt x="0" y="768"/>
                  </a:lnTo>
                  <a:cubicBezTo>
                    <a:pt x="0" y="981"/>
                    <a:pt x="174" y="1154"/>
                    <a:pt x="387" y="1154"/>
                  </a:cubicBezTo>
                  <a:lnTo>
                    <a:pt x="3006" y="1154"/>
                  </a:lnTo>
                  <a:lnTo>
                    <a:pt x="3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0"/>
            <p:cNvSpPr/>
            <p:nvPr/>
          </p:nvSpPr>
          <p:spPr>
            <a:xfrm>
              <a:off x="1392697" y="1253639"/>
              <a:ext cx="88316" cy="32158"/>
            </a:xfrm>
            <a:custGeom>
              <a:rect b="b" l="l" r="r" t="t"/>
              <a:pathLst>
                <a:path extrusionOk="0" h="1155" w="3172">
                  <a:moveTo>
                    <a:pt x="388" y="1"/>
                  </a:moveTo>
                  <a:cubicBezTo>
                    <a:pt x="173" y="1"/>
                    <a:pt x="0" y="174"/>
                    <a:pt x="0" y="387"/>
                  </a:cubicBezTo>
                  <a:lnTo>
                    <a:pt x="0" y="768"/>
                  </a:lnTo>
                  <a:cubicBezTo>
                    <a:pt x="0" y="981"/>
                    <a:pt x="173" y="1154"/>
                    <a:pt x="388" y="1154"/>
                  </a:cubicBezTo>
                  <a:lnTo>
                    <a:pt x="2785" y="1154"/>
                  </a:lnTo>
                  <a:cubicBezTo>
                    <a:pt x="2998" y="1154"/>
                    <a:pt x="3171" y="981"/>
                    <a:pt x="3171" y="768"/>
                  </a:cubicBezTo>
                  <a:lnTo>
                    <a:pt x="3171" y="387"/>
                  </a:lnTo>
                  <a:cubicBezTo>
                    <a:pt x="3171" y="174"/>
                    <a:pt x="2998" y="1"/>
                    <a:pt x="2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0"/>
            <p:cNvSpPr/>
            <p:nvPr/>
          </p:nvSpPr>
          <p:spPr>
            <a:xfrm>
              <a:off x="1357309" y="1221481"/>
              <a:ext cx="83695" cy="32186"/>
            </a:xfrm>
            <a:custGeom>
              <a:rect b="b" l="l" r="r" t="t"/>
              <a:pathLst>
                <a:path extrusionOk="0" h="1156" w="3006">
                  <a:moveTo>
                    <a:pt x="387" y="1"/>
                  </a:moveTo>
                  <a:cubicBezTo>
                    <a:pt x="174" y="1"/>
                    <a:pt x="0" y="174"/>
                    <a:pt x="0" y="387"/>
                  </a:cubicBezTo>
                  <a:lnTo>
                    <a:pt x="0" y="768"/>
                  </a:lnTo>
                  <a:cubicBezTo>
                    <a:pt x="0" y="982"/>
                    <a:pt x="174" y="1156"/>
                    <a:pt x="387" y="1156"/>
                  </a:cubicBezTo>
                  <a:lnTo>
                    <a:pt x="3006" y="1156"/>
                  </a:lnTo>
                  <a:lnTo>
                    <a:pt x="3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0"/>
            <p:cNvSpPr/>
            <p:nvPr/>
          </p:nvSpPr>
          <p:spPr>
            <a:xfrm>
              <a:off x="1392697" y="1221481"/>
              <a:ext cx="88316" cy="32186"/>
            </a:xfrm>
            <a:custGeom>
              <a:rect b="b" l="l" r="r" t="t"/>
              <a:pathLst>
                <a:path extrusionOk="0" h="1156" w="3172">
                  <a:moveTo>
                    <a:pt x="388" y="1"/>
                  </a:moveTo>
                  <a:cubicBezTo>
                    <a:pt x="173" y="1"/>
                    <a:pt x="0" y="174"/>
                    <a:pt x="0" y="387"/>
                  </a:cubicBezTo>
                  <a:lnTo>
                    <a:pt x="0" y="768"/>
                  </a:lnTo>
                  <a:cubicBezTo>
                    <a:pt x="0" y="982"/>
                    <a:pt x="173" y="1156"/>
                    <a:pt x="388" y="1156"/>
                  </a:cubicBezTo>
                  <a:lnTo>
                    <a:pt x="2785" y="1156"/>
                  </a:lnTo>
                  <a:cubicBezTo>
                    <a:pt x="2998" y="1156"/>
                    <a:pt x="3171" y="982"/>
                    <a:pt x="3171" y="768"/>
                  </a:cubicBezTo>
                  <a:lnTo>
                    <a:pt x="3171" y="387"/>
                  </a:lnTo>
                  <a:cubicBezTo>
                    <a:pt x="3171" y="174"/>
                    <a:pt x="2998" y="1"/>
                    <a:pt x="2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0"/>
            <p:cNvSpPr/>
            <p:nvPr/>
          </p:nvSpPr>
          <p:spPr>
            <a:xfrm>
              <a:off x="1406340" y="1189350"/>
              <a:ext cx="62144" cy="32158"/>
            </a:xfrm>
            <a:custGeom>
              <a:rect b="b" l="l" r="r" t="t"/>
              <a:pathLst>
                <a:path extrusionOk="0" h="1155" w="2232">
                  <a:moveTo>
                    <a:pt x="1" y="1"/>
                  </a:moveTo>
                  <a:lnTo>
                    <a:pt x="1" y="1155"/>
                  </a:lnTo>
                  <a:lnTo>
                    <a:pt x="1845" y="1155"/>
                  </a:lnTo>
                  <a:cubicBezTo>
                    <a:pt x="2058" y="1155"/>
                    <a:pt x="2231" y="981"/>
                    <a:pt x="2231" y="768"/>
                  </a:cubicBezTo>
                  <a:lnTo>
                    <a:pt x="2231" y="387"/>
                  </a:lnTo>
                  <a:cubicBezTo>
                    <a:pt x="2231" y="174"/>
                    <a:pt x="2058" y="1"/>
                    <a:pt x="1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1366330" y="1189350"/>
              <a:ext cx="66766" cy="32158"/>
            </a:xfrm>
            <a:custGeom>
              <a:rect b="b" l="l" r="r" t="t"/>
              <a:pathLst>
                <a:path extrusionOk="0" h="1155" w="2398">
                  <a:moveTo>
                    <a:pt x="387" y="1"/>
                  </a:moveTo>
                  <a:cubicBezTo>
                    <a:pt x="174" y="1"/>
                    <a:pt x="1" y="174"/>
                    <a:pt x="1" y="387"/>
                  </a:cubicBezTo>
                  <a:lnTo>
                    <a:pt x="1" y="768"/>
                  </a:lnTo>
                  <a:cubicBezTo>
                    <a:pt x="1" y="981"/>
                    <a:pt x="174" y="1155"/>
                    <a:pt x="387" y="1155"/>
                  </a:cubicBezTo>
                  <a:lnTo>
                    <a:pt x="2011" y="1155"/>
                  </a:lnTo>
                  <a:cubicBezTo>
                    <a:pt x="2224" y="1155"/>
                    <a:pt x="2397" y="981"/>
                    <a:pt x="2397" y="768"/>
                  </a:cubicBezTo>
                  <a:lnTo>
                    <a:pt x="2397" y="387"/>
                  </a:lnTo>
                  <a:cubicBezTo>
                    <a:pt x="2397" y="174"/>
                    <a:pt x="2224" y="1"/>
                    <a:pt x="2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1346812" y="1356575"/>
              <a:ext cx="34970" cy="147649"/>
            </a:xfrm>
            <a:custGeom>
              <a:rect b="b" l="l" r="r" t="t"/>
              <a:pathLst>
                <a:path extrusionOk="0" h="5303" w="1256">
                  <a:moveTo>
                    <a:pt x="427" y="0"/>
                  </a:moveTo>
                  <a:cubicBezTo>
                    <a:pt x="191" y="0"/>
                    <a:pt x="0" y="192"/>
                    <a:pt x="0" y="427"/>
                  </a:cubicBezTo>
                  <a:lnTo>
                    <a:pt x="0" y="5302"/>
                  </a:lnTo>
                  <a:lnTo>
                    <a:pt x="1255" y="5302"/>
                  </a:lnTo>
                  <a:lnTo>
                    <a:pt x="1255" y="427"/>
                  </a:lnTo>
                  <a:cubicBezTo>
                    <a:pt x="1255" y="192"/>
                    <a:pt x="1064"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1430424" y="1356575"/>
              <a:ext cx="34942" cy="147649"/>
            </a:xfrm>
            <a:custGeom>
              <a:rect b="b" l="l" r="r" t="t"/>
              <a:pathLst>
                <a:path extrusionOk="0" h="5303" w="1255">
                  <a:moveTo>
                    <a:pt x="426" y="0"/>
                  </a:moveTo>
                  <a:cubicBezTo>
                    <a:pt x="191" y="0"/>
                    <a:pt x="0" y="192"/>
                    <a:pt x="0" y="427"/>
                  </a:cubicBezTo>
                  <a:lnTo>
                    <a:pt x="0" y="5302"/>
                  </a:lnTo>
                  <a:lnTo>
                    <a:pt x="1254" y="5302"/>
                  </a:lnTo>
                  <a:lnTo>
                    <a:pt x="1254" y="427"/>
                  </a:lnTo>
                  <a:cubicBezTo>
                    <a:pt x="1254" y="192"/>
                    <a:pt x="1064"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0"/>
            <p:cNvSpPr/>
            <p:nvPr/>
          </p:nvSpPr>
          <p:spPr>
            <a:xfrm>
              <a:off x="1346812" y="1376566"/>
              <a:ext cx="118581" cy="171426"/>
            </a:xfrm>
            <a:custGeom>
              <a:rect b="b" l="l" r="r" t="t"/>
              <a:pathLst>
                <a:path extrusionOk="0" h="6157" w="4259">
                  <a:moveTo>
                    <a:pt x="2129" y="1"/>
                  </a:moveTo>
                  <a:cubicBezTo>
                    <a:pt x="953" y="1"/>
                    <a:pt x="0" y="954"/>
                    <a:pt x="0" y="2130"/>
                  </a:cubicBezTo>
                  <a:lnTo>
                    <a:pt x="0" y="5304"/>
                  </a:lnTo>
                  <a:cubicBezTo>
                    <a:pt x="0" y="5774"/>
                    <a:pt x="382" y="6156"/>
                    <a:pt x="854" y="6156"/>
                  </a:cubicBezTo>
                  <a:lnTo>
                    <a:pt x="3405" y="6156"/>
                  </a:lnTo>
                  <a:cubicBezTo>
                    <a:pt x="3875" y="6156"/>
                    <a:pt x="4258" y="5774"/>
                    <a:pt x="4258" y="5304"/>
                  </a:cubicBezTo>
                  <a:lnTo>
                    <a:pt x="4258" y="2130"/>
                  </a:lnTo>
                  <a:cubicBezTo>
                    <a:pt x="4258" y="954"/>
                    <a:pt x="3305" y="1"/>
                    <a:pt x="2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0"/>
            <p:cNvSpPr/>
            <p:nvPr/>
          </p:nvSpPr>
          <p:spPr>
            <a:xfrm>
              <a:off x="1375128" y="1479251"/>
              <a:ext cx="61894" cy="40928"/>
            </a:xfrm>
            <a:custGeom>
              <a:rect b="b" l="l" r="r" t="t"/>
              <a:pathLst>
                <a:path extrusionOk="0" h="1470" w="2223">
                  <a:moveTo>
                    <a:pt x="214" y="1"/>
                  </a:moveTo>
                  <a:cubicBezTo>
                    <a:pt x="97" y="1"/>
                    <a:pt x="1" y="97"/>
                    <a:pt x="1" y="214"/>
                  </a:cubicBezTo>
                  <a:lnTo>
                    <a:pt x="1" y="1257"/>
                  </a:lnTo>
                  <a:cubicBezTo>
                    <a:pt x="1" y="1374"/>
                    <a:pt x="97" y="1469"/>
                    <a:pt x="214" y="1469"/>
                  </a:cubicBezTo>
                  <a:lnTo>
                    <a:pt x="2009" y="1469"/>
                  </a:lnTo>
                  <a:cubicBezTo>
                    <a:pt x="2127" y="1469"/>
                    <a:pt x="2223" y="1374"/>
                    <a:pt x="2223" y="1257"/>
                  </a:cubicBezTo>
                  <a:lnTo>
                    <a:pt x="2223" y="214"/>
                  </a:lnTo>
                  <a:cubicBezTo>
                    <a:pt x="2223" y="97"/>
                    <a:pt x="2127"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0"/>
            <p:cNvSpPr/>
            <p:nvPr/>
          </p:nvSpPr>
          <p:spPr>
            <a:xfrm>
              <a:off x="1385764" y="1409142"/>
              <a:ext cx="40650" cy="39258"/>
            </a:xfrm>
            <a:custGeom>
              <a:rect b="b" l="l" r="r" t="t"/>
              <a:pathLst>
                <a:path extrusionOk="0" h="1410" w="1460">
                  <a:moveTo>
                    <a:pt x="730" y="1"/>
                  </a:moveTo>
                  <a:cubicBezTo>
                    <a:pt x="665" y="1"/>
                    <a:pt x="599" y="26"/>
                    <a:pt x="549" y="76"/>
                  </a:cubicBezTo>
                  <a:lnTo>
                    <a:pt x="100" y="524"/>
                  </a:lnTo>
                  <a:cubicBezTo>
                    <a:pt x="0" y="624"/>
                    <a:pt x="0" y="786"/>
                    <a:pt x="100" y="886"/>
                  </a:cubicBezTo>
                  <a:lnTo>
                    <a:pt x="549" y="1335"/>
                  </a:lnTo>
                  <a:cubicBezTo>
                    <a:pt x="599" y="1385"/>
                    <a:pt x="665" y="1410"/>
                    <a:pt x="730" y="1410"/>
                  </a:cubicBezTo>
                  <a:cubicBezTo>
                    <a:pt x="796" y="1410"/>
                    <a:pt x="861" y="1385"/>
                    <a:pt x="911" y="1335"/>
                  </a:cubicBezTo>
                  <a:lnTo>
                    <a:pt x="1359" y="886"/>
                  </a:lnTo>
                  <a:cubicBezTo>
                    <a:pt x="1459" y="786"/>
                    <a:pt x="1459" y="624"/>
                    <a:pt x="1359" y="524"/>
                  </a:cubicBezTo>
                  <a:lnTo>
                    <a:pt x="911" y="76"/>
                  </a:lnTo>
                  <a:cubicBezTo>
                    <a:pt x="861" y="26"/>
                    <a:pt x="796" y="1"/>
                    <a:pt x="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1406758" y="1440577"/>
              <a:ext cx="28" cy="28"/>
            </a:xfrm>
            <a:custGeom>
              <a:rect b="b" l="l" r="r" t="t"/>
              <a:pathLst>
                <a:path extrusionOk="0" h="1" w="1">
                  <a:moveTo>
                    <a:pt x="0" y="1"/>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0"/>
            <p:cNvSpPr/>
            <p:nvPr/>
          </p:nvSpPr>
          <p:spPr>
            <a:xfrm>
              <a:off x="1682904" y="1089700"/>
              <a:ext cx="75759" cy="63175"/>
            </a:xfrm>
            <a:custGeom>
              <a:rect b="b" l="l" r="r" t="t"/>
              <a:pathLst>
                <a:path extrusionOk="0" h="2269" w="2721">
                  <a:moveTo>
                    <a:pt x="1711" y="0"/>
                  </a:moveTo>
                  <a:cubicBezTo>
                    <a:pt x="1584" y="0"/>
                    <a:pt x="1456" y="28"/>
                    <a:pt x="1333" y="86"/>
                  </a:cubicBezTo>
                  <a:lnTo>
                    <a:pt x="138" y="653"/>
                  </a:lnTo>
                  <a:cubicBezTo>
                    <a:pt x="42" y="698"/>
                    <a:pt x="0" y="814"/>
                    <a:pt x="47" y="910"/>
                  </a:cubicBezTo>
                  <a:lnTo>
                    <a:pt x="638" y="2158"/>
                  </a:lnTo>
                  <a:cubicBezTo>
                    <a:pt x="672" y="2227"/>
                    <a:pt x="741" y="2268"/>
                    <a:pt x="813" y="2268"/>
                  </a:cubicBezTo>
                  <a:cubicBezTo>
                    <a:pt x="840" y="2268"/>
                    <a:pt x="869" y="2262"/>
                    <a:pt x="896" y="2249"/>
                  </a:cubicBezTo>
                  <a:lnTo>
                    <a:pt x="2091" y="1683"/>
                  </a:lnTo>
                  <a:cubicBezTo>
                    <a:pt x="2532" y="1473"/>
                    <a:pt x="2720" y="947"/>
                    <a:pt x="2510" y="506"/>
                  </a:cubicBezTo>
                  <a:cubicBezTo>
                    <a:pt x="2360" y="187"/>
                    <a:pt x="2042" y="0"/>
                    <a:pt x="1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0"/>
            <p:cNvSpPr/>
            <p:nvPr/>
          </p:nvSpPr>
          <p:spPr>
            <a:xfrm>
              <a:off x="1643701" y="1140207"/>
              <a:ext cx="28761" cy="21021"/>
            </a:xfrm>
            <a:custGeom>
              <a:rect b="b" l="l" r="r" t="t"/>
              <a:pathLst>
                <a:path extrusionOk="0" h="755" w="1033">
                  <a:moveTo>
                    <a:pt x="702" y="0"/>
                  </a:moveTo>
                  <a:cubicBezTo>
                    <a:pt x="661" y="0"/>
                    <a:pt x="619" y="9"/>
                    <a:pt x="579" y="28"/>
                  </a:cubicBezTo>
                  <a:lnTo>
                    <a:pt x="208" y="202"/>
                  </a:lnTo>
                  <a:cubicBezTo>
                    <a:pt x="64" y="270"/>
                    <a:pt x="1" y="442"/>
                    <a:pt x="69" y="588"/>
                  </a:cubicBezTo>
                  <a:cubicBezTo>
                    <a:pt x="119" y="692"/>
                    <a:pt x="224" y="755"/>
                    <a:pt x="333" y="755"/>
                  </a:cubicBezTo>
                  <a:cubicBezTo>
                    <a:pt x="374" y="755"/>
                    <a:pt x="416" y="745"/>
                    <a:pt x="456" y="727"/>
                  </a:cubicBezTo>
                  <a:lnTo>
                    <a:pt x="825" y="552"/>
                  </a:lnTo>
                  <a:cubicBezTo>
                    <a:pt x="970" y="484"/>
                    <a:pt x="1033" y="312"/>
                    <a:pt x="964" y="167"/>
                  </a:cubicBezTo>
                  <a:cubicBezTo>
                    <a:pt x="915" y="62"/>
                    <a:pt x="811" y="0"/>
                    <a:pt x="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0"/>
            <p:cNvSpPr/>
            <p:nvPr/>
          </p:nvSpPr>
          <p:spPr>
            <a:xfrm>
              <a:off x="1664222" y="1163818"/>
              <a:ext cx="24808" cy="25782"/>
            </a:xfrm>
            <a:custGeom>
              <a:rect b="b" l="l" r="r" t="t"/>
              <a:pathLst>
                <a:path extrusionOk="0" h="926" w="891">
                  <a:moveTo>
                    <a:pt x="561" y="1"/>
                  </a:moveTo>
                  <a:cubicBezTo>
                    <a:pt x="467" y="1"/>
                    <a:pt x="375" y="46"/>
                    <a:pt x="319" y="130"/>
                  </a:cubicBezTo>
                  <a:lnTo>
                    <a:pt x="90" y="474"/>
                  </a:lnTo>
                  <a:cubicBezTo>
                    <a:pt x="1" y="607"/>
                    <a:pt x="37" y="787"/>
                    <a:pt x="170" y="876"/>
                  </a:cubicBezTo>
                  <a:cubicBezTo>
                    <a:pt x="219" y="909"/>
                    <a:pt x="275" y="925"/>
                    <a:pt x="331" y="925"/>
                  </a:cubicBezTo>
                  <a:cubicBezTo>
                    <a:pt x="424" y="925"/>
                    <a:pt x="516" y="880"/>
                    <a:pt x="573" y="796"/>
                  </a:cubicBezTo>
                  <a:lnTo>
                    <a:pt x="802" y="452"/>
                  </a:lnTo>
                  <a:cubicBezTo>
                    <a:pt x="891" y="319"/>
                    <a:pt x="854" y="138"/>
                    <a:pt x="721" y="49"/>
                  </a:cubicBezTo>
                  <a:cubicBezTo>
                    <a:pt x="672" y="16"/>
                    <a:pt x="616"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0"/>
            <p:cNvSpPr/>
            <p:nvPr/>
          </p:nvSpPr>
          <p:spPr>
            <a:xfrm>
              <a:off x="1635627" y="1111167"/>
              <a:ext cx="28483" cy="17402"/>
            </a:xfrm>
            <a:custGeom>
              <a:rect b="b" l="l" r="r" t="t"/>
              <a:pathLst>
                <a:path extrusionOk="0" h="625" w="1023">
                  <a:moveTo>
                    <a:pt x="307" y="1"/>
                  </a:moveTo>
                  <a:cubicBezTo>
                    <a:pt x="159" y="1"/>
                    <a:pt x="33" y="112"/>
                    <a:pt x="18" y="262"/>
                  </a:cubicBezTo>
                  <a:cubicBezTo>
                    <a:pt x="1" y="421"/>
                    <a:pt x="116" y="563"/>
                    <a:pt x="276" y="580"/>
                  </a:cubicBezTo>
                  <a:lnTo>
                    <a:pt x="687" y="622"/>
                  </a:lnTo>
                  <a:cubicBezTo>
                    <a:pt x="697" y="623"/>
                    <a:pt x="708" y="624"/>
                    <a:pt x="718" y="624"/>
                  </a:cubicBezTo>
                  <a:cubicBezTo>
                    <a:pt x="864" y="624"/>
                    <a:pt x="991" y="513"/>
                    <a:pt x="1006" y="363"/>
                  </a:cubicBezTo>
                  <a:cubicBezTo>
                    <a:pt x="1023" y="204"/>
                    <a:pt x="907" y="62"/>
                    <a:pt x="747" y="45"/>
                  </a:cubicBezTo>
                  <a:lnTo>
                    <a:pt x="336" y="2"/>
                  </a:lnTo>
                  <a:cubicBezTo>
                    <a:pt x="326" y="1"/>
                    <a:pt x="316"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70"/>
          <p:cNvGrpSpPr/>
          <p:nvPr/>
        </p:nvGrpSpPr>
        <p:grpSpPr>
          <a:xfrm>
            <a:off x="4654988" y="1409076"/>
            <a:ext cx="542713" cy="320261"/>
            <a:chOff x="4285747" y="1140068"/>
            <a:chExt cx="567514" cy="341575"/>
          </a:xfrm>
        </p:grpSpPr>
        <p:sp>
          <p:nvSpPr>
            <p:cNvPr id="3902" name="Google Shape;3902;p70"/>
            <p:cNvSpPr/>
            <p:nvPr/>
          </p:nvSpPr>
          <p:spPr>
            <a:xfrm>
              <a:off x="4349702" y="1273129"/>
              <a:ext cx="69578" cy="69606"/>
            </a:xfrm>
            <a:custGeom>
              <a:rect b="b" l="l" r="r" t="t"/>
              <a:pathLst>
                <a:path extrusionOk="0" h="2500" w="2499">
                  <a:moveTo>
                    <a:pt x="1249" y="1"/>
                  </a:moveTo>
                  <a:cubicBezTo>
                    <a:pt x="559" y="1"/>
                    <a:pt x="0" y="559"/>
                    <a:pt x="0" y="1250"/>
                  </a:cubicBezTo>
                  <a:cubicBezTo>
                    <a:pt x="0" y="1940"/>
                    <a:pt x="559" y="2500"/>
                    <a:pt x="1249" y="2500"/>
                  </a:cubicBezTo>
                  <a:cubicBezTo>
                    <a:pt x="1940" y="2500"/>
                    <a:pt x="2498" y="1940"/>
                    <a:pt x="2498" y="1250"/>
                  </a:cubicBezTo>
                  <a:cubicBezTo>
                    <a:pt x="2498" y="559"/>
                    <a:pt x="1940" y="1"/>
                    <a:pt x="1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0"/>
            <p:cNvSpPr/>
            <p:nvPr/>
          </p:nvSpPr>
          <p:spPr>
            <a:xfrm>
              <a:off x="4703280" y="1273324"/>
              <a:ext cx="80159" cy="80159"/>
            </a:xfrm>
            <a:custGeom>
              <a:rect b="b" l="l" r="r" t="t"/>
              <a:pathLst>
                <a:path extrusionOk="0" h="2879" w="2879">
                  <a:moveTo>
                    <a:pt x="1440" y="1"/>
                  </a:moveTo>
                  <a:cubicBezTo>
                    <a:pt x="646" y="1"/>
                    <a:pt x="0" y="645"/>
                    <a:pt x="0" y="1440"/>
                  </a:cubicBezTo>
                  <a:cubicBezTo>
                    <a:pt x="0" y="2234"/>
                    <a:pt x="646" y="2878"/>
                    <a:pt x="1440" y="2878"/>
                  </a:cubicBezTo>
                  <a:cubicBezTo>
                    <a:pt x="2235" y="2878"/>
                    <a:pt x="2879" y="2234"/>
                    <a:pt x="2879" y="1440"/>
                  </a:cubicBezTo>
                  <a:cubicBezTo>
                    <a:pt x="2879" y="645"/>
                    <a:pt x="2235" y="1"/>
                    <a:pt x="1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0"/>
            <p:cNvSpPr/>
            <p:nvPr/>
          </p:nvSpPr>
          <p:spPr>
            <a:xfrm>
              <a:off x="4379411" y="1144272"/>
              <a:ext cx="241923" cy="239863"/>
            </a:xfrm>
            <a:custGeom>
              <a:rect b="b" l="l" r="r" t="t"/>
              <a:pathLst>
                <a:path extrusionOk="0" h="8615" w="8689">
                  <a:moveTo>
                    <a:pt x="6691" y="0"/>
                  </a:moveTo>
                  <a:cubicBezTo>
                    <a:pt x="5688" y="0"/>
                    <a:pt x="4670" y="256"/>
                    <a:pt x="3739" y="794"/>
                  </a:cubicBezTo>
                  <a:cubicBezTo>
                    <a:pt x="995" y="2378"/>
                    <a:pt x="1" y="5828"/>
                    <a:pt x="1431" y="8614"/>
                  </a:cubicBezTo>
                  <a:cubicBezTo>
                    <a:pt x="1653" y="8571"/>
                    <a:pt x="1816" y="8539"/>
                    <a:pt x="1816" y="8539"/>
                  </a:cubicBezTo>
                  <a:cubicBezTo>
                    <a:pt x="2802" y="8314"/>
                    <a:pt x="3418" y="7885"/>
                    <a:pt x="3649" y="7257"/>
                  </a:cubicBezTo>
                  <a:cubicBezTo>
                    <a:pt x="3977" y="6361"/>
                    <a:pt x="4211" y="5940"/>
                    <a:pt x="4511" y="5702"/>
                  </a:cubicBezTo>
                  <a:cubicBezTo>
                    <a:pt x="4830" y="5449"/>
                    <a:pt x="5307" y="5356"/>
                    <a:pt x="6076" y="5271"/>
                  </a:cubicBezTo>
                  <a:cubicBezTo>
                    <a:pt x="7499" y="5113"/>
                    <a:pt x="7598" y="4011"/>
                    <a:pt x="7686" y="3038"/>
                  </a:cubicBezTo>
                  <a:cubicBezTo>
                    <a:pt x="7753" y="2286"/>
                    <a:pt x="7827" y="1450"/>
                    <a:pt x="8688" y="346"/>
                  </a:cubicBezTo>
                  <a:cubicBezTo>
                    <a:pt x="8050" y="118"/>
                    <a:pt x="7374" y="0"/>
                    <a:pt x="66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4602460" y="1166881"/>
              <a:ext cx="110618" cy="107054"/>
            </a:xfrm>
            <a:custGeom>
              <a:rect b="b" l="l" r="r" t="t"/>
              <a:pathLst>
                <a:path extrusionOk="0" h="3845" w="3973">
                  <a:moveTo>
                    <a:pt x="1675" y="0"/>
                  </a:moveTo>
                  <a:cubicBezTo>
                    <a:pt x="1497" y="942"/>
                    <a:pt x="993" y="1740"/>
                    <a:pt x="648" y="2001"/>
                  </a:cubicBezTo>
                  <a:cubicBezTo>
                    <a:pt x="304" y="2260"/>
                    <a:pt x="0" y="2724"/>
                    <a:pt x="177" y="3247"/>
                  </a:cubicBezTo>
                  <a:cubicBezTo>
                    <a:pt x="299" y="3611"/>
                    <a:pt x="621" y="3845"/>
                    <a:pt x="998" y="3845"/>
                  </a:cubicBezTo>
                  <a:cubicBezTo>
                    <a:pt x="1199" y="3845"/>
                    <a:pt x="1407" y="3776"/>
                    <a:pt x="1597" y="3646"/>
                  </a:cubicBezTo>
                  <a:cubicBezTo>
                    <a:pt x="1868" y="3459"/>
                    <a:pt x="2071" y="3257"/>
                    <a:pt x="2252" y="3076"/>
                  </a:cubicBezTo>
                  <a:cubicBezTo>
                    <a:pt x="2624" y="2704"/>
                    <a:pt x="2870" y="2459"/>
                    <a:pt x="3535" y="2459"/>
                  </a:cubicBezTo>
                  <a:cubicBezTo>
                    <a:pt x="3537" y="2459"/>
                    <a:pt x="3746" y="2456"/>
                    <a:pt x="3973" y="2452"/>
                  </a:cubicBezTo>
                  <a:cubicBezTo>
                    <a:pt x="3921" y="2349"/>
                    <a:pt x="3867" y="2248"/>
                    <a:pt x="3808" y="2147"/>
                  </a:cubicBezTo>
                  <a:cubicBezTo>
                    <a:pt x="3276" y="1225"/>
                    <a:pt x="2534" y="500"/>
                    <a:pt x="1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0"/>
            <p:cNvSpPr/>
            <p:nvPr/>
          </p:nvSpPr>
          <p:spPr>
            <a:xfrm>
              <a:off x="4439663" y="1256730"/>
              <a:ext cx="306880" cy="217060"/>
            </a:xfrm>
            <a:custGeom>
              <a:rect b="b" l="l" r="r" t="t"/>
              <a:pathLst>
                <a:path extrusionOk="0" h="7796" w="11022">
                  <a:moveTo>
                    <a:pt x="10143" y="1"/>
                  </a:moveTo>
                  <a:lnTo>
                    <a:pt x="10143" y="1"/>
                  </a:lnTo>
                  <a:cubicBezTo>
                    <a:pt x="8744" y="1188"/>
                    <a:pt x="6747" y="2642"/>
                    <a:pt x="5223" y="3414"/>
                  </a:cubicBezTo>
                  <a:cubicBezTo>
                    <a:pt x="3478" y="4297"/>
                    <a:pt x="1849" y="5013"/>
                    <a:pt x="378" y="5545"/>
                  </a:cubicBezTo>
                  <a:cubicBezTo>
                    <a:pt x="378" y="5545"/>
                    <a:pt x="220" y="5604"/>
                    <a:pt x="0" y="5682"/>
                  </a:cubicBezTo>
                  <a:cubicBezTo>
                    <a:pt x="1143" y="7046"/>
                    <a:pt x="2820" y="7795"/>
                    <a:pt x="4538" y="7795"/>
                  </a:cubicBezTo>
                  <a:cubicBezTo>
                    <a:pt x="5541" y="7795"/>
                    <a:pt x="6558" y="7539"/>
                    <a:pt x="7490" y="7001"/>
                  </a:cubicBezTo>
                  <a:cubicBezTo>
                    <a:pt x="9970" y="5569"/>
                    <a:pt x="11021" y="2614"/>
                    <a:pt x="10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0"/>
            <p:cNvSpPr/>
            <p:nvPr/>
          </p:nvSpPr>
          <p:spPr>
            <a:xfrm>
              <a:off x="4433287" y="1201267"/>
              <a:ext cx="127268" cy="124289"/>
            </a:xfrm>
            <a:custGeom>
              <a:rect b="b" l="l" r="r" t="t"/>
              <a:pathLst>
                <a:path extrusionOk="0" h="4464" w="4571">
                  <a:moveTo>
                    <a:pt x="3932" y="0"/>
                  </a:moveTo>
                  <a:cubicBezTo>
                    <a:pt x="3886" y="0"/>
                    <a:pt x="3840" y="11"/>
                    <a:pt x="3797" y="34"/>
                  </a:cubicBezTo>
                  <a:cubicBezTo>
                    <a:pt x="3655" y="108"/>
                    <a:pt x="3600" y="284"/>
                    <a:pt x="3674" y="425"/>
                  </a:cubicBezTo>
                  <a:cubicBezTo>
                    <a:pt x="3676" y="430"/>
                    <a:pt x="3914" y="895"/>
                    <a:pt x="3732" y="1234"/>
                  </a:cubicBezTo>
                  <a:cubicBezTo>
                    <a:pt x="3577" y="1525"/>
                    <a:pt x="3145" y="1630"/>
                    <a:pt x="2810" y="1668"/>
                  </a:cubicBezTo>
                  <a:cubicBezTo>
                    <a:pt x="2042" y="1755"/>
                    <a:pt x="1000" y="2058"/>
                    <a:pt x="396" y="3015"/>
                  </a:cubicBezTo>
                  <a:cubicBezTo>
                    <a:pt x="32" y="3594"/>
                    <a:pt x="6" y="4140"/>
                    <a:pt x="6" y="4164"/>
                  </a:cubicBezTo>
                  <a:cubicBezTo>
                    <a:pt x="0" y="4323"/>
                    <a:pt x="123" y="4456"/>
                    <a:pt x="283" y="4464"/>
                  </a:cubicBezTo>
                  <a:lnTo>
                    <a:pt x="296" y="4464"/>
                  </a:lnTo>
                  <a:cubicBezTo>
                    <a:pt x="450" y="4464"/>
                    <a:pt x="578" y="4343"/>
                    <a:pt x="585" y="4188"/>
                  </a:cubicBezTo>
                  <a:cubicBezTo>
                    <a:pt x="589" y="4118"/>
                    <a:pt x="694" y="2490"/>
                    <a:pt x="2875" y="2245"/>
                  </a:cubicBezTo>
                  <a:cubicBezTo>
                    <a:pt x="3566" y="2167"/>
                    <a:pt x="4027" y="1917"/>
                    <a:pt x="4247" y="1502"/>
                  </a:cubicBezTo>
                  <a:cubicBezTo>
                    <a:pt x="4570" y="890"/>
                    <a:pt x="4203" y="184"/>
                    <a:pt x="4187" y="155"/>
                  </a:cubicBezTo>
                  <a:cubicBezTo>
                    <a:pt x="4135" y="56"/>
                    <a:pt x="4035" y="0"/>
                    <a:pt x="3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0"/>
            <p:cNvSpPr/>
            <p:nvPr/>
          </p:nvSpPr>
          <p:spPr>
            <a:xfrm>
              <a:off x="4414576" y="1151094"/>
              <a:ext cx="310862" cy="272188"/>
            </a:xfrm>
            <a:custGeom>
              <a:rect b="b" l="l" r="r" t="t"/>
              <a:pathLst>
                <a:path extrusionOk="0" h="9776" w="11165">
                  <a:moveTo>
                    <a:pt x="7115" y="0"/>
                  </a:moveTo>
                  <a:cubicBezTo>
                    <a:pt x="5232" y="1763"/>
                    <a:pt x="6901" y="4417"/>
                    <a:pt x="4771" y="4653"/>
                  </a:cubicBezTo>
                  <a:cubicBezTo>
                    <a:pt x="3078" y="4840"/>
                    <a:pt x="2693" y="5082"/>
                    <a:pt x="2033" y="6883"/>
                  </a:cubicBezTo>
                  <a:cubicBezTo>
                    <a:pt x="1788" y="7550"/>
                    <a:pt x="970" y="7874"/>
                    <a:pt x="0" y="8013"/>
                  </a:cubicBezTo>
                  <a:cubicBezTo>
                    <a:pt x="90" y="8223"/>
                    <a:pt x="194" y="8428"/>
                    <a:pt x="310" y="8630"/>
                  </a:cubicBezTo>
                  <a:cubicBezTo>
                    <a:pt x="555" y="9055"/>
                    <a:pt x="845" y="9438"/>
                    <a:pt x="1171" y="9776"/>
                  </a:cubicBezTo>
                  <a:cubicBezTo>
                    <a:pt x="2525" y="9300"/>
                    <a:pt x="4220" y="8593"/>
                    <a:pt x="6293" y="7544"/>
                  </a:cubicBezTo>
                  <a:cubicBezTo>
                    <a:pt x="8257" y="6550"/>
                    <a:pt x="9867" y="5372"/>
                    <a:pt x="11165" y="4202"/>
                  </a:cubicBezTo>
                  <a:cubicBezTo>
                    <a:pt x="11034" y="3692"/>
                    <a:pt x="10832" y="3192"/>
                    <a:pt x="10556" y="2714"/>
                  </a:cubicBezTo>
                  <a:cubicBezTo>
                    <a:pt x="10546" y="2696"/>
                    <a:pt x="10535" y="2677"/>
                    <a:pt x="10523" y="2659"/>
                  </a:cubicBezTo>
                  <a:cubicBezTo>
                    <a:pt x="10439" y="2653"/>
                    <a:pt x="10359" y="2650"/>
                    <a:pt x="10283" y="2650"/>
                  </a:cubicBezTo>
                  <a:cubicBezTo>
                    <a:pt x="9094" y="2650"/>
                    <a:pt x="8911" y="3368"/>
                    <a:pt x="8133" y="3903"/>
                  </a:cubicBezTo>
                  <a:cubicBezTo>
                    <a:pt x="7997" y="3996"/>
                    <a:pt x="7865" y="4037"/>
                    <a:pt x="7746" y="4037"/>
                  </a:cubicBezTo>
                  <a:cubicBezTo>
                    <a:pt x="7254" y="4037"/>
                    <a:pt x="6992" y="3344"/>
                    <a:pt x="7622" y="2868"/>
                  </a:cubicBezTo>
                  <a:cubicBezTo>
                    <a:pt x="8252" y="2391"/>
                    <a:pt x="8562" y="1442"/>
                    <a:pt x="8710" y="745"/>
                  </a:cubicBezTo>
                  <a:cubicBezTo>
                    <a:pt x="8216" y="417"/>
                    <a:pt x="7678" y="167"/>
                    <a:pt x="7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4285747" y="1140068"/>
              <a:ext cx="567514" cy="337897"/>
            </a:xfrm>
            <a:custGeom>
              <a:rect b="b" l="l" r="r" t="t"/>
              <a:pathLst>
                <a:path extrusionOk="0" h="12136" w="20383">
                  <a:moveTo>
                    <a:pt x="17998" y="0"/>
                  </a:moveTo>
                  <a:cubicBezTo>
                    <a:pt x="16860" y="0"/>
                    <a:pt x="15223" y="402"/>
                    <a:pt x="13337" y="1141"/>
                  </a:cubicBezTo>
                  <a:cubicBezTo>
                    <a:pt x="13627" y="1333"/>
                    <a:pt x="13901" y="1552"/>
                    <a:pt x="14156" y="1798"/>
                  </a:cubicBezTo>
                  <a:cubicBezTo>
                    <a:pt x="15134" y="1436"/>
                    <a:pt x="15922" y="1237"/>
                    <a:pt x="16423" y="1237"/>
                  </a:cubicBezTo>
                  <a:cubicBezTo>
                    <a:pt x="16710" y="1237"/>
                    <a:pt x="16902" y="1302"/>
                    <a:pt x="16981" y="1439"/>
                  </a:cubicBezTo>
                  <a:cubicBezTo>
                    <a:pt x="17398" y="2161"/>
                    <a:pt x="14515" y="4606"/>
                    <a:pt x="10541" y="6901"/>
                  </a:cubicBezTo>
                  <a:cubicBezTo>
                    <a:pt x="7321" y="8760"/>
                    <a:pt x="4372" y="9949"/>
                    <a:pt x="3149" y="9949"/>
                  </a:cubicBezTo>
                  <a:cubicBezTo>
                    <a:pt x="2862" y="9949"/>
                    <a:pt x="2670" y="9884"/>
                    <a:pt x="2591" y="9747"/>
                  </a:cubicBezTo>
                  <a:cubicBezTo>
                    <a:pt x="2374" y="9370"/>
                    <a:pt x="3052" y="8528"/>
                    <a:pt x="4315" y="7480"/>
                  </a:cubicBezTo>
                  <a:cubicBezTo>
                    <a:pt x="4229" y="7137"/>
                    <a:pt x="4177" y="6790"/>
                    <a:pt x="4155" y="6442"/>
                  </a:cubicBezTo>
                  <a:cubicBezTo>
                    <a:pt x="1488" y="8573"/>
                    <a:pt x="1" y="10568"/>
                    <a:pt x="567" y="11549"/>
                  </a:cubicBezTo>
                  <a:cubicBezTo>
                    <a:pt x="797" y="11947"/>
                    <a:pt x="1342" y="12135"/>
                    <a:pt x="2121" y="12135"/>
                  </a:cubicBezTo>
                  <a:cubicBezTo>
                    <a:pt x="4152" y="12135"/>
                    <a:pt x="7773" y="10856"/>
                    <a:pt x="11562" y="8669"/>
                  </a:cubicBezTo>
                  <a:cubicBezTo>
                    <a:pt x="16804" y="5642"/>
                    <a:pt x="20382" y="2023"/>
                    <a:pt x="19553" y="588"/>
                  </a:cubicBezTo>
                  <a:cubicBezTo>
                    <a:pt x="19323" y="189"/>
                    <a:pt x="18778" y="0"/>
                    <a:pt x="17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4547498" y="1362004"/>
              <a:ext cx="138322" cy="119639"/>
            </a:xfrm>
            <a:custGeom>
              <a:rect b="b" l="l" r="r" t="t"/>
              <a:pathLst>
                <a:path extrusionOk="0" h="4297" w="4968">
                  <a:moveTo>
                    <a:pt x="4640" y="0"/>
                  </a:moveTo>
                  <a:cubicBezTo>
                    <a:pt x="4523" y="0"/>
                    <a:pt x="4412" y="72"/>
                    <a:pt x="4368" y="188"/>
                  </a:cubicBezTo>
                  <a:cubicBezTo>
                    <a:pt x="4136" y="803"/>
                    <a:pt x="3722" y="1330"/>
                    <a:pt x="3173" y="1713"/>
                  </a:cubicBezTo>
                  <a:cubicBezTo>
                    <a:pt x="2683" y="2054"/>
                    <a:pt x="2088" y="2278"/>
                    <a:pt x="1495" y="2341"/>
                  </a:cubicBezTo>
                  <a:cubicBezTo>
                    <a:pt x="1012" y="2392"/>
                    <a:pt x="640" y="2579"/>
                    <a:pt x="391" y="2895"/>
                  </a:cubicBezTo>
                  <a:cubicBezTo>
                    <a:pt x="1" y="3390"/>
                    <a:pt x="78" y="4017"/>
                    <a:pt x="81" y="4044"/>
                  </a:cubicBezTo>
                  <a:cubicBezTo>
                    <a:pt x="100" y="4190"/>
                    <a:pt x="224" y="4296"/>
                    <a:pt x="368" y="4296"/>
                  </a:cubicBezTo>
                  <a:cubicBezTo>
                    <a:pt x="380" y="4296"/>
                    <a:pt x="392" y="4295"/>
                    <a:pt x="405" y="4294"/>
                  </a:cubicBezTo>
                  <a:cubicBezTo>
                    <a:pt x="563" y="4273"/>
                    <a:pt x="675" y="4129"/>
                    <a:pt x="657" y="3970"/>
                  </a:cubicBezTo>
                  <a:cubicBezTo>
                    <a:pt x="656" y="3965"/>
                    <a:pt x="610" y="3551"/>
                    <a:pt x="850" y="3250"/>
                  </a:cubicBezTo>
                  <a:cubicBezTo>
                    <a:pt x="999" y="3063"/>
                    <a:pt x="1236" y="2952"/>
                    <a:pt x="1556" y="2918"/>
                  </a:cubicBezTo>
                  <a:cubicBezTo>
                    <a:pt x="2244" y="2843"/>
                    <a:pt x="2937" y="2585"/>
                    <a:pt x="3505" y="2188"/>
                  </a:cubicBezTo>
                  <a:cubicBezTo>
                    <a:pt x="4150" y="1738"/>
                    <a:pt x="4637" y="1118"/>
                    <a:pt x="4911" y="393"/>
                  </a:cubicBezTo>
                  <a:cubicBezTo>
                    <a:pt x="4967" y="243"/>
                    <a:pt x="4892" y="76"/>
                    <a:pt x="4742" y="19"/>
                  </a:cubicBezTo>
                  <a:cubicBezTo>
                    <a:pt x="4708" y="6"/>
                    <a:pt x="4674" y="0"/>
                    <a:pt x="4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70"/>
          <p:cNvGrpSpPr/>
          <p:nvPr/>
        </p:nvGrpSpPr>
        <p:grpSpPr>
          <a:xfrm>
            <a:off x="5410254" y="1318254"/>
            <a:ext cx="417386" cy="501905"/>
            <a:chOff x="5101740" y="1089700"/>
            <a:chExt cx="436459" cy="535308"/>
          </a:xfrm>
        </p:grpSpPr>
        <p:sp>
          <p:nvSpPr>
            <p:cNvPr id="3912" name="Google Shape;3912;p70"/>
            <p:cNvSpPr/>
            <p:nvPr/>
          </p:nvSpPr>
          <p:spPr>
            <a:xfrm>
              <a:off x="5301263" y="1516644"/>
              <a:ext cx="39119" cy="51620"/>
            </a:xfrm>
            <a:custGeom>
              <a:rect b="b" l="l" r="r" t="t"/>
              <a:pathLst>
                <a:path extrusionOk="0" h="1854" w="1405">
                  <a:moveTo>
                    <a:pt x="0" y="1"/>
                  </a:moveTo>
                  <a:lnTo>
                    <a:pt x="0" y="1853"/>
                  </a:lnTo>
                  <a:lnTo>
                    <a:pt x="1404" y="1853"/>
                  </a:lnTo>
                  <a:lnTo>
                    <a:pt x="14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0"/>
            <p:cNvSpPr/>
            <p:nvPr/>
          </p:nvSpPr>
          <p:spPr>
            <a:xfrm>
              <a:off x="5143727" y="1129961"/>
              <a:ext cx="321470" cy="321497"/>
            </a:xfrm>
            <a:custGeom>
              <a:rect b="b" l="l" r="r" t="t"/>
              <a:pathLst>
                <a:path extrusionOk="0" h="11547" w="11546">
                  <a:moveTo>
                    <a:pt x="10715" y="1"/>
                  </a:moveTo>
                  <a:lnTo>
                    <a:pt x="0" y="10716"/>
                  </a:lnTo>
                  <a:lnTo>
                    <a:pt x="831" y="11547"/>
                  </a:lnTo>
                  <a:lnTo>
                    <a:pt x="11545" y="831"/>
                  </a:lnTo>
                  <a:lnTo>
                    <a:pt x="107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0"/>
            <p:cNvSpPr/>
            <p:nvPr/>
          </p:nvSpPr>
          <p:spPr>
            <a:xfrm>
              <a:off x="5101740" y="1089700"/>
              <a:ext cx="436459" cy="434816"/>
            </a:xfrm>
            <a:custGeom>
              <a:rect b="b" l="l" r="r" t="t"/>
              <a:pathLst>
                <a:path extrusionOk="0" h="15617" w="15676">
                  <a:moveTo>
                    <a:pt x="11458" y="1"/>
                  </a:moveTo>
                  <a:cubicBezTo>
                    <a:pt x="11320" y="1"/>
                    <a:pt x="11186" y="74"/>
                    <a:pt x="11114" y="204"/>
                  </a:cubicBezTo>
                  <a:lnTo>
                    <a:pt x="11020" y="376"/>
                  </a:lnTo>
                  <a:cubicBezTo>
                    <a:pt x="10920" y="560"/>
                    <a:pt x="10982" y="788"/>
                    <a:pt x="11161" y="898"/>
                  </a:cubicBezTo>
                  <a:cubicBezTo>
                    <a:pt x="11655" y="1201"/>
                    <a:pt x="12113" y="1562"/>
                    <a:pt x="12527" y="1976"/>
                  </a:cubicBezTo>
                  <a:cubicBezTo>
                    <a:pt x="15418" y="4869"/>
                    <a:pt x="15418" y="9574"/>
                    <a:pt x="12527" y="12467"/>
                  </a:cubicBezTo>
                  <a:cubicBezTo>
                    <a:pt x="11081" y="13913"/>
                    <a:pt x="9181" y="14636"/>
                    <a:pt x="7281" y="14636"/>
                  </a:cubicBezTo>
                  <a:cubicBezTo>
                    <a:pt x="5382" y="14636"/>
                    <a:pt x="3482" y="13913"/>
                    <a:pt x="2036" y="12467"/>
                  </a:cubicBezTo>
                  <a:cubicBezTo>
                    <a:pt x="1623" y="12054"/>
                    <a:pt x="1261" y="11595"/>
                    <a:pt x="957" y="11101"/>
                  </a:cubicBezTo>
                  <a:cubicBezTo>
                    <a:pt x="884" y="10981"/>
                    <a:pt x="755" y="10913"/>
                    <a:pt x="622" y="10913"/>
                  </a:cubicBezTo>
                  <a:cubicBezTo>
                    <a:pt x="559" y="10913"/>
                    <a:pt x="495" y="10929"/>
                    <a:pt x="436" y="10961"/>
                  </a:cubicBezTo>
                  <a:lnTo>
                    <a:pt x="264" y="11055"/>
                  </a:lnTo>
                  <a:cubicBezTo>
                    <a:pt x="69" y="11161"/>
                    <a:pt x="1" y="11410"/>
                    <a:pt x="118" y="11600"/>
                  </a:cubicBezTo>
                  <a:cubicBezTo>
                    <a:pt x="463" y="12165"/>
                    <a:pt x="874" y="12687"/>
                    <a:pt x="1345" y="13158"/>
                  </a:cubicBezTo>
                  <a:cubicBezTo>
                    <a:pt x="2930" y="14743"/>
                    <a:pt x="5039" y="15616"/>
                    <a:pt x="7281" y="15616"/>
                  </a:cubicBezTo>
                  <a:cubicBezTo>
                    <a:pt x="9524" y="15616"/>
                    <a:pt x="11631" y="14743"/>
                    <a:pt x="13217" y="13158"/>
                  </a:cubicBezTo>
                  <a:cubicBezTo>
                    <a:pt x="14791" y="11583"/>
                    <a:pt x="15676" y="9447"/>
                    <a:pt x="15676" y="7222"/>
                  </a:cubicBezTo>
                  <a:cubicBezTo>
                    <a:pt x="15676" y="4979"/>
                    <a:pt x="14802" y="2871"/>
                    <a:pt x="13217" y="1286"/>
                  </a:cubicBezTo>
                  <a:cubicBezTo>
                    <a:pt x="12746" y="815"/>
                    <a:pt x="12224" y="403"/>
                    <a:pt x="11661" y="57"/>
                  </a:cubicBezTo>
                  <a:cubicBezTo>
                    <a:pt x="11597" y="19"/>
                    <a:pt x="11527" y="1"/>
                    <a:pt x="1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5139996" y="1124337"/>
              <a:ext cx="312783" cy="332885"/>
            </a:xfrm>
            <a:custGeom>
              <a:rect b="b" l="l" r="r" t="t"/>
              <a:pathLst>
                <a:path extrusionOk="0" h="11956" w="11234">
                  <a:moveTo>
                    <a:pt x="5907" y="0"/>
                  </a:moveTo>
                  <a:cubicBezTo>
                    <a:pt x="2919" y="0"/>
                    <a:pt x="442" y="2194"/>
                    <a:pt x="0" y="5060"/>
                  </a:cubicBezTo>
                  <a:lnTo>
                    <a:pt x="1627" y="4276"/>
                  </a:lnTo>
                  <a:cubicBezTo>
                    <a:pt x="1645" y="4266"/>
                    <a:pt x="1664" y="4263"/>
                    <a:pt x="1683" y="4263"/>
                  </a:cubicBezTo>
                  <a:cubicBezTo>
                    <a:pt x="1712" y="4263"/>
                    <a:pt x="1741" y="4273"/>
                    <a:pt x="1763" y="4291"/>
                  </a:cubicBezTo>
                  <a:lnTo>
                    <a:pt x="2195" y="4635"/>
                  </a:lnTo>
                  <a:cubicBezTo>
                    <a:pt x="2219" y="4653"/>
                    <a:pt x="2235" y="4679"/>
                    <a:pt x="2241" y="4709"/>
                  </a:cubicBezTo>
                  <a:lnTo>
                    <a:pt x="2511" y="6015"/>
                  </a:lnTo>
                  <a:cubicBezTo>
                    <a:pt x="2581" y="6347"/>
                    <a:pt x="2839" y="6613"/>
                    <a:pt x="3169" y="6691"/>
                  </a:cubicBezTo>
                  <a:lnTo>
                    <a:pt x="4551" y="7019"/>
                  </a:lnTo>
                  <a:cubicBezTo>
                    <a:pt x="4618" y="7035"/>
                    <a:pt x="4686" y="7044"/>
                    <a:pt x="4754" y="7044"/>
                  </a:cubicBezTo>
                  <a:cubicBezTo>
                    <a:pt x="4965" y="7044"/>
                    <a:pt x="5170" y="6967"/>
                    <a:pt x="5330" y="6828"/>
                  </a:cubicBezTo>
                  <a:lnTo>
                    <a:pt x="5912" y="6322"/>
                  </a:lnTo>
                  <a:cubicBezTo>
                    <a:pt x="5941" y="6296"/>
                    <a:pt x="5974" y="6291"/>
                    <a:pt x="5995" y="6291"/>
                  </a:cubicBezTo>
                  <a:cubicBezTo>
                    <a:pt x="6018" y="6291"/>
                    <a:pt x="6051" y="6296"/>
                    <a:pt x="6081" y="6324"/>
                  </a:cubicBezTo>
                  <a:lnTo>
                    <a:pt x="6313" y="6536"/>
                  </a:lnTo>
                  <a:cubicBezTo>
                    <a:pt x="6347" y="6567"/>
                    <a:pt x="6362" y="6615"/>
                    <a:pt x="6350" y="6661"/>
                  </a:cubicBezTo>
                  <a:lnTo>
                    <a:pt x="5904" y="8475"/>
                  </a:lnTo>
                  <a:cubicBezTo>
                    <a:pt x="5854" y="8678"/>
                    <a:pt x="5879" y="8890"/>
                    <a:pt x="5970" y="9076"/>
                  </a:cubicBezTo>
                  <a:lnTo>
                    <a:pt x="6246" y="9633"/>
                  </a:lnTo>
                  <a:cubicBezTo>
                    <a:pt x="6275" y="9693"/>
                    <a:pt x="6256" y="9763"/>
                    <a:pt x="6200" y="9799"/>
                  </a:cubicBezTo>
                  <a:lnTo>
                    <a:pt x="5532" y="10212"/>
                  </a:lnTo>
                  <a:cubicBezTo>
                    <a:pt x="5512" y="10224"/>
                    <a:pt x="5489" y="10231"/>
                    <a:pt x="5465" y="10231"/>
                  </a:cubicBezTo>
                  <a:cubicBezTo>
                    <a:pt x="5445" y="10231"/>
                    <a:pt x="5426" y="10227"/>
                    <a:pt x="5408" y="10218"/>
                  </a:cubicBezTo>
                  <a:lnTo>
                    <a:pt x="4395" y="9717"/>
                  </a:lnTo>
                  <a:cubicBezTo>
                    <a:pt x="4275" y="9657"/>
                    <a:pt x="4140" y="9627"/>
                    <a:pt x="4005" y="9627"/>
                  </a:cubicBezTo>
                  <a:cubicBezTo>
                    <a:pt x="3741" y="9627"/>
                    <a:pt x="3493" y="9744"/>
                    <a:pt x="3325" y="9949"/>
                  </a:cubicBezTo>
                  <a:lnTo>
                    <a:pt x="2510" y="10896"/>
                  </a:lnTo>
                  <a:cubicBezTo>
                    <a:pt x="3475" y="11564"/>
                    <a:pt x="4646" y="11955"/>
                    <a:pt x="5907" y="11955"/>
                  </a:cubicBezTo>
                  <a:cubicBezTo>
                    <a:pt x="8230" y="11955"/>
                    <a:pt x="10245" y="10629"/>
                    <a:pt x="11233" y="8693"/>
                  </a:cubicBezTo>
                  <a:lnTo>
                    <a:pt x="9271" y="8589"/>
                  </a:lnTo>
                  <a:cubicBezTo>
                    <a:pt x="9247" y="8588"/>
                    <a:pt x="9229" y="8569"/>
                    <a:pt x="9228" y="8546"/>
                  </a:cubicBezTo>
                  <a:lnTo>
                    <a:pt x="9165" y="7771"/>
                  </a:lnTo>
                  <a:cubicBezTo>
                    <a:pt x="9163" y="7752"/>
                    <a:pt x="9173" y="7735"/>
                    <a:pt x="9189" y="7727"/>
                  </a:cubicBezTo>
                  <a:lnTo>
                    <a:pt x="9598" y="7513"/>
                  </a:lnTo>
                  <a:cubicBezTo>
                    <a:pt x="9861" y="7375"/>
                    <a:pt x="10026" y="7105"/>
                    <a:pt x="10026" y="6806"/>
                  </a:cubicBezTo>
                  <a:lnTo>
                    <a:pt x="10026" y="6403"/>
                  </a:lnTo>
                  <a:cubicBezTo>
                    <a:pt x="10026" y="5992"/>
                    <a:pt x="9718" y="5652"/>
                    <a:pt x="9311" y="5609"/>
                  </a:cubicBezTo>
                  <a:lnTo>
                    <a:pt x="8347" y="5508"/>
                  </a:lnTo>
                  <a:cubicBezTo>
                    <a:pt x="8330" y="5507"/>
                    <a:pt x="8316" y="5496"/>
                    <a:pt x="8308" y="5480"/>
                  </a:cubicBezTo>
                  <a:lnTo>
                    <a:pt x="8022" y="4810"/>
                  </a:lnTo>
                  <a:cubicBezTo>
                    <a:pt x="7918" y="4569"/>
                    <a:pt x="7702" y="4393"/>
                    <a:pt x="7444" y="4342"/>
                  </a:cubicBezTo>
                  <a:lnTo>
                    <a:pt x="5491" y="3957"/>
                  </a:lnTo>
                  <a:cubicBezTo>
                    <a:pt x="5478" y="3954"/>
                    <a:pt x="5469" y="3947"/>
                    <a:pt x="5464" y="3941"/>
                  </a:cubicBezTo>
                  <a:cubicBezTo>
                    <a:pt x="5459" y="3935"/>
                    <a:pt x="5454" y="3925"/>
                    <a:pt x="5454" y="3912"/>
                  </a:cubicBezTo>
                  <a:cubicBezTo>
                    <a:pt x="5454" y="3891"/>
                    <a:pt x="5467" y="3873"/>
                    <a:pt x="5486" y="3866"/>
                  </a:cubicBezTo>
                  <a:lnTo>
                    <a:pt x="6775" y="3460"/>
                  </a:lnTo>
                  <a:cubicBezTo>
                    <a:pt x="6859" y="3433"/>
                    <a:pt x="6939" y="3393"/>
                    <a:pt x="7009" y="3340"/>
                  </a:cubicBezTo>
                  <a:lnTo>
                    <a:pt x="7511" y="2970"/>
                  </a:lnTo>
                  <a:cubicBezTo>
                    <a:pt x="7713" y="2821"/>
                    <a:pt x="7834" y="2581"/>
                    <a:pt x="7834" y="2328"/>
                  </a:cubicBezTo>
                  <a:lnTo>
                    <a:pt x="7834" y="2125"/>
                  </a:lnTo>
                  <a:cubicBezTo>
                    <a:pt x="7834" y="2094"/>
                    <a:pt x="7861" y="2078"/>
                    <a:pt x="7880" y="2078"/>
                  </a:cubicBezTo>
                  <a:cubicBezTo>
                    <a:pt x="7883" y="2078"/>
                    <a:pt x="7886" y="2078"/>
                    <a:pt x="7890" y="2080"/>
                  </a:cubicBezTo>
                  <a:lnTo>
                    <a:pt x="8117" y="2127"/>
                  </a:lnTo>
                  <a:cubicBezTo>
                    <a:pt x="8172" y="2138"/>
                    <a:pt x="8225" y="2144"/>
                    <a:pt x="8280" y="2144"/>
                  </a:cubicBezTo>
                  <a:cubicBezTo>
                    <a:pt x="8660" y="2144"/>
                    <a:pt x="8989" y="1874"/>
                    <a:pt x="9063" y="1502"/>
                  </a:cubicBezTo>
                  <a:lnTo>
                    <a:pt x="9201" y="989"/>
                  </a:lnTo>
                  <a:cubicBezTo>
                    <a:pt x="8257" y="365"/>
                    <a:pt x="7125" y="0"/>
                    <a:pt x="5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5138020" y="1232562"/>
              <a:ext cx="190164" cy="201329"/>
            </a:xfrm>
            <a:custGeom>
              <a:rect b="b" l="l" r="r" t="t"/>
              <a:pathLst>
                <a:path extrusionOk="0" h="7231" w="6830">
                  <a:moveTo>
                    <a:pt x="1755" y="0"/>
                  </a:moveTo>
                  <a:cubicBezTo>
                    <a:pt x="1679" y="0"/>
                    <a:pt x="1603" y="18"/>
                    <a:pt x="1532" y="53"/>
                  </a:cubicBezTo>
                  <a:lnTo>
                    <a:pt x="156" y="731"/>
                  </a:lnTo>
                  <a:cubicBezTo>
                    <a:pt x="55" y="1169"/>
                    <a:pt x="0" y="1622"/>
                    <a:pt x="0" y="2091"/>
                  </a:cubicBezTo>
                  <a:cubicBezTo>
                    <a:pt x="0" y="4276"/>
                    <a:pt x="1174" y="6187"/>
                    <a:pt x="2925" y="7230"/>
                  </a:cubicBezTo>
                  <a:cubicBezTo>
                    <a:pt x="2934" y="7222"/>
                    <a:pt x="2942" y="7212"/>
                    <a:pt x="2951" y="7202"/>
                  </a:cubicBezTo>
                  <a:lnTo>
                    <a:pt x="3687" y="6300"/>
                  </a:lnTo>
                  <a:cubicBezTo>
                    <a:pt x="3785" y="6179"/>
                    <a:pt x="3929" y="6115"/>
                    <a:pt x="4077" y="6115"/>
                  </a:cubicBezTo>
                  <a:cubicBezTo>
                    <a:pt x="4152" y="6115"/>
                    <a:pt x="4228" y="6132"/>
                    <a:pt x="4300" y="6167"/>
                  </a:cubicBezTo>
                  <a:lnTo>
                    <a:pt x="5313" y="6668"/>
                  </a:lnTo>
                  <a:cubicBezTo>
                    <a:pt x="5384" y="6703"/>
                    <a:pt x="5460" y="6720"/>
                    <a:pt x="5536" y="6720"/>
                  </a:cubicBezTo>
                  <a:cubicBezTo>
                    <a:pt x="5628" y="6720"/>
                    <a:pt x="5720" y="6694"/>
                    <a:pt x="5801" y="6644"/>
                  </a:cubicBezTo>
                  <a:lnTo>
                    <a:pt x="6468" y="6230"/>
                  </a:lnTo>
                  <a:cubicBezTo>
                    <a:pt x="6689" y="6093"/>
                    <a:pt x="6769" y="5812"/>
                    <a:pt x="6654" y="5580"/>
                  </a:cubicBezTo>
                  <a:lnTo>
                    <a:pt x="6378" y="5021"/>
                  </a:lnTo>
                  <a:cubicBezTo>
                    <a:pt x="6324" y="4915"/>
                    <a:pt x="6312" y="4793"/>
                    <a:pt x="6340" y="4679"/>
                  </a:cubicBezTo>
                  <a:lnTo>
                    <a:pt x="6785" y="2863"/>
                  </a:lnTo>
                  <a:cubicBezTo>
                    <a:pt x="6829" y="2685"/>
                    <a:pt x="6773" y="2497"/>
                    <a:pt x="6636" y="2372"/>
                  </a:cubicBezTo>
                  <a:lnTo>
                    <a:pt x="6406" y="2160"/>
                  </a:lnTo>
                  <a:cubicBezTo>
                    <a:pt x="6310" y="2072"/>
                    <a:pt x="6188" y="2028"/>
                    <a:pt x="6066" y="2028"/>
                  </a:cubicBezTo>
                  <a:cubicBezTo>
                    <a:pt x="5949" y="2028"/>
                    <a:pt x="5831" y="2069"/>
                    <a:pt x="5736" y="2152"/>
                  </a:cubicBezTo>
                  <a:lnTo>
                    <a:pt x="5156" y="2658"/>
                  </a:lnTo>
                  <a:cubicBezTo>
                    <a:pt x="5062" y="2738"/>
                    <a:pt x="4945" y="2781"/>
                    <a:pt x="4825" y="2781"/>
                  </a:cubicBezTo>
                  <a:cubicBezTo>
                    <a:pt x="4786" y="2781"/>
                    <a:pt x="4748" y="2776"/>
                    <a:pt x="4709" y="2768"/>
                  </a:cubicBezTo>
                  <a:lnTo>
                    <a:pt x="3326" y="2438"/>
                  </a:lnTo>
                  <a:cubicBezTo>
                    <a:pt x="3137" y="2393"/>
                    <a:pt x="2990" y="2243"/>
                    <a:pt x="2951" y="2052"/>
                  </a:cubicBezTo>
                  <a:lnTo>
                    <a:pt x="2679" y="745"/>
                  </a:lnTo>
                  <a:cubicBezTo>
                    <a:pt x="2656" y="629"/>
                    <a:pt x="2592" y="527"/>
                    <a:pt x="2501" y="454"/>
                  </a:cubicBezTo>
                  <a:lnTo>
                    <a:pt x="2068" y="110"/>
                  </a:lnTo>
                  <a:cubicBezTo>
                    <a:pt x="1977" y="37"/>
                    <a:pt x="1867" y="0"/>
                    <a:pt x="1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5281383" y="1145525"/>
              <a:ext cx="189524" cy="231371"/>
            </a:xfrm>
            <a:custGeom>
              <a:rect b="b" l="l" r="r" t="t"/>
              <a:pathLst>
                <a:path extrusionOk="0" h="8310" w="6807">
                  <a:moveTo>
                    <a:pt x="3750" y="0"/>
                  </a:moveTo>
                  <a:lnTo>
                    <a:pt x="3617" y="667"/>
                  </a:lnTo>
                  <a:cubicBezTo>
                    <a:pt x="3577" y="868"/>
                    <a:pt x="3401" y="1007"/>
                    <a:pt x="3204" y="1007"/>
                  </a:cubicBezTo>
                  <a:cubicBezTo>
                    <a:pt x="3175" y="1007"/>
                    <a:pt x="3145" y="1004"/>
                    <a:pt x="3116" y="998"/>
                  </a:cubicBezTo>
                  <a:lnTo>
                    <a:pt x="2889" y="950"/>
                  </a:lnTo>
                  <a:cubicBezTo>
                    <a:pt x="2860" y="944"/>
                    <a:pt x="2830" y="941"/>
                    <a:pt x="2802" y="941"/>
                  </a:cubicBezTo>
                  <a:cubicBezTo>
                    <a:pt x="2575" y="941"/>
                    <a:pt x="2380" y="1127"/>
                    <a:pt x="2380" y="1364"/>
                  </a:cubicBezTo>
                  <a:lnTo>
                    <a:pt x="2380" y="1567"/>
                  </a:lnTo>
                  <a:cubicBezTo>
                    <a:pt x="2380" y="1702"/>
                    <a:pt x="2317" y="1828"/>
                    <a:pt x="2210" y="1908"/>
                  </a:cubicBezTo>
                  <a:lnTo>
                    <a:pt x="1708" y="2277"/>
                  </a:lnTo>
                  <a:cubicBezTo>
                    <a:pt x="1670" y="2305"/>
                    <a:pt x="1629" y="2326"/>
                    <a:pt x="1584" y="2341"/>
                  </a:cubicBezTo>
                  <a:lnTo>
                    <a:pt x="295" y="2748"/>
                  </a:lnTo>
                  <a:cubicBezTo>
                    <a:pt x="119" y="2803"/>
                    <a:pt x="1" y="2966"/>
                    <a:pt x="1" y="3151"/>
                  </a:cubicBezTo>
                  <a:cubicBezTo>
                    <a:pt x="1" y="3251"/>
                    <a:pt x="36" y="3344"/>
                    <a:pt x="96" y="3418"/>
                  </a:cubicBezTo>
                  <a:cubicBezTo>
                    <a:pt x="157" y="3491"/>
                    <a:pt x="241" y="3544"/>
                    <a:pt x="341" y="3564"/>
                  </a:cubicBezTo>
                  <a:lnTo>
                    <a:pt x="2292" y="3949"/>
                  </a:lnTo>
                  <a:cubicBezTo>
                    <a:pt x="2429" y="3976"/>
                    <a:pt x="2544" y="4069"/>
                    <a:pt x="2599" y="4197"/>
                  </a:cubicBezTo>
                  <a:lnTo>
                    <a:pt x="2886" y="4868"/>
                  </a:lnTo>
                  <a:cubicBezTo>
                    <a:pt x="2946" y="5008"/>
                    <a:pt x="3078" y="5104"/>
                    <a:pt x="3230" y="5121"/>
                  </a:cubicBezTo>
                  <a:lnTo>
                    <a:pt x="4194" y="5222"/>
                  </a:lnTo>
                  <a:cubicBezTo>
                    <a:pt x="4409" y="5243"/>
                    <a:pt x="4572" y="5425"/>
                    <a:pt x="4572" y="5641"/>
                  </a:cubicBezTo>
                  <a:lnTo>
                    <a:pt x="4572" y="6045"/>
                  </a:lnTo>
                  <a:cubicBezTo>
                    <a:pt x="4572" y="6202"/>
                    <a:pt x="4485" y="6346"/>
                    <a:pt x="4345" y="6419"/>
                  </a:cubicBezTo>
                  <a:lnTo>
                    <a:pt x="3938" y="6633"/>
                  </a:lnTo>
                  <a:cubicBezTo>
                    <a:pt x="3788" y="6711"/>
                    <a:pt x="3699" y="6872"/>
                    <a:pt x="3712" y="7040"/>
                  </a:cubicBezTo>
                  <a:lnTo>
                    <a:pt x="3776" y="7816"/>
                  </a:lnTo>
                  <a:cubicBezTo>
                    <a:pt x="3793" y="8024"/>
                    <a:pt x="3961" y="8190"/>
                    <a:pt x="4171" y="8202"/>
                  </a:cubicBezTo>
                  <a:lnTo>
                    <a:pt x="5944" y="8310"/>
                  </a:lnTo>
                  <a:cubicBezTo>
                    <a:pt x="6492" y="7407"/>
                    <a:pt x="6806" y="6348"/>
                    <a:pt x="6806" y="5217"/>
                  </a:cubicBezTo>
                  <a:cubicBezTo>
                    <a:pt x="6806" y="2976"/>
                    <a:pt x="5573" y="1024"/>
                    <a:pt x="3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5366193" y="1219810"/>
              <a:ext cx="26701" cy="16204"/>
            </a:xfrm>
            <a:custGeom>
              <a:rect b="b" l="l" r="r" t="t"/>
              <a:pathLst>
                <a:path extrusionOk="0" h="582" w="959">
                  <a:moveTo>
                    <a:pt x="290" y="1"/>
                  </a:moveTo>
                  <a:cubicBezTo>
                    <a:pt x="131" y="1"/>
                    <a:pt x="0" y="131"/>
                    <a:pt x="0" y="291"/>
                  </a:cubicBezTo>
                  <a:cubicBezTo>
                    <a:pt x="0" y="451"/>
                    <a:pt x="131" y="581"/>
                    <a:pt x="290" y="581"/>
                  </a:cubicBezTo>
                  <a:lnTo>
                    <a:pt x="669" y="581"/>
                  </a:lnTo>
                  <a:cubicBezTo>
                    <a:pt x="828" y="581"/>
                    <a:pt x="959" y="451"/>
                    <a:pt x="959" y="291"/>
                  </a:cubicBezTo>
                  <a:cubicBezTo>
                    <a:pt x="959" y="131"/>
                    <a:pt x="828" y="1"/>
                    <a:pt x="6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5165668" y="1296128"/>
              <a:ext cx="26701" cy="16176"/>
            </a:xfrm>
            <a:custGeom>
              <a:rect b="b" l="l" r="r" t="t"/>
              <a:pathLst>
                <a:path extrusionOk="0" h="581" w="959">
                  <a:moveTo>
                    <a:pt x="290" y="0"/>
                  </a:moveTo>
                  <a:cubicBezTo>
                    <a:pt x="131" y="0"/>
                    <a:pt x="0" y="130"/>
                    <a:pt x="0" y="291"/>
                  </a:cubicBezTo>
                  <a:cubicBezTo>
                    <a:pt x="0" y="450"/>
                    <a:pt x="131" y="581"/>
                    <a:pt x="290" y="581"/>
                  </a:cubicBezTo>
                  <a:lnTo>
                    <a:pt x="669" y="581"/>
                  </a:lnTo>
                  <a:cubicBezTo>
                    <a:pt x="828" y="581"/>
                    <a:pt x="959" y="450"/>
                    <a:pt x="959" y="291"/>
                  </a:cubicBezTo>
                  <a:cubicBezTo>
                    <a:pt x="959" y="130"/>
                    <a:pt x="828" y="0"/>
                    <a:pt x="6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5262784" y="1172561"/>
              <a:ext cx="26673" cy="16176"/>
            </a:xfrm>
            <a:custGeom>
              <a:rect b="b" l="l" r="r" t="t"/>
              <a:pathLst>
                <a:path extrusionOk="0" h="581" w="958">
                  <a:moveTo>
                    <a:pt x="291" y="0"/>
                  </a:moveTo>
                  <a:cubicBezTo>
                    <a:pt x="130" y="0"/>
                    <a:pt x="0" y="131"/>
                    <a:pt x="0" y="290"/>
                  </a:cubicBezTo>
                  <a:cubicBezTo>
                    <a:pt x="0" y="450"/>
                    <a:pt x="130" y="581"/>
                    <a:pt x="291" y="581"/>
                  </a:cubicBezTo>
                  <a:lnTo>
                    <a:pt x="668" y="581"/>
                  </a:lnTo>
                  <a:cubicBezTo>
                    <a:pt x="828" y="581"/>
                    <a:pt x="958" y="450"/>
                    <a:pt x="958" y="290"/>
                  </a:cubicBezTo>
                  <a:cubicBezTo>
                    <a:pt x="958" y="131"/>
                    <a:pt x="828"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5394565" y="1245565"/>
              <a:ext cx="26729" cy="16149"/>
            </a:xfrm>
            <a:custGeom>
              <a:rect b="b" l="l" r="r" t="t"/>
              <a:pathLst>
                <a:path extrusionOk="0" h="580" w="960">
                  <a:moveTo>
                    <a:pt x="291" y="0"/>
                  </a:moveTo>
                  <a:cubicBezTo>
                    <a:pt x="131" y="0"/>
                    <a:pt x="1" y="130"/>
                    <a:pt x="1" y="291"/>
                  </a:cubicBezTo>
                  <a:cubicBezTo>
                    <a:pt x="1" y="450"/>
                    <a:pt x="131" y="580"/>
                    <a:pt x="291" y="580"/>
                  </a:cubicBezTo>
                  <a:lnTo>
                    <a:pt x="669" y="580"/>
                  </a:lnTo>
                  <a:cubicBezTo>
                    <a:pt x="829" y="580"/>
                    <a:pt x="959" y="450"/>
                    <a:pt x="959" y="291"/>
                  </a:cubicBezTo>
                  <a:cubicBezTo>
                    <a:pt x="959" y="130"/>
                    <a:pt x="829" y="0"/>
                    <a:pt x="6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5251424" y="1363424"/>
              <a:ext cx="27759" cy="16204"/>
            </a:xfrm>
            <a:custGeom>
              <a:rect b="b" l="l" r="r" t="t"/>
              <a:pathLst>
                <a:path extrusionOk="0" h="582" w="997">
                  <a:moveTo>
                    <a:pt x="291" y="1"/>
                  </a:moveTo>
                  <a:cubicBezTo>
                    <a:pt x="130" y="1"/>
                    <a:pt x="1" y="131"/>
                    <a:pt x="1" y="291"/>
                  </a:cubicBezTo>
                  <a:cubicBezTo>
                    <a:pt x="1" y="451"/>
                    <a:pt x="130" y="581"/>
                    <a:pt x="291" y="581"/>
                  </a:cubicBezTo>
                  <a:lnTo>
                    <a:pt x="706" y="581"/>
                  </a:lnTo>
                  <a:cubicBezTo>
                    <a:pt x="867" y="581"/>
                    <a:pt x="996" y="451"/>
                    <a:pt x="996" y="291"/>
                  </a:cubicBezTo>
                  <a:cubicBezTo>
                    <a:pt x="996" y="131"/>
                    <a:pt x="867" y="1"/>
                    <a:pt x="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5182735" y="1321465"/>
              <a:ext cx="27731" cy="16149"/>
            </a:xfrm>
            <a:custGeom>
              <a:rect b="b" l="l" r="r" t="t"/>
              <a:pathLst>
                <a:path extrusionOk="0" h="580" w="996">
                  <a:moveTo>
                    <a:pt x="291" y="0"/>
                  </a:moveTo>
                  <a:cubicBezTo>
                    <a:pt x="131" y="0"/>
                    <a:pt x="1" y="129"/>
                    <a:pt x="1" y="290"/>
                  </a:cubicBezTo>
                  <a:cubicBezTo>
                    <a:pt x="1" y="450"/>
                    <a:pt x="131" y="580"/>
                    <a:pt x="291" y="580"/>
                  </a:cubicBezTo>
                  <a:lnTo>
                    <a:pt x="707" y="580"/>
                  </a:lnTo>
                  <a:cubicBezTo>
                    <a:pt x="867" y="580"/>
                    <a:pt x="996" y="450"/>
                    <a:pt x="996" y="290"/>
                  </a:cubicBezTo>
                  <a:cubicBezTo>
                    <a:pt x="996" y="129"/>
                    <a:pt x="867" y="0"/>
                    <a:pt x="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5211581" y="1560274"/>
              <a:ext cx="218480" cy="40038"/>
            </a:xfrm>
            <a:custGeom>
              <a:rect b="b" l="l" r="r" t="t"/>
              <a:pathLst>
                <a:path extrusionOk="0" h="1438" w="7847">
                  <a:moveTo>
                    <a:pt x="587" y="1"/>
                  </a:moveTo>
                  <a:cubicBezTo>
                    <a:pt x="262" y="1"/>
                    <a:pt x="0" y="263"/>
                    <a:pt x="0" y="588"/>
                  </a:cubicBezTo>
                  <a:lnTo>
                    <a:pt x="0" y="1438"/>
                  </a:lnTo>
                  <a:lnTo>
                    <a:pt x="7846" y="1438"/>
                  </a:lnTo>
                  <a:lnTo>
                    <a:pt x="7846" y="588"/>
                  </a:lnTo>
                  <a:cubicBezTo>
                    <a:pt x="7846" y="263"/>
                    <a:pt x="7584" y="1"/>
                    <a:pt x="7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5187357" y="1592210"/>
              <a:ext cx="266926" cy="32798"/>
            </a:xfrm>
            <a:custGeom>
              <a:rect b="b" l="l" r="r" t="t"/>
              <a:pathLst>
                <a:path extrusionOk="0" h="1178" w="9587">
                  <a:moveTo>
                    <a:pt x="391" y="0"/>
                  </a:moveTo>
                  <a:cubicBezTo>
                    <a:pt x="175" y="0"/>
                    <a:pt x="1" y="176"/>
                    <a:pt x="1" y="392"/>
                  </a:cubicBezTo>
                  <a:lnTo>
                    <a:pt x="1" y="786"/>
                  </a:lnTo>
                  <a:cubicBezTo>
                    <a:pt x="1" y="1002"/>
                    <a:pt x="175" y="1177"/>
                    <a:pt x="391" y="1177"/>
                  </a:cubicBezTo>
                  <a:lnTo>
                    <a:pt x="9195" y="1177"/>
                  </a:lnTo>
                  <a:cubicBezTo>
                    <a:pt x="9411" y="1177"/>
                    <a:pt x="9587" y="1002"/>
                    <a:pt x="9587" y="786"/>
                  </a:cubicBezTo>
                  <a:lnTo>
                    <a:pt x="9587" y="392"/>
                  </a:lnTo>
                  <a:cubicBezTo>
                    <a:pt x="9587" y="176"/>
                    <a:pt x="9411" y="0"/>
                    <a:pt x="9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70"/>
          <p:cNvGrpSpPr/>
          <p:nvPr/>
        </p:nvGrpSpPr>
        <p:grpSpPr>
          <a:xfrm>
            <a:off x="938052" y="1318254"/>
            <a:ext cx="488509" cy="501905"/>
            <a:chOff x="558940" y="1089700"/>
            <a:chExt cx="510832" cy="535308"/>
          </a:xfrm>
        </p:grpSpPr>
        <p:sp>
          <p:nvSpPr>
            <p:cNvPr id="3927" name="Google Shape;3927;p70"/>
            <p:cNvSpPr/>
            <p:nvPr/>
          </p:nvSpPr>
          <p:spPr>
            <a:xfrm>
              <a:off x="913910" y="1145497"/>
              <a:ext cx="155862" cy="169199"/>
            </a:xfrm>
            <a:custGeom>
              <a:rect b="b" l="l" r="r" t="t"/>
              <a:pathLst>
                <a:path extrusionOk="0" h="6077" w="5598">
                  <a:moveTo>
                    <a:pt x="0" y="0"/>
                  </a:moveTo>
                  <a:lnTo>
                    <a:pt x="0" y="1300"/>
                  </a:lnTo>
                  <a:lnTo>
                    <a:pt x="2559" y="1300"/>
                  </a:lnTo>
                  <a:cubicBezTo>
                    <a:pt x="3517" y="1300"/>
                    <a:pt x="4296" y="2079"/>
                    <a:pt x="4296" y="3038"/>
                  </a:cubicBezTo>
                  <a:cubicBezTo>
                    <a:pt x="4296" y="3996"/>
                    <a:pt x="3517" y="4775"/>
                    <a:pt x="2559" y="4775"/>
                  </a:cubicBezTo>
                  <a:lnTo>
                    <a:pt x="0" y="4775"/>
                  </a:lnTo>
                  <a:lnTo>
                    <a:pt x="0" y="6076"/>
                  </a:lnTo>
                  <a:lnTo>
                    <a:pt x="2559" y="6076"/>
                  </a:lnTo>
                  <a:cubicBezTo>
                    <a:pt x="4234" y="6076"/>
                    <a:pt x="5597" y="4713"/>
                    <a:pt x="5597" y="3038"/>
                  </a:cubicBezTo>
                  <a:cubicBezTo>
                    <a:pt x="5597" y="1362"/>
                    <a:pt x="4234" y="0"/>
                    <a:pt x="2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558940" y="1145497"/>
              <a:ext cx="155834" cy="169199"/>
            </a:xfrm>
            <a:custGeom>
              <a:rect b="b" l="l" r="r" t="t"/>
              <a:pathLst>
                <a:path extrusionOk="0" h="6077" w="5597">
                  <a:moveTo>
                    <a:pt x="3039" y="0"/>
                  </a:moveTo>
                  <a:cubicBezTo>
                    <a:pt x="1363" y="0"/>
                    <a:pt x="0" y="1362"/>
                    <a:pt x="0" y="3038"/>
                  </a:cubicBezTo>
                  <a:cubicBezTo>
                    <a:pt x="0" y="4713"/>
                    <a:pt x="1363" y="6076"/>
                    <a:pt x="3039" y="6076"/>
                  </a:cubicBezTo>
                  <a:lnTo>
                    <a:pt x="5596" y="6076"/>
                  </a:lnTo>
                  <a:lnTo>
                    <a:pt x="5596" y="4775"/>
                  </a:lnTo>
                  <a:lnTo>
                    <a:pt x="3039" y="4775"/>
                  </a:lnTo>
                  <a:cubicBezTo>
                    <a:pt x="2080" y="4775"/>
                    <a:pt x="1301" y="3996"/>
                    <a:pt x="1301" y="3038"/>
                  </a:cubicBezTo>
                  <a:cubicBezTo>
                    <a:pt x="1301" y="2079"/>
                    <a:pt x="2080" y="1300"/>
                    <a:pt x="3039" y="1300"/>
                  </a:cubicBezTo>
                  <a:lnTo>
                    <a:pt x="5596" y="1300"/>
                  </a:lnTo>
                  <a:lnTo>
                    <a:pt x="55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793489" y="1426962"/>
              <a:ext cx="42265" cy="81439"/>
            </a:xfrm>
            <a:custGeom>
              <a:rect b="b" l="l" r="r" t="t"/>
              <a:pathLst>
                <a:path extrusionOk="0" h="2925" w="1518">
                  <a:moveTo>
                    <a:pt x="1" y="1"/>
                  </a:moveTo>
                  <a:lnTo>
                    <a:pt x="1" y="2924"/>
                  </a:lnTo>
                  <a:lnTo>
                    <a:pt x="1518" y="2924"/>
                  </a:lnTo>
                  <a:lnTo>
                    <a:pt x="15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773721" y="1373280"/>
              <a:ext cx="81801" cy="67713"/>
            </a:xfrm>
            <a:custGeom>
              <a:rect b="b" l="l" r="r" t="t"/>
              <a:pathLst>
                <a:path extrusionOk="0" h="2432" w="2938">
                  <a:moveTo>
                    <a:pt x="1" y="0"/>
                  </a:moveTo>
                  <a:lnTo>
                    <a:pt x="1" y="1513"/>
                  </a:lnTo>
                  <a:cubicBezTo>
                    <a:pt x="1" y="2020"/>
                    <a:pt x="412" y="2431"/>
                    <a:pt x="919" y="2431"/>
                  </a:cubicBezTo>
                  <a:lnTo>
                    <a:pt x="2019" y="2431"/>
                  </a:lnTo>
                  <a:cubicBezTo>
                    <a:pt x="2527" y="2431"/>
                    <a:pt x="2938" y="2020"/>
                    <a:pt x="2938" y="1513"/>
                  </a:cubicBezTo>
                  <a:lnTo>
                    <a:pt x="29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679834" y="1114063"/>
              <a:ext cx="269571" cy="285246"/>
            </a:xfrm>
            <a:custGeom>
              <a:rect b="b" l="l" r="r" t="t"/>
              <a:pathLst>
                <a:path extrusionOk="0" h="10245" w="9682">
                  <a:moveTo>
                    <a:pt x="0" y="1"/>
                  </a:moveTo>
                  <a:lnTo>
                    <a:pt x="0" y="5404"/>
                  </a:lnTo>
                  <a:cubicBezTo>
                    <a:pt x="0" y="8077"/>
                    <a:pt x="2168" y="10245"/>
                    <a:pt x="4841" y="10245"/>
                  </a:cubicBezTo>
                  <a:cubicBezTo>
                    <a:pt x="7515" y="10245"/>
                    <a:pt x="9682" y="8077"/>
                    <a:pt x="9682" y="5404"/>
                  </a:cubicBezTo>
                  <a:lnTo>
                    <a:pt x="96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654748" y="1098443"/>
              <a:ext cx="319771" cy="47054"/>
            </a:xfrm>
            <a:custGeom>
              <a:rect b="b" l="l" r="r" t="t"/>
              <a:pathLst>
                <a:path extrusionOk="0" h="1690" w="11485">
                  <a:moveTo>
                    <a:pt x="433" y="1"/>
                  </a:moveTo>
                  <a:cubicBezTo>
                    <a:pt x="194" y="1"/>
                    <a:pt x="0" y="195"/>
                    <a:pt x="0" y="434"/>
                  </a:cubicBezTo>
                  <a:lnTo>
                    <a:pt x="0" y="1256"/>
                  </a:lnTo>
                  <a:cubicBezTo>
                    <a:pt x="0" y="1495"/>
                    <a:pt x="194" y="1690"/>
                    <a:pt x="433" y="1690"/>
                  </a:cubicBezTo>
                  <a:lnTo>
                    <a:pt x="11050" y="1690"/>
                  </a:lnTo>
                  <a:cubicBezTo>
                    <a:pt x="11290" y="1690"/>
                    <a:pt x="11484" y="1495"/>
                    <a:pt x="11484" y="1256"/>
                  </a:cubicBezTo>
                  <a:lnTo>
                    <a:pt x="11484" y="434"/>
                  </a:lnTo>
                  <a:cubicBezTo>
                    <a:pt x="11484" y="195"/>
                    <a:pt x="11290" y="1"/>
                    <a:pt x="110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772328" y="1089700"/>
              <a:ext cx="84057" cy="158674"/>
            </a:xfrm>
            <a:custGeom>
              <a:rect b="b" l="l" r="r" t="t"/>
              <a:pathLst>
                <a:path extrusionOk="0" h="5699" w="3019">
                  <a:moveTo>
                    <a:pt x="186" y="0"/>
                  </a:moveTo>
                  <a:cubicBezTo>
                    <a:pt x="84" y="0"/>
                    <a:pt x="1" y="83"/>
                    <a:pt x="1" y="186"/>
                  </a:cubicBezTo>
                  <a:lnTo>
                    <a:pt x="1" y="5328"/>
                  </a:lnTo>
                  <a:cubicBezTo>
                    <a:pt x="1" y="5544"/>
                    <a:pt x="178" y="5698"/>
                    <a:pt x="371" y="5698"/>
                  </a:cubicBezTo>
                  <a:cubicBezTo>
                    <a:pt x="434" y="5698"/>
                    <a:pt x="499" y="5682"/>
                    <a:pt x="559" y="5646"/>
                  </a:cubicBezTo>
                  <a:lnTo>
                    <a:pt x="1509" y="5082"/>
                  </a:lnTo>
                  <a:lnTo>
                    <a:pt x="2458" y="5646"/>
                  </a:lnTo>
                  <a:cubicBezTo>
                    <a:pt x="2519" y="5682"/>
                    <a:pt x="2584" y="5698"/>
                    <a:pt x="2647" y="5698"/>
                  </a:cubicBezTo>
                  <a:cubicBezTo>
                    <a:pt x="2840" y="5698"/>
                    <a:pt x="3018" y="5544"/>
                    <a:pt x="3018" y="5328"/>
                  </a:cubicBezTo>
                  <a:lnTo>
                    <a:pt x="3018" y="186"/>
                  </a:lnTo>
                  <a:cubicBezTo>
                    <a:pt x="3018" y="83"/>
                    <a:pt x="2935" y="0"/>
                    <a:pt x="28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723882" y="1497321"/>
              <a:ext cx="181450" cy="101207"/>
            </a:xfrm>
            <a:custGeom>
              <a:rect b="b" l="l" r="r" t="t"/>
              <a:pathLst>
                <a:path extrusionOk="0" h="3635" w="6517">
                  <a:moveTo>
                    <a:pt x="434" y="1"/>
                  </a:moveTo>
                  <a:cubicBezTo>
                    <a:pt x="195" y="1"/>
                    <a:pt x="0" y="195"/>
                    <a:pt x="0" y="435"/>
                  </a:cubicBezTo>
                  <a:lnTo>
                    <a:pt x="0" y="3634"/>
                  </a:lnTo>
                  <a:lnTo>
                    <a:pt x="6517" y="3634"/>
                  </a:lnTo>
                  <a:lnTo>
                    <a:pt x="6517" y="435"/>
                  </a:lnTo>
                  <a:cubicBezTo>
                    <a:pt x="6517" y="195"/>
                    <a:pt x="6323" y="1"/>
                    <a:pt x="6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767177" y="1532486"/>
              <a:ext cx="94330" cy="55379"/>
            </a:xfrm>
            <a:custGeom>
              <a:rect b="b" l="l" r="r" t="t"/>
              <a:pathLst>
                <a:path extrusionOk="0" h="1989" w="3388">
                  <a:moveTo>
                    <a:pt x="387" y="0"/>
                  </a:moveTo>
                  <a:cubicBezTo>
                    <a:pt x="174" y="0"/>
                    <a:pt x="0" y="173"/>
                    <a:pt x="0" y="387"/>
                  </a:cubicBezTo>
                  <a:lnTo>
                    <a:pt x="0" y="1988"/>
                  </a:lnTo>
                  <a:lnTo>
                    <a:pt x="3387" y="1988"/>
                  </a:lnTo>
                  <a:lnTo>
                    <a:pt x="3387" y="387"/>
                  </a:lnTo>
                  <a:cubicBezTo>
                    <a:pt x="3387" y="173"/>
                    <a:pt x="3214" y="0"/>
                    <a:pt x="3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705227" y="1587838"/>
              <a:ext cx="218759" cy="37170"/>
            </a:xfrm>
            <a:custGeom>
              <a:rect b="b" l="l" r="r" t="t"/>
              <a:pathLst>
                <a:path extrusionOk="0" h="1335" w="7857">
                  <a:moveTo>
                    <a:pt x="652" y="0"/>
                  </a:moveTo>
                  <a:cubicBezTo>
                    <a:pt x="292" y="0"/>
                    <a:pt x="1" y="292"/>
                    <a:pt x="1" y="651"/>
                  </a:cubicBezTo>
                  <a:lnTo>
                    <a:pt x="1" y="1140"/>
                  </a:lnTo>
                  <a:cubicBezTo>
                    <a:pt x="1" y="1248"/>
                    <a:pt x="87" y="1334"/>
                    <a:pt x="195" y="1334"/>
                  </a:cubicBezTo>
                  <a:lnTo>
                    <a:pt x="7664" y="1334"/>
                  </a:lnTo>
                  <a:cubicBezTo>
                    <a:pt x="7770" y="1334"/>
                    <a:pt x="7856" y="1248"/>
                    <a:pt x="7856" y="1140"/>
                  </a:cubicBezTo>
                  <a:lnTo>
                    <a:pt x="7856" y="651"/>
                  </a:lnTo>
                  <a:cubicBezTo>
                    <a:pt x="7856" y="292"/>
                    <a:pt x="7565" y="0"/>
                    <a:pt x="7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621225" y="1261407"/>
              <a:ext cx="58636" cy="144753"/>
            </a:xfrm>
            <a:custGeom>
              <a:rect b="b" l="l" r="r" t="t"/>
              <a:pathLst>
                <a:path extrusionOk="0" h="5199" w="2106">
                  <a:moveTo>
                    <a:pt x="271" y="1"/>
                  </a:moveTo>
                  <a:cubicBezTo>
                    <a:pt x="122" y="1"/>
                    <a:pt x="0" y="122"/>
                    <a:pt x="0" y="272"/>
                  </a:cubicBezTo>
                  <a:lnTo>
                    <a:pt x="0" y="4927"/>
                  </a:lnTo>
                  <a:cubicBezTo>
                    <a:pt x="0" y="5088"/>
                    <a:pt x="133" y="5198"/>
                    <a:pt x="273" y="5198"/>
                  </a:cubicBezTo>
                  <a:cubicBezTo>
                    <a:pt x="333" y="5198"/>
                    <a:pt x="394" y="5178"/>
                    <a:pt x="447" y="5133"/>
                  </a:cubicBezTo>
                  <a:lnTo>
                    <a:pt x="1053" y="4617"/>
                  </a:lnTo>
                  <a:lnTo>
                    <a:pt x="1659" y="5133"/>
                  </a:lnTo>
                  <a:cubicBezTo>
                    <a:pt x="1712" y="5178"/>
                    <a:pt x="1773" y="5199"/>
                    <a:pt x="1833" y="5199"/>
                  </a:cubicBezTo>
                  <a:cubicBezTo>
                    <a:pt x="1973" y="5199"/>
                    <a:pt x="2105" y="5089"/>
                    <a:pt x="2105" y="4927"/>
                  </a:cubicBezTo>
                  <a:lnTo>
                    <a:pt x="2105" y="272"/>
                  </a:lnTo>
                  <a:cubicBezTo>
                    <a:pt x="2105" y="122"/>
                    <a:pt x="1983" y="1"/>
                    <a:pt x="18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949382" y="1261407"/>
              <a:ext cx="58608" cy="144753"/>
            </a:xfrm>
            <a:custGeom>
              <a:rect b="b" l="l" r="r" t="t"/>
              <a:pathLst>
                <a:path extrusionOk="0" h="5199" w="2105">
                  <a:moveTo>
                    <a:pt x="272" y="1"/>
                  </a:moveTo>
                  <a:cubicBezTo>
                    <a:pt x="122" y="1"/>
                    <a:pt x="1" y="122"/>
                    <a:pt x="1" y="272"/>
                  </a:cubicBezTo>
                  <a:lnTo>
                    <a:pt x="1" y="4927"/>
                  </a:lnTo>
                  <a:cubicBezTo>
                    <a:pt x="1" y="5088"/>
                    <a:pt x="134" y="5198"/>
                    <a:pt x="273" y="5198"/>
                  </a:cubicBezTo>
                  <a:cubicBezTo>
                    <a:pt x="333" y="5198"/>
                    <a:pt x="395" y="5178"/>
                    <a:pt x="447" y="5133"/>
                  </a:cubicBezTo>
                  <a:lnTo>
                    <a:pt x="1052" y="4617"/>
                  </a:lnTo>
                  <a:lnTo>
                    <a:pt x="1658" y="5133"/>
                  </a:lnTo>
                  <a:cubicBezTo>
                    <a:pt x="1711" y="5178"/>
                    <a:pt x="1773" y="5199"/>
                    <a:pt x="1833" y="5199"/>
                  </a:cubicBezTo>
                  <a:cubicBezTo>
                    <a:pt x="1973" y="5199"/>
                    <a:pt x="2105" y="5089"/>
                    <a:pt x="2105" y="4927"/>
                  </a:cubicBezTo>
                  <a:lnTo>
                    <a:pt x="2105" y="272"/>
                  </a:lnTo>
                  <a:cubicBezTo>
                    <a:pt x="2105" y="122"/>
                    <a:pt x="1984" y="1"/>
                    <a:pt x="1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70"/>
          <p:cNvGrpSpPr/>
          <p:nvPr/>
        </p:nvGrpSpPr>
        <p:grpSpPr>
          <a:xfrm>
            <a:off x="7735033" y="1392695"/>
            <a:ext cx="517396" cy="353024"/>
            <a:chOff x="7415991" y="1089700"/>
            <a:chExt cx="541039" cy="376519"/>
          </a:xfrm>
        </p:grpSpPr>
        <p:sp>
          <p:nvSpPr>
            <p:cNvPr id="3940" name="Google Shape;3940;p70"/>
            <p:cNvSpPr/>
            <p:nvPr/>
          </p:nvSpPr>
          <p:spPr>
            <a:xfrm>
              <a:off x="7515529" y="1196394"/>
              <a:ext cx="341293" cy="222044"/>
            </a:xfrm>
            <a:custGeom>
              <a:rect b="b" l="l" r="r" t="t"/>
              <a:pathLst>
                <a:path extrusionOk="0" h="7975" w="12258">
                  <a:moveTo>
                    <a:pt x="720" y="0"/>
                  </a:moveTo>
                  <a:cubicBezTo>
                    <a:pt x="720" y="0"/>
                    <a:pt x="27" y="2429"/>
                    <a:pt x="2" y="5935"/>
                  </a:cubicBezTo>
                  <a:cubicBezTo>
                    <a:pt x="0" y="6067"/>
                    <a:pt x="63" y="6190"/>
                    <a:pt x="170" y="6266"/>
                  </a:cubicBezTo>
                  <a:cubicBezTo>
                    <a:pt x="719" y="6653"/>
                    <a:pt x="2619" y="7801"/>
                    <a:pt x="6129" y="7974"/>
                  </a:cubicBezTo>
                  <a:cubicBezTo>
                    <a:pt x="9639" y="7801"/>
                    <a:pt x="11539" y="6653"/>
                    <a:pt x="12088" y="6266"/>
                  </a:cubicBezTo>
                  <a:cubicBezTo>
                    <a:pt x="12196" y="6190"/>
                    <a:pt x="12258" y="6067"/>
                    <a:pt x="12257" y="5935"/>
                  </a:cubicBezTo>
                  <a:cubicBezTo>
                    <a:pt x="12231" y="2429"/>
                    <a:pt x="11538" y="0"/>
                    <a:pt x="11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0"/>
            <p:cNvSpPr/>
            <p:nvPr/>
          </p:nvSpPr>
          <p:spPr>
            <a:xfrm>
              <a:off x="7415991" y="1089700"/>
              <a:ext cx="540367" cy="190721"/>
            </a:xfrm>
            <a:custGeom>
              <a:rect b="b" l="l" r="r" t="t"/>
              <a:pathLst>
                <a:path extrusionOk="0" h="6850" w="19408">
                  <a:moveTo>
                    <a:pt x="9704" y="0"/>
                  </a:moveTo>
                  <a:cubicBezTo>
                    <a:pt x="9620" y="0"/>
                    <a:pt x="9535" y="14"/>
                    <a:pt x="9454" y="40"/>
                  </a:cubicBezTo>
                  <a:lnTo>
                    <a:pt x="365" y="3047"/>
                  </a:lnTo>
                  <a:cubicBezTo>
                    <a:pt x="1" y="3166"/>
                    <a:pt x="1" y="3683"/>
                    <a:pt x="365" y="3803"/>
                  </a:cubicBezTo>
                  <a:lnTo>
                    <a:pt x="9454" y="6809"/>
                  </a:lnTo>
                  <a:cubicBezTo>
                    <a:pt x="9535" y="6836"/>
                    <a:pt x="9620" y="6850"/>
                    <a:pt x="9704" y="6850"/>
                  </a:cubicBezTo>
                  <a:cubicBezTo>
                    <a:pt x="9789" y="6850"/>
                    <a:pt x="9873" y="6836"/>
                    <a:pt x="9954" y="6809"/>
                  </a:cubicBezTo>
                  <a:lnTo>
                    <a:pt x="19043" y="3803"/>
                  </a:lnTo>
                  <a:cubicBezTo>
                    <a:pt x="19408" y="3683"/>
                    <a:pt x="19408" y="3166"/>
                    <a:pt x="19043" y="3047"/>
                  </a:cubicBezTo>
                  <a:lnTo>
                    <a:pt x="9954" y="40"/>
                  </a:lnTo>
                  <a:cubicBezTo>
                    <a:pt x="9873" y="14"/>
                    <a:pt x="9789"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0"/>
            <p:cNvSpPr/>
            <p:nvPr/>
          </p:nvSpPr>
          <p:spPr>
            <a:xfrm>
              <a:off x="7657640" y="1152764"/>
              <a:ext cx="56854" cy="34413"/>
            </a:xfrm>
            <a:custGeom>
              <a:rect b="b" l="l" r="r" t="t"/>
              <a:pathLst>
                <a:path extrusionOk="0" h="1236" w="2042">
                  <a:moveTo>
                    <a:pt x="1021" y="0"/>
                  </a:moveTo>
                  <a:cubicBezTo>
                    <a:pt x="458" y="0"/>
                    <a:pt x="1" y="312"/>
                    <a:pt x="1" y="698"/>
                  </a:cubicBezTo>
                  <a:cubicBezTo>
                    <a:pt x="1" y="1083"/>
                    <a:pt x="458" y="1236"/>
                    <a:pt x="1021" y="1236"/>
                  </a:cubicBezTo>
                  <a:cubicBezTo>
                    <a:pt x="1585" y="1236"/>
                    <a:pt x="2041" y="1083"/>
                    <a:pt x="2041" y="698"/>
                  </a:cubicBezTo>
                  <a:cubicBezTo>
                    <a:pt x="2041" y="312"/>
                    <a:pt x="1585" y="0"/>
                    <a:pt x="1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0"/>
            <p:cNvSpPr/>
            <p:nvPr/>
          </p:nvSpPr>
          <p:spPr>
            <a:xfrm>
              <a:off x="7560134" y="1172756"/>
              <a:ext cx="110618" cy="144809"/>
            </a:xfrm>
            <a:custGeom>
              <a:rect b="b" l="l" r="r" t="t"/>
              <a:pathLst>
                <a:path extrusionOk="0" h="5201" w="3973">
                  <a:moveTo>
                    <a:pt x="3642" y="0"/>
                  </a:moveTo>
                  <a:cubicBezTo>
                    <a:pt x="3587" y="0"/>
                    <a:pt x="3531" y="16"/>
                    <a:pt x="3482" y="48"/>
                  </a:cubicBezTo>
                  <a:lnTo>
                    <a:pt x="130" y="2266"/>
                  </a:lnTo>
                  <a:cubicBezTo>
                    <a:pt x="50" y="2320"/>
                    <a:pt x="1" y="2410"/>
                    <a:pt x="1" y="2508"/>
                  </a:cubicBezTo>
                  <a:lnTo>
                    <a:pt x="1" y="4911"/>
                  </a:lnTo>
                  <a:cubicBezTo>
                    <a:pt x="1" y="5072"/>
                    <a:pt x="130" y="5201"/>
                    <a:pt x="290" y="5201"/>
                  </a:cubicBezTo>
                  <a:cubicBezTo>
                    <a:pt x="451" y="5201"/>
                    <a:pt x="580" y="5072"/>
                    <a:pt x="580" y="4911"/>
                  </a:cubicBezTo>
                  <a:lnTo>
                    <a:pt x="580" y="2664"/>
                  </a:lnTo>
                  <a:lnTo>
                    <a:pt x="3803" y="532"/>
                  </a:lnTo>
                  <a:cubicBezTo>
                    <a:pt x="3936" y="443"/>
                    <a:pt x="3972" y="264"/>
                    <a:pt x="3884" y="130"/>
                  </a:cubicBezTo>
                  <a:cubicBezTo>
                    <a:pt x="3828" y="46"/>
                    <a:pt x="3736" y="0"/>
                    <a:pt x="3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0"/>
            <p:cNvSpPr/>
            <p:nvPr/>
          </p:nvSpPr>
          <p:spPr>
            <a:xfrm>
              <a:off x="7541507" y="1299051"/>
              <a:ext cx="53430" cy="155807"/>
            </a:xfrm>
            <a:custGeom>
              <a:rect b="b" l="l" r="r" t="t"/>
              <a:pathLst>
                <a:path extrusionOk="0" h="5596" w="1919">
                  <a:moveTo>
                    <a:pt x="755" y="0"/>
                  </a:moveTo>
                  <a:cubicBezTo>
                    <a:pt x="477" y="598"/>
                    <a:pt x="14" y="2077"/>
                    <a:pt x="0" y="5309"/>
                  </a:cubicBezTo>
                  <a:cubicBezTo>
                    <a:pt x="0" y="5398"/>
                    <a:pt x="60" y="5475"/>
                    <a:pt x="147" y="5497"/>
                  </a:cubicBezTo>
                  <a:cubicBezTo>
                    <a:pt x="308" y="5539"/>
                    <a:pt x="594" y="5596"/>
                    <a:pt x="959" y="5596"/>
                  </a:cubicBezTo>
                  <a:cubicBezTo>
                    <a:pt x="1325" y="5596"/>
                    <a:pt x="1612" y="5539"/>
                    <a:pt x="1773" y="5497"/>
                  </a:cubicBezTo>
                  <a:cubicBezTo>
                    <a:pt x="1859" y="5475"/>
                    <a:pt x="1919" y="5398"/>
                    <a:pt x="1918" y="5309"/>
                  </a:cubicBezTo>
                  <a:cubicBezTo>
                    <a:pt x="1904" y="2077"/>
                    <a:pt x="1442" y="598"/>
                    <a:pt x="1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0"/>
            <p:cNvSpPr/>
            <p:nvPr/>
          </p:nvSpPr>
          <p:spPr>
            <a:xfrm>
              <a:off x="7545739" y="1275468"/>
              <a:ext cx="44938" cy="44938"/>
            </a:xfrm>
            <a:custGeom>
              <a:rect b="b" l="l" r="r" t="t"/>
              <a:pathLst>
                <a:path extrusionOk="0" h="1614" w="1614">
                  <a:moveTo>
                    <a:pt x="807" y="1"/>
                  </a:moveTo>
                  <a:cubicBezTo>
                    <a:pt x="362" y="1"/>
                    <a:pt x="1" y="362"/>
                    <a:pt x="1" y="807"/>
                  </a:cubicBezTo>
                  <a:cubicBezTo>
                    <a:pt x="1" y="1252"/>
                    <a:pt x="362" y="1613"/>
                    <a:pt x="807" y="1613"/>
                  </a:cubicBezTo>
                  <a:cubicBezTo>
                    <a:pt x="1253" y="1613"/>
                    <a:pt x="1613" y="1252"/>
                    <a:pt x="1613" y="807"/>
                  </a:cubicBezTo>
                  <a:cubicBezTo>
                    <a:pt x="1613" y="362"/>
                    <a:pt x="1253" y="1"/>
                    <a:pt x="8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0"/>
            <p:cNvSpPr/>
            <p:nvPr/>
          </p:nvSpPr>
          <p:spPr>
            <a:xfrm>
              <a:off x="7654744" y="1300332"/>
              <a:ext cx="302286" cy="165022"/>
            </a:xfrm>
            <a:custGeom>
              <a:rect b="b" l="l" r="r" t="t"/>
              <a:pathLst>
                <a:path extrusionOk="0" h="5927" w="10857">
                  <a:moveTo>
                    <a:pt x="9618" y="0"/>
                  </a:moveTo>
                  <a:cubicBezTo>
                    <a:pt x="9566" y="0"/>
                    <a:pt x="9516" y="9"/>
                    <a:pt x="9468" y="26"/>
                  </a:cubicBezTo>
                  <a:lnTo>
                    <a:pt x="1" y="3473"/>
                  </a:lnTo>
                  <a:lnTo>
                    <a:pt x="894" y="5927"/>
                  </a:lnTo>
                  <a:lnTo>
                    <a:pt x="10361" y="2480"/>
                  </a:lnTo>
                  <a:cubicBezTo>
                    <a:pt x="10745" y="2341"/>
                    <a:pt x="10857" y="1678"/>
                    <a:pt x="10611" y="1001"/>
                  </a:cubicBezTo>
                  <a:cubicBezTo>
                    <a:pt x="10394" y="408"/>
                    <a:pt x="9976" y="0"/>
                    <a:pt x="9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0"/>
            <p:cNvSpPr/>
            <p:nvPr/>
          </p:nvSpPr>
          <p:spPr>
            <a:xfrm>
              <a:off x="7640989" y="1396390"/>
              <a:ext cx="52539" cy="69829"/>
            </a:xfrm>
            <a:custGeom>
              <a:rect b="b" l="l" r="r" t="t"/>
              <a:pathLst>
                <a:path extrusionOk="0" h="2508" w="1887">
                  <a:moveTo>
                    <a:pt x="647" y="1"/>
                  </a:moveTo>
                  <a:cubicBezTo>
                    <a:pt x="596" y="1"/>
                    <a:pt x="546" y="9"/>
                    <a:pt x="497" y="27"/>
                  </a:cubicBezTo>
                  <a:cubicBezTo>
                    <a:pt x="113" y="167"/>
                    <a:pt x="1" y="829"/>
                    <a:pt x="247" y="1507"/>
                  </a:cubicBezTo>
                  <a:cubicBezTo>
                    <a:pt x="463" y="2100"/>
                    <a:pt x="881" y="2508"/>
                    <a:pt x="1239" y="2508"/>
                  </a:cubicBezTo>
                  <a:cubicBezTo>
                    <a:pt x="1291" y="2508"/>
                    <a:pt x="1342" y="2499"/>
                    <a:pt x="1390" y="2482"/>
                  </a:cubicBezTo>
                  <a:cubicBezTo>
                    <a:pt x="1774" y="2341"/>
                    <a:pt x="1887" y="1679"/>
                    <a:pt x="1639" y="1001"/>
                  </a:cubicBezTo>
                  <a:cubicBezTo>
                    <a:pt x="1423" y="408"/>
                    <a:pt x="1006" y="1"/>
                    <a:pt x="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0"/>
            <p:cNvSpPr/>
            <p:nvPr/>
          </p:nvSpPr>
          <p:spPr>
            <a:xfrm>
              <a:off x="7779592" y="1337474"/>
              <a:ext cx="112651" cy="112567"/>
            </a:xfrm>
            <a:custGeom>
              <a:rect b="b" l="l" r="r" t="t"/>
              <a:pathLst>
                <a:path extrusionOk="0" h="4043" w="4046">
                  <a:moveTo>
                    <a:pt x="1469" y="1"/>
                  </a:moveTo>
                  <a:cubicBezTo>
                    <a:pt x="1417" y="1"/>
                    <a:pt x="1367" y="9"/>
                    <a:pt x="1319" y="26"/>
                  </a:cubicBezTo>
                  <a:lnTo>
                    <a:pt x="0" y="506"/>
                  </a:lnTo>
                  <a:cubicBezTo>
                    <a:pt x="49" y="488"/>
                    <a:pt x="99" y="480"/>
                    <a:pt x="150" y="480"/>
                  </a:cubicBezTo>
                  <a:cubicBezTo>
                    <a:pt x="509" y="480"/>
                    <a:pt x="927" y="887"/>
                    <a:pt x="1143" y="1480"/>
                  </a:cubicBezTo>
                  <a:cubicBezTo>
                    <a:pt x="1390" y="2158"/>
                    <a:pt x="1277" y="2821"/>
                    <a:pt x="893" y="2961"/>
                  </a:cubicBezTo>
                  <a:cubicBezTo>
                    <a:pt x="1018" y="2915"/>
                    <a:pt x="1134" y="2895"/>
                    <a:pt x="1241" y="2895"/>
                  </a:cubicBezTo>
                  <a:cubicBezTo>
                    <a:pt x="1863" y="2895"/>
                    <a:pt x="2185" y="3578"/>
                    <a:pt x="2305" y="3916"/>
                  </a:cubicBezTo>
                  <a:cubicBezTo>
                    <a:pt x="2334" y="3994"/>
                    <a:pt x="2408" y="4042"/>
                    <a:pt x="2487" y="4042"/>
                  </a:cubicBezTo>
                  <a:cubicBezTo>
                    <a:pt x="2509" y="4042"/>
                    <a:pt x="2532" y="4039"/>
                    <a:pt x="2554" y="4031"/>
                  </a:cubicBezTo>
                  <a:lnTo>
                    <a:pt x="3885" y="3546"/>
                  </a:lnTo>
                  <a:cubicBezTo>
                    <a:pt x="3995" y="3506"/>
                    <a:pt x="4046" y="3379"/>
                    <a:pt x="3991" y="3277"/>
                  </a:cubicBezTo>
                  <a:cubicBezTo>
                    <a:pt x="3617" y="2564"/>
                    <a:pt x="2842" y="2467"/>
                    <a:pt x="2450" y="2467"/>
                  </a:cubicBezTo>
                  <a:cubicBezTo>
                    <a:pt x="2304" y="2467"/>
                    <a:pt x="2212" y="2480"/>
                    <a:pt x="2212" y="2480"/>
                  </a:cubicBezTo>
                  <a:cubicBezTo>
                    <a:pt x="2596" y="2341"/>
                    <a:pt x="2708" y="1678"/>
                    <a:pt x="2460" y="1001"/>
                  </a:cubicBezTo>
                  <a:cubicBezTo>
                    <a:pt x="2245" y="408"/>
                    <a:pt x="1827" y="1"/>
                    <a:pt x="1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70"/>
          <p:cNvGrpSpPr/>
          <p:nvPr/>
        </p:nvGrpSpPr>
        <p:grpSpPr>
          <a:xfrm>
            <a:off x="6888740" y="1977197"/>
            <a:ext cx="368342" cy="501852"/>
            <a:chOff x="6831734" y="1746153"/>
            <a:chExt cx="385174" cy="535252"/>
          </a:xfrm>
        </p:grpSpPr>
        <p:sp>
          <p:nvSpPr>
            <p:cNvPr id="3950" name="Google Shape;3950;p70"/>
            <p:cNvSpPr/>
            <p:nvPr/>
          </p:nvSpPr>
          <p:spPr>
            <a:xfrm>
              <a:off x="6831734" y="1746153"/>
              <a:ext cx="385173" cy="485657"/>
            </a:xfrm>
            <a:custGeom>
              <a:rect b="b" l="l" r="r" t="t"/>
              <a:pathLst>
                <a:path extrusionOk="0" h="17443" w="13834">
                  <a:moveTo>
                    <a:pt x="1782" y="0"/>
                  </a:moveTo>
                  <a:cubicBezTo>
                    <a:pt x="798" y="0"/>
                    <a:pt x="1" y="798"/>
                    <a:pt x="1" y="1782"/>
                  </a:cubicBezTo>
                  <a:lnTo>
                    <a:pt x="1" y="17442"/>
                  </a:lnTo>
                  <a:lnTo>
                    <a:pt x="13834" y="17442"/>
                  </a:lnTo>
                  <a:lnTo>
                    <a:pt x="13834" y="513"/>
                  </a:lnTo>
                  <a:cubicBezTo>
                    <a:pt x="13834" y="229"/>
                    <a:pt x="13603" y="0"/>
                    <a:pt x="133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0"/>
            <p:cNvSpPr/>
            <p:nvPr/>
          </p:nvSpPr>
          <p:spPr>
            <a:xfrm>
              <a:off x="6889815" y="1746153"/>
              <a:ext cx="16149" cy="485657"/>
            </a:xfrm>
            <a:custGeom>
              <a:rect b="b" l="l" r="r" t="t"/>
              <a:pathLst>
                <a:path extrusionOk="0" h="17443" w="580">
                  <a:moveTo>
                    <a:pt x="0" y="0"/>
                  </a:moveTo>
                  <a:lnTo>
                    <a:pt x="0" y="17442"/>
                  </a:lnTo>
                  <a:lnTo>
                    <a:pt x="579" y="17442"/>
                  </a:lnTo>
                  <a:lnTo>
                    <a:pt x="5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0"/>
            <p:cNvSpPr/>
            <p:nvPr/>
          </p:nvSpPr>
          <p:spPr>
            <a:xfrm>
              <a:off x="6831734" y="2167862"/>
              <a:ext cx="385173" cy="113542"/>
            </a:xfrm>
            <a:custGeom>
              <a:rect b="b" l="l" r="r" t="t"/>
              <a:pathLst>
                <a:path extrusionOk="0" h="4078" w="13834">
                  <a:moveTo>
                    <a:pt x="13834" y="1"/>
                  </a:moveTo>
                  <a:cubicBezTo>
                    <a:pt x="13834" y="285"/>
                    <a:pt x="13603" y="514"/>
                    <a:pt x="13320" y="514"/>
                  </a:cubicBezTo>
                  <a:lnTo>
                    <a:pt x="1782" y="514"/>
                  </a:lnTo>
                  <a:cubicBezTo>
                    <a:pt x="798" y="514"/>
                    <a:pt x="1" y="1312"/>
                    <a:pt x="1" y="2296"/>
                  </a:cubicBezTo>
                  <a:cubicBezTo>
                    <a:pt x="1" y="3280"/>
                    <a:pt x="798" y="4078"/>
                    <a:pt x="1782" y="4078"/>
                  </a:cubicBezTo>
                  <a:lnTo>
                    <a:pt x="13320" y="4078"/>
                  </a:lnTo>
                  <a:cubicBezTo>
                    <a:pt x="13603" y="4078"/>
                    <a:pt x="13834" y="3849"/>
                    <a:pt x="13834" y="3565"/>
                  </a:cubicBezTo>
                  <a:lnTo>
                    <a:pt x="13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0"/>
            <p:cNvSpPr/>
            <p:nvPr/>
          </p:nvSpPr>
          <p:spPr>
            <a:xfrm>
              <a:off x="6864060" y="2214499"/>
              <a:ext cx="352848" cy="34636"/>
            </a:xfrm>
            <a:custGeom>
              <a:rect b="b" l="l" r="r" t="t"/>
              <a:pathLst>
                <a:path extrusionOk="0" h="1244" w="12673">
                  <a:moveTo>
                    <a:pt x="621" y="0"/>
                  </a:moveTo>
                  <a:cubicBezTo>
                    <a:pt x="279" y="0"/>
                    <a:pt x="1" y="278"/>
                    <a:pt x="1" y="621"/>
                  </a:cubicBezTo>
                  <a:cubicBezTo>
                    <a:pt x="1" y="964"/>
                    <a:pt x="279" y="1243"/>
                    <a:pt x="621" y="1243"/>
                  </a:cubicBezTo>
                  <a:lnTo>
                    <a:pt x="12673" y="1243"/>
                  </a:lnTo>
                  <a:lnTo>
                    <a:pt x="126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0"/>
            <p:cNvSpPr/>
            <p:nvPr/>
          </p:nvSpPr>
          <p:spPr>
            <a:xfrm>
              <a:off x="7087193" y="2214499"/>
              <a:ext cx="56687" cy="66906"/>
            </a:xfrm>
            <a:custGeom>
              <a:rect b="b" l="l" r="r" t="t"/>
              <a:pathLst>
                <a:path extrusionOk="0" h="2403" w="2036">
                  <a:moveTo>
                    <a:pt x="1" y="0"/>
                  </a:moveTo>
                  <a:lnTo>
                    <a:pt x="1" y="2016"/>
                  </a:lnTo>
                  <a:cubicBezTo>
                    <a:pt x="1" y="2230"/>
                    <a:pt x="174" y="2403"/>
                    <a:pt x="389" y="2403"/>
                  </a:cubicBezTo>
                  <a:lnTo>
                    <a:pt x="1649" y="2403"/>
                  </a:lnTo>
                  <a:cubicBezTo>
                    <a:pt x="1862" y="2403"/>
                    <a:pt x="2035" y="2230"/>
                    <a:pt x="2035" y="2016"/>
                  </a:cubicBezTo>
                  <a:lnTo>
                    <a:pt x="20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0"/>
            <p:cNvSpPr/>
            <p:nvPr/>
          </p:nvSpPr>
          <p:spPr>
            <a:xfrm>
              <a:off x="6946280" y="2026782"/>
              <a:ext cx="217673" cy="114739"/>
            </a:xfrm>
            <a:custGeom>
              <a:rect b="b" l="l" r="r" t="t"/>
              <a:pathLst>
                <a:path extrusionOk="0" h="4121" w="7818">
                  <a:moveTo>
                    <a:pt x="387" y="0"/>
                  </a:moveTo>
                  <a:cubicBezTo>
                    <a:pt x="174" y="0"/>
                    <a:pt x="0" y="173"/>
                    <a:pt x="0" y="388"/>
                  </a:cubicBezTo>
                  <a:lnTo>
                    <a:pt x="0" y="3733"/>
                  </a:lnTo>
                  <a:cubicBezTo>
                    <a:pt x="0" y="3947"/>
                    <a:pt x="174" y="4120"/>
                    <a:pt x="387" y="4120"/>
                  </a:cubicBezTo>
                  <a:lnTo>
                    <a:pt x="7430" y="4120"/>
                  </a:lnTo>
                  <a:cubicBezTo>
                    <a:pt x="7644" y="4120"/>
                    <a:pt x="7817" y="3947"/>
                    <a:pt x="7817" y="3733"/>
                  </a:cubicBezTo>
                  <a:lnTo>
                    <a:pt x="7817" y="388"/>
                  </a:lnTo>
                  <a:cubicBezTo>
                    <a:pt x="7817" y="173"/>
                    <a:pt x="7644" y="0"/>
                    <a:pt x="7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0"/>
            <p:cNvSpPr/>
            <p:nvPr/>
          </p:nvSpPr>
          <p:spPr>
            <a:xfrm>
              <a:off x="6938206" y="1983542"/>
              <a:ext cx="64066" cy="16149"/>
            </a:xfrm>
            <a:custGeom>
              <a:rect b="b" l="l" r="r" t="t"/>
              <a:pathLst>
                <a:path extrusionOk="0" h="580" w="2301">
                  <a:moveTo>
                    <a:pt x="290" y="1"/>
                  </a:moveTo>
                  <a:cubicBezTo>
                    <a:pt x="131" y="1"/>
                    <a:pt x="0" y="130"/>
                    <a:pt x="0" y="290"/>
                  </a:cubicBezTo>
                  <a:cubicBezTo>
                    <a:pt x="0" y="451"/>
                    <a:pt x="131" y="580"/>
                    <a:pt x="290" y="580"/>
                  </a:cubicBezTo>
                  <a:lnTo>
                    <a:pt x="2010" y="580"/>
                  </a:lnTo>
                  <a:cubicBezTo>
                    <a:pt x="2170" y="580"/>
                    <a:pt x="2300" y="451"/>
                    <a:pt x="2300" y="290"/>
                  </a:cubicBezTo>
                  <a:cubicBezTo>
                    <a:pt x="2300" y="130"/>
                    <a:pt x="2170" y="1"/>
                    <a:pt x="20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0"/>
            <p:cNvSpPr/>
            <p:nvPr/>
          </p:nvSpPr>
          <p:spPr>
            <a:xfrm>
              <a:off x="6938206" y="1959848"/>
              <a:ext cx="27870" cy="16176"/>
            </a:xfrm>
            <a:custGeom>
              <a:rect b="b" l="l" r="r" t="t"/>
              <a:pathLst>
                <a:path extrusionOk="0" h="581" w="1001">
                  <a:moveTo>
                    <a:pt x="290" y="0"/>
                  </a:moveTo>
                  <a:cubicBezTo>
                    <a:pt x="131" y="0"/>
                    <a:pt x="0" y="131"/>
                    <a:pt x="0" y="290"/>
                  </a:cubicBezTo>
                  <a:cubicBezTo>
                    <a:pt x="0" y="450"/>
                    <a:pt x="131" y="581"/>
                    <a:pt x="290" y="581"/>
                  </a:cubicBezTo>
                  <a:lnTo>
                    <a:pt x="711" y="581"/>
                  </a:lnTo>
                  <a:cubicBezTo>
                    <a:pt x="871" y="581"/>
                    <a:pt x="1000" y="450"/>
                    <a:pt x="1000" y="290"/>
                  </a:cubicBezTo>
                  <a:cubicBezTo>
                    <a:pt x="1000" y="131"/>
                    <a:pt x="871" y="0"/>
                    <a:pt x="7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70"/>
          <p:cNvGrpSpPr/>
          <p:nvPr/>
        </p:nvGrpSpPr>
        <p:grpSpPr>
          <a:xfrm>
            <a:off x="2393786" y="2015270"/>
            <a:ext cx="514037" cy="377669"/>
            <a:chOff x="2198834" y="1746153"/>
            <a:chExt cx="537527" cy="402804"/>
          </a:xfrm>
        </p:grpSpPr>
        <p:sp>
          <p:nvSpPr>
            <p:cNvPr id="3959" name="Google Shape;3959;p70"/>
            <p:cNvSpPr/>
            <p:nvPr/>
          </p:nvSpPr>
          <p:spPr>
            <a:xfrm>
              <a:off x="2212282" y="1925852"/>
              <a:ext cx="510659" cy="58358"/>
            </a:xfrm>
            <a:custGeom>
              <a:rect b="b" l="l" r="r" t="t"/>
              <a:pathLst>
                <a:path extrusionOk="0" h="2096" w="18341">
                  <a:moveTo>
                    <a:pt x="0" y="0"/>
                  </a:moveTo>
                  <a:lnTo>
                    <a:pt x="0" y="2096"/>
                  </a:lnTo>
                  <a:lnTo>
                    <a:pt x="18340" y="2096"/>
                  </a:lnTo>
                  <a:lnTo>
                    <a:pt x="183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0"/>
            <p:cNvSpPr/>
            <p:nvPr/>
          </p:nvSpPr>
          <p:spPr>
            <a:xfrm>
              <a:off x="2212282" y="2030402"/>
              <a:ext cx="510659" cy="61421"/>
            </a:xfrm>
            <a:custGeom>
              <a:rect b="b" l="l" r="r" t="t"/>
              <a:pathLst>
                <a:path extrusionOk="0" h="2206" w="18341">
                  <a:moveTo>
                    <a:pt x="0" y="1"/>
                  </a:moveTo>
                  <a:lnTo>
                    <a:pt x="0" y="2206"/>
                  </a:lnTo>
                  <a:lnTo>
                    <a:pt x="18340" y="2206"/>
                  </a:lnTo>
                  <a:lnTo>
                    <a:pt x="183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0"/>
            <p:cNvSpPr/>
            <p:nvPr/>
          </p:nvSpPr>
          <p:spPr>
            <a:xfrm>
              <a:off x="2600218" y="1972906"/>
              <a:ext cx="122730" cy="52845"/>
            </a:xfrm>
            <a:custGeom>
              <a:rect b="b" l="l" r="r" t="t"/>
              <a:pathLst>
                <a:path extrusionOk="0" h="1898" w="4408">
                  <a:moveTo>
                    <a:pt x="1" y="1"/>
                  </a:moveTo>
                  <a:lnTo>
                    <a:pt x="1" y="1897"/>
                  </a:lnTo>
                  <a:lnTo>
                    <a:pt x="4407" y="1897"/>
                  </a:lnTo>
                  <a:lnTo>
                    <a:pt x="4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0"/>
            <p:cNvSpPr/>
            <p:nvPr/>
          </p:nvSpPr>
          <p:spPr>
            <a:xfrm>
              <a:off x="2634632" y="1964860"/>
              <a:ext cx="53903" cy="68966"/>
            </a:xfrm>
            <a:custGeom>
              <a:rect b="b" l="l" r="r" t="t"/>
              <a:pathLst>
                <a:path extrusionOk="0" h="2477" w="1936">
                  <a:moveTo>
                    <a:pt x="1355" y="580"/>
                  </a:moveTo>
                  <a:lnTo>
                    <a:pt x="1355" y="1896"/>
                  </a:lnTo>
                  <a:lnTo>
                    <a:pt x="580" y="1896"/>
                  </a:lnTo>
                  <a:lnTo>
                    <a:pt x="580" y="580"/>
                  </a:lnTo>
                  <a:close/>
                  <a:moveTo>
                    <a:pt x="290" y="1"/>
                  </a:moveTo>
                  <a:cubicBezTo>
                    <a:pt x="129" y="1"/>
                    <a:pt x="0" y="130"/>
                    <a:pt x="0" y="290"/>
                  </a:cubicBezTo>
                  <a:lnTo>
                    <a:pt x="0" y="2186"/>
                  </a:lnTo>
                  <a:cubicBezTo>
                    <a:pt x="0" y="2347"/>
                    <a:pt x="129" y="2477"/>
                    <a:pt x="290" y="2477"/>
                  </a:cubicBezTo>
                  <a:lnTo>
                    <a:pt x="1645" y="2477"/>
                  </a:lnTo>
                  <a:cubicBezTo>
                    <a:pt x="1806" y="2477"/>
                    <a:pt x="1936" y="2347"/>
                    <a:pt x="1936" y="2186"/>
                  </a:cubicBezTo>
                  <a:lnTo>
                    <a:pt x="1936" y="290"/>
                  </a:lnTo>
                  <a:cubicBezTo>
                    <a:pt x="1936" y="130"/>
                    <a:pt x="1806" y="1"/>
                    <a:pt x="1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2600218" y="2017594"/>
              <a:ext cx="122730" cy="25949"/>
            </a:xfrm>
            <a:custGeom>
              <a:rect b="b" l="l" r="r" t="t"/>
              <a:pathLst>
                <a:path extrusionOk="0" h="932" w="4408">
                  <a:moveTo>
                    <a:pt x="1" y="1"/>
                  </a:moveTo>
                  <a:lnTo>
                    <a:pt x="1" y="931"/>
                  </a:lnTo>
                  <a:lnTo>
                    <a:pt x="4407" y="931"/>
                  </a:lnTo>
                  <a:lnTo>
                    <a:pt x="4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0"/>
            <p:cNvSpPr/>
            <p:nvPr/>
          </p:nvSpPr>
          <p:spPr>
            <a:xfrm>
              <a:off x="2212282" y="1972906"/>
              <a:ext cx="122674" cy="52845"/>
            </a:xfrm>
            <a:custGeom>
              <a:rect b="b" l="l" r="r" t="t"/>
              <a:pathLst>
                <a:path extrusionOk="0" h="1898" w="4406">
                  <a:moveTo>
                    <a:pt x="0" y="1"/>
                  </a:moveTo>
                  <a:lnTo>
                    <a:pt x="0" y="1897"/>
                  </a:lnTo>
                  <a:lnTo>
                    <a:pt x="4406" y="1897"/>
                  </a:lnTo>
                  <a:lnTo>
                    <a:pt x="4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0"/>
            <p:cNvSpPr/>
            <p:nvPr/>
          </p:nvSpPr>
          <p:spPr>
            <a:xfrm>
              <a:off x="2246641" y="1964860"/>
              <a:ext cx="53931" cy="68966"/>
            </a:xfrm>
            <a:custGeom>
              <a:rect b="b" l="l" r="r" t="t"/>
              <a:pathLst>
                <a:path extrusionOk="0" h="2477" w="1937">
                  <a:moveTo>
                    <a:pt x="1357" y="580"/>
                  </a:moveTo>
                  <a:lnTo>
                    <a:pt x="1357" y="1896"/>
                  </a:lnTo>
                  <a:lnTo>
                    <a:pt x="581" y="1896"/>
                  </a:lnTo>
                  <a:lnTo>
                    <a:pt x="581" y="580"/>
                  </a:lnTo>
                  <a:close/>
                  <a:moveTo>
                    <a:pt x="291" y="1"/>
                  </a:moveTo>
                  <a:cubicBezTo>
                    <a:pt x="130" y="1"/>
                    <a:pt x="1" y="130"/>
                    <a:pt x="1" y="290"/>
                  </a:cubicBezTo>
                  <a:lnTo>
                    <a:pt x="1" y="2186"/>
                  </a:lnTo>
                  <a:cubicBezTo>
                    <a:pt x="1" y="2347"/>
                    <a:pt x="130" y="2477"/>
                    <a:pt x="291" y="2477"/>
                  </a:cubicBezTo>
                  <a:lnTo>
                    <a:pt x="1647" y="2477"/>
                  </a:lnTo>
                  <a:cubicBezTo>
                    <a:pt x="1807" y="2477"/>
                    <a:pt x="1936" y="2347"/>
                    <a:pt x="1936" y="2186"/>
                  </a:cubicBezTo>
                  <a:lnTo>
                    <a:pt x="1936" y="290"/>
                  </a:lnTo>
                  <a:cubicBezTo>
                    <a:pt x="1936" y="130"/>
                    <a:pt x="1807" y="1"/>
                    <a:pt x="1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2212282" y="2017594"/>
              <a:ext cx="122674" cy="25949"/>
            </a:xfrm>
            <a:custGeom>
              <a:rect b="b" l="l" r="r" t="t"/>
              <a:pathLst>
                <a:path extrusionOk="0" h="932" w="4406">
                  <a:moveTo>
                    <a:pt x="0" y="1"/>
                  </a:moveTo>
                  <a:lnTo>
                    <a:pt x="0" y="931"/>
                  </a:lnTo>
                  <a:lnTo>
                    <a:pt x="4406" y="931"/>
                  </a:lnTo>
                  <a:lnTo>
                    <a:pt x="44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0"/>
            <p:cNvSpPr/>
            <p:nvPr/>
          </p:nvSpPr>
          <p:spPr>
            <a:xfrm>
              <a:off x="2198834" y="1845191"/>
              <a:ext cx="537527" cy="90238"/>
            </a:xfrm>
            <a:custGeom>
              <a:rect b="b" l="l" r="r" t="t"/>
              <a:pathLst>
                <a:path extrusionOk="0" h="3241" w="19306">
                  <a:moveTo>
                    <a:pt x="1684" y="1"/>
                  </a:moveTo>
                  <a:cubicBezTo>
                    <a:pt x="1536" y="1"/>
                    <a:pt x="1403" y="86"/>
                    <a:pt x="1341" y="219"/>
                  </a:cubicBezTo>
                  <a:lnTo>
                    <a:pt x="59" y="2972"/>
                  </a:lnTo>
                  <a:cubicBezTo>
                    <a:pt x="0" y="3096"/>
                    <a:pt x="92" y="3240"/>
                    <a:pt x="230" y="3240"/>
                  </a:cubicBezTo>
                  <a:lnTo>
                    <a:pt x="19076" y="3240"/>
                  </a:lnTo>
                  <a:cubicBezTo>
                    <a:pt x="19215" y="3240"/>
                    <a:pt x="19305" y="3096"/>
                    <a:pt x="19248" y="2972"/>
                  </a:cubicBezTo>
                  <a:lnTo>
                    <a:pt x="17965" y="219"/>
                  </a:lnTo>
                  <a:cubicBezTo>
                    <a:pt x="17902" y="86"/>
                    <a:pt x="17769" y="1"/>
                    <a:pt x="17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0"/>
            <p:cNvSpPr/>
            <p:nvPr/>
          </p:nvSpPr>
          <p:spPr>
            <a:xfrm>
              <a:off x="2334931" y="1759239"/>
              <a:ext cx="265311" cy="389711"/>
            </a:xfrm>
            <a:custGeom>
              <a:rect b="b" l="l" r="r" t="t"/>
              <a:pathLst>
                <a:path extrusionOk="0" h="13997" w="9529">
                  <a:moveTo>
                    <a:pt x="4765" y="1"/>
                  </a:moveTo>
                  <a:lnTo>
                    <a:pt x="1" y="4116"/>
                  </a:lnTo>
                  <a:lnTo>
                    <a:pt x="1" y="13996"/>
                  </a:lnTo>
                  <a:lnTo>
                    <a:pt x="2247" y="13996"/>
                  </a:lnTo>
                  <a:lnTo>
                    <a:pt x="2247" y="8869"/>
                  </a:lnTo>
                  <a:lnTo>
                    <a:pt x="7065" y="8869"/>
                  </a:lnTo>
                  <a:lnTo>
                    <a:pt x="7065" y="13996"/>
                  </a:lnTo>
                  <a:lnTo>
                    <a:pt x="9529" y="13996"/>
                  </a:lnTo>
                  <a:lnTo>
                    <a:pt x="9529" y="4116"/>
                  </a:lnTo>
                  <a:lnTo>
                    <a:pt x="4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2408686" y="2021436"/>
              <a:ext cx="117774" cy="127519"/>
            </a:xfrm>
            <a:custGeom>
              <a:rect b="b" l="l" r="r" t="t"/>
              <a:pathLst>
                <a:path extrusionOk="0" h="4580" w="4230">
                  <a:moveTo>
                    <a:pt x="1" y="1"/>
                  </a:moveTo>
                  <a:lnTo>
                    <a:pt x="1" y="4579"/>
                  </a:lnTo>
                  <a:lnTo>
                    <a:pt x="4229" y="4579"/>
                  </a:lnTo>
                  <a:lnTo>
                    <a:pt x="42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0"/>
            <p:cNvSpPr/>
            <p:nvPr/>
          </p:nvSpPr>
          <p:spPr>
            <a:xfrm>
              <a:off x="2309705" y="1746153"/>
              <a:ext cx="315762" cy="151185"/>
            </a:xfrm>
            <a:custGeom>
              <a:rect b="b" l="l" r="r" t="t"/>
              <a:pathLst>
                <a:path extrusionOk="0" h="5430" w="11341">
                  <a:moveTo>
                    <a:pt x="5671" y="0"/>
                  </a:moveTo>
                  <a:cubicBezTo>
                    <a:pt x="5561" y="0"/>
                    <a:pt x="5451" y="38"/>
                    <a:pt x="5362" y="115"/>
                  </a:cubicBezTo>
                  <a:lnTo>
                    <a:pt x="88" y="4669"/>
                  </a:lnTo>
                  <a:cubicBezTo>
                    <a:pt x="10" y="4737"/>
                    <a:pt x="1" y="4857"/>
                    <a:pt x="69" y="4936"/>
                  </a:cubicBezTo>
                  <a:lnTo>
                    <a:pt x="440" y="5364"/>
                  </a:lnTo>
                  <a:cubicBezTo>
                    <a:pt x="476" y="5407"/>
                    <a:pt x="529" y="5430"/>
                    <a:pt x="582" y="5430"/>
                  </a:cubicBezTo>
                  <a:cubicBezTo>
                    <a:pt x="626" y="5430"/>
                    <a:pt x="670" y="5414"/>
                    <a:pt x="706" y="5384"/>
                  </a:cubicBezTo>
                  <a:lnTo>
                    <a:pt x="5671" y="1095"/>
                  </a:lnTo>
                  <a:lnTo>
                    <a:pt x="10636" y="5384"/>
                  </a:lnTo>
                  <a:cubicBezTo>
                    <a:pt x="10672" y="5414"/>
                    <a:pt x="10716" y="5430"/>
                    <a:pt x="10760" y="5430"/>
                  </a:cubicBezTo>
                  <a:cubicBezTo>
                    <a:pt x="10813" y="5430"/>
                    <a:pt x="10865" y="5407"/>
                    <a:pt x="10902" y="5364"/>
                  </a:cubicBezTo>
                  <a:lnTo>
                    <a:pt x="11273" y="4936"/>
                  </a:lnTo>
                  <a:cubicBezTo>
                    <a:pt x="11341" y="4857"/>
                    <a:pt x="11332" y="4737"/>
                    <a:pt x="11253" y="4669"/>
                  </a:cubicBezTo>
                  <a:lnTo>
                    <a:pt x="5979" y="115"/>
                  </a:lnTo>
                  <a:cubicBezTo>
                    <a:pt x="5891" y="38"/>
                    <a:pt x="5781" y="0"/>
                    <a:pt x="5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0"/>
            <p:cNvSpPr/>
            <p:nvPr/>
          </p:nvSpPr>
          <p:spPr>
            <a:xfrm>
              <a:off x="2423527" y="1835446"/>
              <a:ext cx="88122" cy="88149"/>
            </a:xfrm>
            <a:custGeom>
              <a:rect b="b" l="l" r="r" t="t"/>
              <a:pathLst>
                <a:path extrusionOk="0" h="3166" w="3165">
                  <a:moveTo>
                    <a:pt x="1583" y="1"/>
                  </a:moveTo>
                  <a:cubicBezTo>
                    <a:pt x="709" y="1"/>
                    <a:pt x="1" y="709"/>
                    <a:pt x="1" y="1584"/>
                  </a:cubicBezTo>
                  <a:cubicBezTo>
                    <a:pt x="1" y="2457"/>
                    <a:pt x="709" y="3166"/>
                    <a:pt x="1583" y="3166"/>
                  </a:cubicBezTo>
                  <a:cubicBezTo>
                    <a:pt x="2457" y="3166"/>
                    <a:pt x="3165" y="2457"/>
                    <a:pt x="3165" y="1584"/>
                  </a:cubicBezTo>
                  <a:cubicBezTo>
                    <a:pt x="3165" y="709"/>
                    <a:pt x="2457" y="1"/>
                    <a:pt x="1583"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0"/>
            <p:cNvSpPr/>
            <p:nvPr/>
          </p:nvSpPr>
          <p:spPr>
            <a:xfrm>
              <a:off x="2459500" y="1849840"/>
              <a:ext cx="31629" cy="37754"/>
            </a:xfrm>
            <a:custGeom>
              <a:rect b="b" l="l" r="r" t="t"/>
              <a:pathLst>
                <a:path extrusionOk="0" h="1356" w="1136">
                  <a:moveTo>
                    <a:pt x="291" y="1"/>
                  </a:moveTo>
                  <a:cubicBezTo>
                    <a:pt x="131" y="1"/>
                    <a:pt x="0" y="131"/>
                    <a:pt x="0" y="291"/>
                  </a:cubicBezTo>
                  <a:lnTo>
                    <a:pt x="0" y="1067"/>
                  </a:lnTo>
                  <a:cubicBezTo>
                    <a:pt x="0" y="1227"/>
                    <a:pt x="131" y="1356"/>
                    <a:pt x="291" y="1356"/>
                  </a:cubicBezTo>
                  <a:lnTo>
                    <a:pt x="846" y="1356"/>
                  </a:lnTo>
                  <a:cubicBezTo>
                    <a:pt x="1007" y="1356"/>
                    <a:pt x="1136" y="1227"/>
                    <a:pt x="1136" y="1067"/>
                  </a:cubicBezTo>
                  <a:cubicBezTo>
                    <a:pt x="1136" y="906"/>
                    <a:pt x="1007" y="776"/>
                    <a:pt x="846" y="776"/>
                  </a:cubicBezTo>
                  <a:lnTo>
                    <a:pt x="581" y="776"/>
                  </a:lnTo>
                  <a:lnTo>
                    <a:pt x="581" y="291"/>
                  </a:lnTo>
                  <a:cubicBezTo>
                    <a:pt x="581" y="131"/>
                    <a:pt x="450"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0"/>
            <p:cNvSpPr/>
            <p:nvPr/>
          </p:nvSpPr>
          <p:spPr>
            <a:xfrm>
              <a:off x="2600218" y="2078347"/>
              <a:ext cx="122730" cy="52817"/>
            </a:xfrm>
            <a:custGeom>
              <a:rect b="b" l="l" r="r" t="t"/>
              <a:pathLst>
                <a:path extrusionOk="0" h="1897" w="4408">
                  <a:moveTo>
                    <a:pt x="1" y="1"/>
                  </a:moveTo>
                  <a:lnTo>
                    <a:pt x="1" y="1896"/>
                  </a:lnTo>
                  <a:lnTo>
                    <a:pt x="4407" y="1896"/>
                  </a:lnTo>
                  <a:lnTo>
                    <a:pt x="4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2634632" y="2070273"/>
              <a:ext cx="53903" cy="68966"/>
            </a:xfrm>
            <a:custGeom>
              <a:rect b="b" l="l" r="r" t="t"/>
              <a:pathLst>
                <a:path extrusionOk="0" h="2477" w="1936">
                  <a:moveTo>
                    <a:pt x="1355" y="580"/>
                  </a:moveTo>
                  <a:lnTo>
                    <a:pt x="1355" y="1897"/>
                  </a:lnTo>
                  <a:lnTo>
                    <a:pt x="580" y="1897"/>
                  </a:lnTo>
                  <a:lnTo>
                    <a:pt x="580" y="580"/>
                  </a:lnTo>
                  <a:close/>
                  <a:moveTo>
                    <a:pt x="290" y="0"/>
                  </a:moveTo>
                  <a:cubicBezTo>
                    <a:pt x="129" y="0"/>
                    <a:pt x="0" y="130"/>
                    <a:pt x="0" y="291"/>
                  </a:cubicBezTo>
                  <a:lnTo>
                    <a:pt x="0" y="2187"/>
                  </a:lnTo>
                  <a:cubicBezTo>
                    <a:pt x="0" y="2347"/>
                    <a:pt x="129" y="2476"/>
                    <a:pt x="290" y="2476"/>
                  </a:cubicBezTo>
                  <a:lnTo>
                    <a:pt x="1645" y="2476"/>
                  </a:lnTo>
                  <a:cubicBezTo>
                    <a:pt x="1806" y="2476"/>
                    <a:pt x="1936" y="2347"/>
                    <a:pt x="1936" y="2187"/>
                  </a:cubicBezTo>
                  <a:lnTo>
                    <a:pt x="1936" y="291"/>
                  </a:lnTo>
                  <a:cubicBezTo>
                    <a:pt x="1936" y="130"/>
                    <a:pt x="1806" y="0"/>
                    <a:pt x="1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0"/>
            <p:cNvSpPr/>
            <p:nvPr/>
          </p:nvSpPr>
          <p:spPr>
            <a:xfrm>
              <a:off x="2600218" y="2123007"/>
              <a:ext cx="122730" cy="25949"/>
            </a:xfrm>
            <a:custGeom>
              <a:rect b="b" l="l" r="r" t="t"/>
              <a:pathLst>
                <a:path extrusionOk="0" h="932" w="4408">
                  <a:moveTo>
                    <a:pt x="1" y="1"/>
                  </a:moveTo>
                  <a:lnTo>
                    <a:pt x="1" y="931"/>
                  </a:lnTo>
                  <a:lnTo>
                    <a:pt x="4407" y="931"/>
                  </a:lnTo>
                  <a:lnTo>
                    <a:pt x="4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0"/>
            <p:cNvSpPr/>
            <p:nvPr/>
          </p:nvSpPr>
          <p:spPr>
            <a:xfrm>
              <a:off x="2212282" y="2078347"/>
              <a:ext cx="122674" cy="52817"/>
            </a:xfrm>
            <a:custGeom>
              <a:rect b="b" l="l" r="r" t="t"/>
              <a:pathLst>
                <a:path extrusionOk="0" h="1897" w="4406">
                  <a:moveTo>
                    <a:pt x="0" y="1"/>
                  </a:moveTo>
                  <a:lnTo>
                    <a:pt x="0" y="1896"/>
                  </a:lnTo>
                  <a:lnTo>
                    <a:pt x="4406" y="1896"/>
                  </a:lnTo>
                  <a:lnTo>
                    <a:pt x="4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2246641" y="2070273"/>
              <a:ext cx="53931" cy="68966"/>
            </a:xfrm>
            <a:custGeom>
              <a:rect b="b" l="l" r="r" t="t"/>
              <a:pathLst>
                <a:path extrusionOk="0" h="2477" w="1937">
                  <a:moveTo>
                    <a:pt x="1357" y="580"/>
                  </a:moveTo>
                  <a:lnTo>
                    <a:pt x="1357" y="1897"/>
                  </a:lnTo>
                  <a:lnTo>
                    <a:pt x="581" y="1897"/>
                  </a:lnTo>
                  <a:lnTo>
                    <a:pt x="581" y="580"/>
                  </a:lnTo>
                  <a:close/>
                  <a:moveTo>
                    <a:pt x="291" y="0"/>
                  </a:moveTo>
                  <a:cubicBezTo>
                    <a:pt x="130" y="0"/>
                    <a:pt x="1" y="130"/>
                    <a:pt x="1" y="291"/>
                  </a:cubicBezTo>
                  <a:lnTo>
                    <a:pt x="1" y="2187"/>
                  </a:lnTo>
                  <a:cubicBezTo>
                    <a:pt x="1" y="2347"/>
                    <a:pt x="130" y="2476"/>
                    <a:pt x="291" y="2476"/>
                  </a:cubicBezTo>
                  <a:lnTo>
                    <a:pt x="1647" y="2476"/>
                  </a:lnTo>
                  <a:cubicBezTo>
                    <a:pt x="1807" y="2476"/>
                    <a:pt x="1936" y="2347"/>
                    <a:pt x="1936" y="2187"/>
                  </a:cubicBezTo>
                  <a:lnTo>
                    <a:pt x="1936" y="291"/>
                  </a:lnTo>
                  <a:cubicBezTo>
                    <a:pt x="1936" y="130"/>
                    <a:pt x="1807"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0"/>
            <p:cNvSpPr/>
            <p:nvPr/>
          </p:nvSpPr>
          <p:spPr>
            <a:xfrm>
              <a:off x="2212282" y="2123007"/>
              <a:ext cx="122674" cy="25949"/>
            </a:xfrm>
            <a:custGeom>
              <a:rect b="b" l="l" r="r" t="t"/>
              <a:pathLst>
                <a:path extrusionOk="0" h="932" w="4406">
                  <a:moveTo>
                    <a:pt x="0" y="1"/>
                  </a:moveTo>
                  <a:lnTo>
                    <a:pt x="0" y="931"/>
                  </a:lnTo>
                  <a:lnTo>
                    <a:pt x="4406" y="931"/>
                  </a:lnTo>
                  <a:lnTo>
                    <a:pt x="44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0"/>
            <p:cNvSpPr/>
            <p:nvPr/>
          </p:nvSpPr>
          <p:spPr>
            <a:xfrm>
              <a:off x="2526434" y="2017594"/>
              <a:ext cx="26617" cy="131361"/>
            </a:xfrm>
            <a:custGeom>
              <a:rect b="b" l="l" r="r" t="t"/>
              <a:pathLst>
                <a:path extrusionOk="0" h="4718" w="956">
                  <a:moveTo>
                    <a:pt x="0" y="1"/>
                  </a:moveTo>
                  <a:lnTo>
                    <a:pt x="0" y="4717"/>
                  </a:lnTo>
                  <a:lnTo>
                    <a:pt x="955" y="4717"/>
                  </a:lnTo>
                  <a:lnTo>
                    <a:pt x="9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2382152" y="2017594"/>
              <a:ext cx="26617" cy="131361"/>
            </a:xfrm>
            <a:custGeom>
              <a:rect b="b" l="l" r="r" t="t"/>
              <a:pathLst>
                <a:path extrusionOk="0" h="4718" w="956">
                  <a:moveTo>
                    <a:pt x="0" y="1"/>
                  </a:moveTo>
                  <a:lnTo>
                    <a:pt x="0" y="4717"/>
                  </a:lnTo>
                  <a:lnTo>
                    <a:pt x="955" y="4717"/>
                  </a:lnTo>
                  <a:lnTo>
                    <a:pt x="9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0"/>
            <p:cNvSpPr/>
            <p:nvPr/>
          </p:nvSpPr>
          <p:spPr>
            <a:xfrm>
              <a:off x="2371683" y="1962214"/>
              <a:ext cx="191835" cy="65848"/>
            </a:xfrm>
            <a:custGeom>
              <a:rect b="b" l="l" r="r" t="t"/>
              <a:pathLst>
                <a:path extrusionOk="0" h="2365" w="6890">
                  <a:moveTo>
                    <a:pt x="3445" y="1"/>
                  </a:moveTo>
                  <a:cubicBezTo>
                    <a:pt x="3394" y="1"/>
                    <a:pt x="3343" y="11"/>
                    <a:pt x="3295" y="31"/>
                  </a:cubicBezTo>
                  <a:lnTo>
                    <a:pt x="229" y="1354"/>
                  </a:lnTo>
                  <a:cubicBezTo>
                    <a:pt x="91" y="1414"/>
                    <a:pt x="0" y="1551"/>
                    <a:pt x="0" y="1701"/>
                  </a:cubicBezTo>
                  <a:lnTo>
                    <a:pt x="0" y="1987"/>
                  </a:lnTo>
                  <a:cubicBezTo>
                    <a:pt x="0" y="2196"/>
                    <a:pt x="170" y="2364"/>
                    <a:pt x="379" y="2364"/>
                  </a:cubicBezTo>
                  <a:lnTo>
                    <a:pt x="6511" y="2364"/>
                  </a:lnTo>
                  <a:cubicBezTo>
                    <a:pt x="6719" y="2364"/>
                    <a:pt x="6889" y="2196"/>
                    <a:pt x="6889" y="1987"/>
                  </a:cubicBezTo>
                  <a:lnTo>
                    <a:pt x="6889" y="1701"/>
                  </a:lnTo>
                  <a:cubicBezTo>
                    <a:pt x="6889" y="1551"/>
                    <a:pt x="6799" y="1414"/>
                    <a:pt x="6661" y="1354"/>
                  </a:cubicBezTo>
                  <a:lnTo>
                    <a:pt x="3595" y="31"/>
                  </a:lnTo>
                  <a:cubicBezTo>
                    <a:pt x="3547" y="11"/>
                    <a:pt x="3496" y="1"/>
                    <a:pt x="3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0"/>
            <p:cNvSpPr/>
            <p:nvPr/>
          </p:nvSpPr>
          <p:spPr>
            <a:xfrm>
              <a:off x="2444242" y="1991255"/>
              <a:ext cx="46692" cy="16176"/>
            </a:xfrm>
            <a:custGeom>
              <a:rect b="b" l="l" r="r" t="t"/>
              <a:pathLst>
                <a:path extrusionOk="0" h="581" w="1677">
                  <a:moveTo>
                    <a:pt x="291" y="0"/>
                  </a:moveTo>
                  <a:cubicBezTo>
                    <a:pt x="130" y="0"/>
                    <a:pt x="1" y="131"/>
                    <a:pt x="1" y="291"/>
                  </a:cubicBezTo>
                  <a:cubicBezTo>
                    <a:pt x="1" y="450"/>
                    <a:pt x="130" y="581"/>
                    <a:pt x="291" y="581"/>
                  </a:cubicBezTo>
                  <a:lnTo>
                    <a:pt x="1386" y="581"/>
                  </a:lnTo>
                  <a:cubicBezTo>
                    <a:pt x="1547" y="581"/>
                    <a:pt x="1677" y="450"/>
                    <a:pt x="1677" y="291"/>
                  </a:cubicBezTo>
                  <a:cubicBezTo>
                    <a:pt x="1677" y="131"/>
                    <a:pt x="1547" y="0"/>
                    <a:pt x="1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70"/>
          <p:cNvGrpSpPr/>
          <p:nvPr/>
        </p:nvGrpSpPr>
        <p:grpSpPr>
          <a:xfrm>
            <a:off x="6113718" y="1980648"/>
            <a:ext cx="511881" cy="417714"/>
            <a:chOff x="5996529" y="1746153"/>
            <a:chExt cx="535272" cy="445514"/>
          </a:xfrm>
        </p:grpSpPr>
        <p:sp>
          <p:nvSpPr>
            <p:cNvPr id="3984" name="Google Shape;3984;p70"/>
            <p:cNvSpPr/>
            <p:nvPr/>
          </p:nvSpPr>
          <p:spPr>
            <a:xfrm>
              <a:off x="6014989" y="1818211"/>
              <a:ext cx="498297" cy="335252"/>
            </a:xfrm>
            <a:custGeom>
              <a:rect b="b" l="l" r="r" t="t"/>
              <a:pathLst>
                <a:path extrusionOk="0" h="12041" w="17897">
                  <a:moveTo>
                    <a:pt x="787" y="0"/>
                  </a:moveTo>
                  <a:cubicBezTo>
                    <a:pt x="353" y="0"/>
                    <a:pt x="1" y="351"/>
                    <a:pt x="1" y="786"/>
                  </a:cubicBezTo>
                  <a:lnTo>
                    <a:pt x="1" y="11254"/>
                  </a:lnTo>
                  <a:cubicBezTo>
                    <a:pt x="1" y="11688"/>
                    <a:pt x="353" y="12040"/>
                    <a:pt x="787" y="12040"/>
                  </a:cubicBezTo>
                  <a:lnTo>
                    <a:pt x="17110" y="12040"/>
                  </a:lnTo>
                  <a:cubicBezTo>
                    <a:pt x="17545" y="12040"/>
                    <a:pt x="17897" y="11688"/>
                    <a:pt x="17897" y="11254"/>
                  </a:cubicBezTo>
                  <a:lnTo>
                    <a:pt x="17897" y="786"/>
                  </a:lnTo>
                  <a:cubicBezTo>
                    <a:pt x="17897" y="351"/>
                    <a:pt x="17545"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0"/>
            <p:cNvSpPr/>
            <p:nvPr/>
          </p:nvSpPr>
          <p:spPr>
            <a:xfrm>
              <a:off x="6047844" y="1851038"/>
              <a:ext cx="432617" cy="254146"/>
            </a:xfrm>
            <a:custGeom>
              <a:rect b="b" l="l" r="r" t="t"/>
              <a:pathLst>
                <a:path extrusionOk="0" h="9128" w="15538">
                  <a:moveTo>
                    <a:pt x="0" y="0"/>
                  </a:moveTo>
                  <a:lnTo>
                    <a:pt x="0" y="9127"/>
                  </a:lnTo>
                  <a:lnTo>
                    <a:pt x="15537" y="9127"/>
                  </a:lnTo>
                  <a:lnTo>
                    <a:pt x="15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0"/>
            <p:cNvSpPr/>
            <p:nvPr/>
          </p:nvSpPr>
          <p:spPr>
            <a:xfrm>
              <a:off x="5996529" y="2149013"/>
              <a:ext cx="535272" cy="42655"/>
            </a:xfrm>
            <a:custGeom>
              <a:rect b="b" l="l" r="r" t="t"/>
              <a:pathLst>
                <a:path extrusionOk="0" h="1532" w="19225">
                  <a:moveTo>
                    <a:pt x="192" y="1"/>
                  </a:moveTo>
                  <a:cubicBezTo>
                    <a:pt x="86" y="1"/>
                    <a:pt x="0" y="86"/>
                    <a:pt x="0" y="192"/>
                  </a:cubicBezTo>
                  <a:lnTo>
                    <a:pt x="0" y="764"/>
                  </a:lnTo>
                  <a:cubicBezTo>
                    <a:pt x="0" y="1188"/>
                    <a:pt x="343" y="1531"/>
                    <a:pt x="767" y="1531"/>
                  </a:cubicBezTo>
                  <a:lnTo>
                    <a:pt x="18457" y="1531"/>
                  </a:lnTo>
                  <a:cubicBezTo>
                    <a:pt x="18880" y="1531"/>
                    <a:pt x="19224" y="1188"/>
                    <a:pt x="19224" y="764"/>
                  </a:cubicBezTo>
                  <a:lnTo>
                    <a:pt x="19224" y="192"/>
                  </a:lnTo>
                  <a:cubicBezTo>
                    <a:pt x="19224" y="86"/>
                    <a:pt x="19139"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6091668" y="1798721"/>
              <a:ext cx="344969" cy="306462"/>
            </a:xfrm>
            <a:custGeom>
              <a:rect b="b" l="l" r="r" t="t"/>
              <a:pathLst>
                <a:path extrusionOk="0" h="11007" w="12390">
                  <a:moveTo>
                    <a:pt x="1" y="0"/>
                  </a:moveTo>
                  <a:lnTo>
                    <a:pt x="1" y="11006"/>
                  </a:lnTo>
                  <a:lnTo>
                    <a:pt x="12390" y="11006"/>
                  </a:lnTo>
                  <a:lnTo>
                    <a:pt x="12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6091668" y="1746153"/>
              <a:ext cx="344969" cy="61810"/>
            </a:xfrm>
            <a:custGeom>
              <a:rect b="b" l="l" r="r" t="t"/>
              <a:pathLst>
                <a:path extrusionOk="0" h="2220" w="12390">
                  <a:moveTo>
                    <a:pt x="708" y="0"/>
                  </a:moveTo>
                  <a:cubicBezTo>
                    <a:pt x="318" y="0"/>
                    <a:pt x="1" y="317"/>
                    <a:pt x="1" y="709"/>
                  </a:cubicBezTo>
                  <a:lnTo>
                    <a:pt x="1" y="2220"/>
                  </a:lnTo>
                  <a:lnTo>
                    <a:pt x="12390" y="2220"/>
                  </a:lnTo>
                  <a:lnTo>
                    <a:pt x="12390" y="709"/>
                  </a:lnTo>
                  <a:cubicBezTo>
                    <a:pt x="12390" y="317"/>
                    <a:pt x="12073" y="0"/>
                    <a:pt x="11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6130147" y="1770544"/>
              <a:ext cx="16622" cy="16538"/>
            </a:xfrm>
            <a:custGeom>
              <a:rect b="b" l="l" r="r" t="t"/>
              <a:pathLst>
                <a:path extrusionOk="0" h="594" w="597">
                  <a:moveTo>
                    <a:pt x="297" y="1"/>
                  </a:moveTo>
                  <a:cubicBezTo>
                    <a:pt x="293" y="1"/>
                    <a:pt x="288" y="1"/>
                    <a:pt x="284" y="1"/>
                  </a:cubicBezTo>
                  <a:cubicBezTo>
                    <a:pt x="123" y="9"/>
                    <a:pt x="1" y="146"/>
                    <a:pt x="8" y="306"/>
                  </a:cubicBezTo>
                  <a:lnTo>
                    <a:pt x="9" y="319"/>
                  </a:lnTo>
                  <a:cubicBezTo>
                    <a:pt x="18" y="474"/>
                    <a:pt x="146"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0"/>
            <p:cNvSpPr/>
            <p:nvPr/>
          </p:nvSpPr>
          <p:spPr>
            <a:xfrm>
              <a:off x="6156236" y="1770544"/>
              <a:ext cx="16622" cy="16538"/>
            </a:xfrm>
            <a:custGeom>
              <a:rect b="b" l="l" r="r" t="t"/>
              <a:pathLst>
                <a:path extrusionOk="0" h="594" w="597">
                  <a:moveTo>
                    <a:pt x="297" y="1"/>
                  </a:moveTo>
                  <a:cubicBezTo>
                    <a:pt x="292" y="1"/>
                    <a:pt x="288" y="1"/>
                    <a:pt x="283" y="1"/>
                  </a:cubicBezTo>
                  <a:cubicBezTo>
                    <a:pt x="122" y="9"/>
                    <a:pt x="0" y="146"/>
                    <a:pt x="8" y="306"/>
                  </a:cubicBezTo>
                  <a:lnTo>
                    <a:pt x="9" y="319"/>
                  </a:lnTo>
                  <a:cubicBezTo>
                    <a:pt x="16" y="474"/>
                    <a:pt x="144" y="594"/>
                    <a:pt x="298" y="594"/>
                  </a:cubicBezTo>
                  <a:lnTo>
                    <a:pt x="314" y="594"/>
                  </a:lnTo>
                  <a:cubicBezTo>
                    <a:pt x="474" y="585"/>
                    <a:pt x="597" y="449"/>
                    <a:pt x="588" y="289"/>
                  </a:cubicBezTo>
                  <a:lnTo>
                    <a:pt x="587" y="275"/>
                  </a:lnTo>
                  <a:cubicBezTo>
                    <a:pt x="580" y="120"/>
                    <a:pt x="451"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0"/>
            <p:cNvSpPr/>
            <p:nvPr/>
          </p:nvSpPr>
          <p:spPr>
            <a:xfrm>
              <a:off x="6182269" y="1770544"/>
              <a:ext cx="16678" cy="16538"/>
            </a:xfrm>
            <a:custGeom>
              <a:rect b="b" l="l" r="r" t="t"/>
              <a:pathLst>
                <a:path extrusionOk="0" h="594" w="599">
                  <a:moveTo>
                    <a:pt x="297" y="1"/>
                  </a:moveTo>
                  <a:cubicBezTo>
                    <a:pt x="293" y="1"/>
                    <a:pt x="288" y="1"/>
                    <a:pt x="284" y="1"/>
                  </a:cubicBezTo>
                  <a:cubicBezTo>
                    <a:pt x="124" y="9"/>
                    <a:pt x="1" y="146"/>
                    <a:pt x="9" y="306"/>
                  </a:cubicBezTo>
                  <a:lnTo>
                    <a:pt x="11" y="319"/>
                  </a:lnTo>
                  <a:cubicBezTo>
                    <a:pt x="18" y="474"/>
                    <a:pt x="146" y="594"/>
                    <a:pt x="300" y="594"/>
                  </a:cubicBezTo>
                  <a:lnTo>
                    <a:pt x="315" y="594"/>
                  </a:lnTo>
                  <a:cubicBezTo>
                    <a:pt x="475" y="585"/>
                    <a:pt x="598" y="449"/>
                    <a:pt x="590" y="289"/>
                  </a:cubicBezTo>
                  <a:lnTo>
                    <a:pt x="589" y="275"/>
                  </a:lnTo>
                  <a:cubicBezTo>
                    <a:pt x="582" y="120"/>
                    <a:pt x="452" y="1"/>
                    <a:pt x="297" y="1"/>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6131011" y="1852318"/>
              <a:ext cx="77541" cy="112261"/>
            </a:xfrm>
            <a:custGeom>
              <a:rect b="b" l="l" r="r" t="t"/>
              <a:pathLst>
                <a:path extrusionOk="0" h="4032" w="2785">
                  <a:moveTo>
                    <a:pt x="2193" y="0"/>
                  </a:moveTo>
                  <a:cubicBezTo>
                    <a:pt x="2067" y="0"/>
                    <a:pt x="1941" y="45"/>
                    <a:pt x="1841" y="135"/>
                  </a:cubicBezTo>
                  <a:lnTo>
                    <a:pt x="177" y="1621"/>
                  </a:lnTo>
                  <a:cubicBezTo>
                    <a:pt x="65" y="1722"/>
                    <a:pt x="0" y="1866"/>
                    <a:pt x="0" y="2017"/>
                  </a:cubicBezTo>
                  <a:cubicBezTo>
                    <a:pt x="0" y="2168"/>
                    <a:pt x="65" y="2312"/>
                    <a:pt x="177" y="2412"/>
                  </a:cubicBezTo>
                  <a:lnTo>
                    <a:pt x="1841" y="3898"/>
                  </a:lnTo>
                  <a:cubicBezTo>
                    <a:pt x="1942" y="3988"/>
                    <a:pt x="2067" y="4032"/>
                    <a:pt x="2194" y="4032"/>
                  </a:cubicBezTo>
                  <a:cubicBezTo>
                    <a:pt x="2339" y="4032"/>
                    <a:pt x="2485" y="3972"/>
                    <a:pt x="2589" y="3855"/>
                  </a:cubicBezTo>
                  <a:cubicBezTo>
                    <a:pt x="2785" y="3637"/>
                    <a:pt x="2766" y="3301"/>
                    <a:pt x="2547" y="3106"/>
                  </a:cubicBezTo>
                  <a:lnTo>
                    <a:pt x="1327" y="2017"/>
                  </a:lnTo>
                  <a:lnTo>
                    <a:pt x="2547" y="927"/>
                  </a:lnTo>
                  <a:cubicBezTo>
                    <a:pt x="2766" y="731"/>
                    <a:pt x="2785" y="396"/>
                    <a:pt x="2589" y="178"/>
                  </a:cubicBezTo>
                  <a:cubicBezTo>
                    <a:pt x="2484" y="60"/>
                    <a:pt x="2339" y="0"/>
                    <a:pt x="2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0"/>
            <p:cNvSpPr/>
            <p:nvPr/>
          </p:nvSpPr>
          <p:spPr>
            <a:xfrm>
              <a:off x="6315470" y="1852318"/>
              <a:ext cx="77541" cy="112261"/>
            </a:xfrm>
            <a:custGeom>
              <a:rect b="b" l="l" r="r" t="t"/>
              <a:pathLst>
                <a:path extrusionOk="0" h="4032" w="2785">
                  <a:moveTo>
                    <a:pt x="592" y="0"/>
                  </a:moveTo>
                  <a:cubicBezTo>
                    <a:pt x="446" y="0"/>
                    <a:pt x="300" y="60"/>
                    <a:pt x="195" y="178"/>
                  </a:cubicBezTo>
                  <a:cubicBezTo>
                    <a:pt x="0" y="396"/>
                    <a:pt x="20" y="731"/>
                    <a:pt x="238" y="927"/>
                  </a:cubicBezTo>
                  <a:lnTo>
                    <a:pt x="1458" y="2017"/>
                  </a:lnTo>
                  <a:lnTo>
                    <a:pt x="238" y="3106"/>
                  </a:lnTo>
                  <a:cubicBezTo>
                    <a:pt x="20" y="3301"/>
                    <a:pt x="0" y="3637"/>
                    <a:pt x="195" y="3855"/>
                  </a:cubicBezTo>
                  <a:cubicBezTo>
                    <a:pt x="300" y="3972"/>
                    <a:pt x="445" y="4032"/>
                    <a:pt x="592" y="4032"/>
                  </a:cubicBezTo>
                  <a:cubicBezTo>
                    <a:pt x="717" y="4032"/>
                    <a:pt x="843" y="3988"/>
                    <a:pt x="944" y="3898"/>
                  </a:cubicBezTo>
                  <a:lnTo>
                    <a:pt x="2608" y="2412"/>
                  </a:lnTo>
                  <a:cubicBezTo>
                    <a:pt x="2720" y="2312"/>
                    <a:pt x="2785" y="2168"/>
                    <a:pt x="2785" y="2017"/>
                  </a:cubicBezTo>
                  <a:cubicBezTo>
                    <a:pt x="2785" y="1866"/>
                    <a:pt x="2720" y="1722"/>
                    <a:pt x="2608" y="1621"/>
                  </a:cubicBezTo>
                  <a:lnTo>
                    <a:pt x="944" y="135"/>
                  </a:lnTo>
                  <a:cubicBezTo>
                    <a:pt x="843" y="45"/>
                    <a:pt x="717"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6234002" y="1852318"/>
              <a:ext cx="56019" cy="112261"/>
            </a:xfrm>
            <a:custGeom>
              <a:rect b="b" l="l" r="r" t="t"/>
              <a:pathLst>
                <a:path extrusionOk="0" h="4032" w="2012">
                  <a:moveTo>
                    <a:pt x="1420" y="0"/>
                  </a:moveTo>
                  <a:cubicBezTo>
                    <a:pt x="1189" y="0"/>
                    <a:pt x="976" y="154"/>
                    <a:pt x="910" y="389"/>
                  </a:cubicBezTo>
                  <a:lnTo>
                    <a:pt x="80" y="3359"/>
                  </a:lnTo>
                  <a:cubicBezTo>
                    <a:pt x="0" y="3641"/>
                    <a:pt x="166" y="3934"/>
                    <a:pt x="448" y="4012"/>
                  </a:cubicBezTo>
                  <a:cubicBezTo>
                    <a:pt x="495" y="4026"/>
                    <a:pt x="543" y="4032"/>
                    <a:pt x="591" y="4032"/>
                  </a:cubicBezTo>
                  <a:cubicBezTo>
                    <a:pt x="822" y="4032"/>
                    <a:pt x="1036" y="3879"/>
                    <a:pt x="1102" y="3645"/>
                  </a:cubicBezTo>
                  <a:lnTo>
                    <a:pt x="1932" y="674"/>
                  </a:lnTo>
                  <a:cubicBezTo>
                    <a:pt x="2011" y="392"/>
                    <a:pt x="1847" y="100"/>
                    <a:pt x="1564" y="20"/>
                  </a:cubicBezTo>
                  <a:cubicBezTo>
                    <a:pt x="1516" y="7"/>
                    <a:pt x="1468" y="0"/>
                    <a:pt x="1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0"/>
            <p:cNvSpPr/>
            <p:nvPr/>
          </p:nvSpPr>
          <p:spPr>
            <a:xfrm>
              <a:off x="6128226" y="1997798"/>
              <a:ext cx="86702" cy="16204"/>
            </a:xfrm>
            <a:custGeom>
              <a:rect b="b" l="l" r="r" t="t"/>
              <a:pathLst>
                <a:path extrusionOk="0" h="582" w="3114">
                  <a:moveTo>
                    <a:pt x="290" y="1"/>
                  </a:moveTo>
                  <a:cubicBezTo>
                    <a:pt x="129" y="1"/>
                    <a:pt x="0" y="130"/>
                    <a:pt x="0" y="291"/>
                  </a:cubicBezTo>
                  <a:cubicBezTo>
                    <a:pt x="0" y="451"/>
                    <a:pt x="129" y="581"/>
                    <a:pt x="290" y="581"/>
                  </a:cubicBezTo>
                  <a:lnTo>
                    <a:pt x="2824" y="581"/>
                  </a:lnTo>
                  <a:cubicBezTo>
                    <a:pt x="2985" y="581"/>
                    <a:pt x="3114" y="451"/>
                    <a:pt x="3114" y="291"/>
                  </a:cubicBezTo>
                  <a:cubicBezTo>
                    <a:pt x="3114" y="130"/>
                    <a:pt x="2985" y="1"/>
                    <a:pt x="2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0"/>
            <p:cNvSpPr/>
            <p:nvPr/>
          </p:nvSpPr>
          <p:spPr>
            <a:xfrm>
              <a:off x="6128226" y="2028815"/>
              <a:ext cx="122646" cy="16176"/>
            </a:xfrm>
            <a:custGeom>
              <a:rect b="b" l="l" r="r" t="t"/>
              <a:pathLst>
                <a:path extrusionOk="0" h="581" w="4405">
                  <a:moveTo>
                    <a:pt x="290" y="0"/>
                  </a:moveTo>
                  <a:cubicBezTo>
                    <a:pt x="129" y="0"/>
                    <a:pt x="0" y="131"/>
                    <a:pt x="0" y="291"/>
                  </a:cubicBezTo>
                  <a:cubicBezTo>
                    <a:pt x="0" y="450"/>
                    <a:pt x="129" y="581"/>
                    <a:pt x="290" y="581"/>
                  </a:cubicBezTo>
                  <a:lnTo>
                    <a:pt x="4114" y="581"/>
                  </a:lnTo>
                  <a:cubicBezTo>
                    <a:pt x="4274" y="581"/>
                    <a:pt x="4404" y="450"/>
                    <a:pt x="4404" y="291"/>
                  </a:cubicBezTo>
                  <a:cubicBezTo>
                    <a:pt x="4404" y="131"/>
                    <a:pt x="4274" y="0"/>
                    <a:pt x="41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0"/>
            <p:cNvSpPr/>
            <p:nvPr/>
          </p:nvSpPr>
          <p:spPr>
            <a:xfrm>
              <a:off x="6128226" y="2059804"/>
              <a:ext cx="58024" cy="16204"/>
            </a:xfrm>
            <a:custGeom>
              <a:rect b="b" l="l" r="r" t="t"/>
              <a:pathLst>
                <a:path extrusionOk="0" h="582" w="2084">
                  <a:moveTo>
                    <a:pt x="290" y="1"/>
                  </a:moveTo>
                  <a:cubicBezTo>
                    <a:pt x="129" y="1"/>
                    <a:pt x="0" y="131"/>
                    <a:pt x="0" y="291"/>
                  </a:cubicBezTo>
                  <a:cubicBezTo>
                    <a:pt x="0" y="451"/>
                    <a:pt x="129" y="581"/>
                    <a:pt x="290" y="581"/>
                  </a:cubicBezTo>
                  <a:lnTo>
                    <a:pt x="1793" y="581"/>
                  </a:lnTo>
                  <a:cubicBezTo>
                    <a:pt x="1953" y="581"/>
                    <a:pt x="2083" y="451"/>
                    <a:pt x="2083" y="291"/>
                  </a:cubicBezTo>
                  <a:cubicBezTo>
                    <a:pt x="2083" y="131"/>
                    <a:pt x="1953"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0"/>
            <p:cNvSpPr/>
            <p:nvPr/>
          </p:nvSpPr>
          <p:spPr>
            <a:xfrm>
              <a:off x="6266940" y="2028815"/>
              <a:ext cx="31796" cy="16176"/>
            </a:xfrm>
            <a:custGeom>
              <a:rect b="b" l="l" r="r" t="t"/>
              <a:pathLst>
                <a:path extrusionOk="0" h="581" w="1142">
                  <a:moveTo>
                    <a:pt x="291" y="0"/>
                  </a:moveTo>
                  <a:cubicBezTo>
                    <a:pt x="131" y="0"/>
                    <a:pt x="0" y="131"/>
                    <a:pt x="0" y="291"/>
                  </a:cubicBezTo>
                  <a:cubicBezTo>
                    <a:pt x="0" y="450"/>
                    <a:pt x="131" y="581"/>
                    <a:pt x="291" y="581"/>
                  </a:cubicBezTo>
                  <a:lnTo>
                    <a:pt x="852" y="581"/>
                  </a:lnTo>
                  <a:cubicBezTo>
                    <a:pt x="1011" y="581"/>
                    <a:pt x="1142" y="450"/>
                    <a:pt x="1142" y="291"/>
                  </a:cubicBezTo>
                  <a:cubicBezTo>
                    <a:pt x="1142" y="131"/>
                    <a:pt x="1011" y="0"/>
                    <a:pt x="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6203458" y="2059804"/>
              <a:ext cx="87481" cy="16204"/>
            </a:xfrm>
            <a:custGeom>
              <a:rect b="b" l="l" r="r" t="t"/>
              <a:pathLst>
                <a:path extrusionOk="0" h="582" w="3142">
                  <a:moveTo>
                    <a:pt x="290" y="1"/>
                  </a:moveTo>
                  <a:cubicBezTo>
                    <a:pt x="130" y="1"/>
                    <a:pt x="1" y="131"/>
                    <a:pt x="1" y="291"/>
                  </a:cubicBezTo>
                  <a:cubicBezTo>
                    <a:pt x="1" y="451"/>
                    <a:pt x="130" y="581"/>
                    <a:pt x="290" y="581"/>
                  </a:cubicBezTo>
                  <a:lnTo>
                    <a:pt x="2851" y="581"/>
                  </a:lnTo>
                  <a:cubicBezTo>
                    <a:pt x="3011" y="581"/>
                    <a:pt x="3141" y="451"/>
                    <a:pt x="3141" y="291"/>
                  </a:cubicBezTo>
                  <a:cubicBezTo>
                    <a:pt x="3141" y="131"/>
                    <a:pt x="3011" y="1"/>
                    <a:pt x="2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0"/>
            <p:cNvSpPr/>
            <p:nvPr/>
          </p:nvSpPr>
          <p:spPr>
            <a:xfrm>
              <a:off x="6306894" y="2059804"/>
              <a:ext cx="25058" cy="16204"/>
            </a:xfrm>
            <a:custGeom>
              <a:rect b="b" l="l" r="r" t="t"/>
              <a:pathLst>
                <a:path extrusionOk="0" h="582" w="900">
                  <a:moveTo>
                    <a:pt x="291" y="1"/>
                  </a:moveTo>
                  <a:cubicBezTo>
                    <a:pt x="131" y="1"/>
                    <a:pt x="1" y="131"/>
                    <a:pt x="1" y="291"/>
                  </a:cubicBezTo>
                  <a:cubicBezTo>
                    <a:pt x="1" y="451"/>
                    <a:pt x="131" y="581"/>
                    <a:pt x="291" y="581"/>
                  </a:cubicBezTo>
                  <a:lnTo>
                    <a:pt x="611" y="581"/>
                  </a:lnTo>
                  <a:cubicBezTo>
                    <a:pt x="770" y="581"/>
                    <a:pt x="900" y="451"/>
                    <a:pt x="900" y="291"/>
                  </a:cubicBezTo>
                  <a:cubicBezTo>
                    <a:pt x="900" y="131"/>
                    <a:pt x="770"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0"/>
          <p:cNvGrpSpPr/>
          <p:nvPr/>
        </p:nvGrpSpPr>
        <p:grpSpPr>
          <a:xfrm>
            <a:off x="5440062" y="1998907"/>
            <a:ext cx="357771" cy="501845"/>
            <a:chOff x="5322423" y="1746153"/>
            <a:chExt cx="374120" cy="535244"/>
          </a:xfrm>
        </p:grpSpPr>
        <p:sp>
          <p:nvSpPr>
            <p:cNvPr id="4002" name="Google Shape;4002;p70"/>
            <p:cNvSpPr/>
            <p:nvPr/>
          </p:nvSpPr>
          <p:spPr>
            <a:xfrm>
              <a:off x="5322423" y="1746153"/>
              <a:ext cx="374120" cy="535244"/>
            </a:xfrm>
            <a:custGeom>
              <a:rect b="b" l="l" r="r" t="t"/>
              <a:pathLst>
                <a:path extrusionOk="0" h="19224" w="13437">
                  <a:moveTo>
                    <a:pt x="4988" y="0"/>
                  </a:moveTo>
                  <a:lnTo>
                    <a:pt x="0" y="4990"/>
                  </a:lnTo>
                  <a:lnTo>
                    <a:pt x="0" y="18645"/>
                  </a:lnTo>
                  <a:cubicBezTo>
                    <a:pt x="0" y="18964"/>
                    <a:pt x="260" y="19224"/>
                    <a:pt x="579" y="19224"/>
                  </a:cubicBezTo>
                  <a:lnTo>
                    <a:pt x="12858" y="19224"/>
                  </a:lnTo>
                  <a:cubicBezTo>
                    <a:pt x="13177" y="19224"/>
                    <a:pt x="13437" y="18964"/>
                    <a:pt x="13437" y="18645"/>
                  </a:cubicBezTo>
                  <a:lnTo>
                    <a:pt x="13437" y="581"/>
                  </a:lnTo>
                  <a:cubicBezTo>
                    <a:pt x="13437" y="260"/>
                    <a:pt x="13177" y="0"/>
                    <a:pt x="1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0"/>
            <p:cNvSpPr/>
            <p:nvPr/>
          </p:nvSpPr>
          <p:spPr>
            <a:xfrm>
              <a:off x="5322423" y="1746153"/>
              <a:ext cx="138906" cy="138934"/>
            </a:xfrm>
            <a:custGeom>
              <a:rect b="b" l="l" r="r" t="t"/>
              <a:pathLst>
                <a:path extrusionOk="0" h="4990" w="4989">
                  <a:moveTo>
                    <a:pt x="4988" y="0"/>
                  </a:moveTo>
                  <a:lnTo>
                    <a:pt x="0" y="4990"/>
                  </a:lnTo>
                  <a:lnTo>
                    <a:pt x="4408" y="4990"/>
                  </a:lnTo>
                  <a:cubicBezTo>
                    <a:pt x="4729" y="4990"/>
                    <a:pt x="4988" y="4730"/>
                    <a:pt x="4988" y="4409"/>
                  </a:cubicBezTo>
                  <a:lnTo>
                    <a:pt x="49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0"/>
            <p:cNvSpPr/>
            <p:nvPr/>
          </p:nvSpPr>
          <p:spPr>
            <a:xfrm>
              <a:off x="5383650" y="1956924"/>
              <a:ext cx="51397" cy="51369"/>
            </a:xfrm>
            <a:custGeom>
              <a:rect b="b" l="l" r="r" t="t"/>
              <a:pathLst>
                <a:path extrusionOk="0" h="1845" w="1846">
                  <a:moveTo>
                    <a:pt x="205" y="0"/>
                  </a:moveTo>
                  <a:cubicBezTo>
                    <a:pt x="92" y="0"/>
                    <a:pt x="0" y="91"/>
                    <a:pt x="0" y="204"/>
                  </a:cubicBezTo>
                  <a:lnTo>
                    <a:pt x="0" y="1641"/>
                  </a:lnTo>
                  <a:cubicBezTo>
                    <a:pt x="0" y="1754"/>
                    <a:pt x="92" y="1844"/>
                    <a:pt x="205" y="1844"/>
                  </a:cubicBezTo>
                  <a:lnTo>
                    <a:pt x="1642" y="1844"/>
                  </a:lnTo>
                  <a:cubicBezTo>
                    <a:pt x="1754" y="1844"/>
                    <a:pt x="1845" y="1754"/>
                    <a:pt x="1845" y="1641"/>
                  </a:cubicBezTo>
                  <a:lnTo>
                    <a:pt x="1845" y="204"/>
                  </a:lnTo>
                  <a:cubicBezTo>
                    <a:pt x="1845" y="91"/>
                    <a:pt x="1754" y="0"/>
                    <a:pt x="16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0"/>
            <p:cNvSpPr/>
            <p:nvPr/>
          </p:nvSpPr>
          <p:spPr>
            <a:xfrm>
              <a:off x="5457016" y="1948850"/>
              <a:ext cx="159816" cy="16149"/>
            </a:xfrm>
            <a:custGeom>
              <a:rect b="b" l="l" r="r" t="t"/>
              <a:pathLst>
                <a:path extrusionOk="0" h="580" w="5740">
                  <a:moveTo>
                    <a:pt x="291" y="0"/>
                  </a:moveTo>
                  <a:cubicBezTo>
                    <a:pt x="131" y="0"/>
                    <a:pt x="1" y="129"/>
                    <a:pt x="1" y="289"/>
                  </a:cubicBezTo>
                  <a:cubicBezTo>
                    <a:pt x="1" y="450"/>
                    <a:pt x="131" y="579"/>
                    <a:pt x="291" y="579"/>
                  </a:cubicBezTo>
                  <a:lnTo>
                    <a:pt x="5449" y="579"/>
                  </a:lnTo>
                  <a:cubicBezTo>
                    <a:pt x="5610" y="579"/>
                    <a:pt x="5739" y="450"/>
                    <a:pt x="5739" y="289"/>
                  </a:cubicBezTo>
                  <a:cubicBezTo>
                    <a:pt x="5739" y="129"/>
                    <a:pt x="5610" y="0"/>
                    <a:pt x="5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0"/>
            <p:cNvSpPr/>
            <p:nvPr/>
          </p:nvSpPr>
          <p:spPr>
            <a:xfrm>
              <a:off x="5485026" y="1982428"/>
              <a:ext cx="45634" cy="16176"/>
            </a:xfrm>
            <a:custGeom>
              <a:rect b="b" l="l" r="r" t="t"/>
              <a:pathLst>
                <a:path extrusionOk="0" h="581" w="1639">
                  <a:moveTo>
                    <a:pt x="290" y="0"/>
                  </a:moveTo>
                  <a:cubicBezTo>
                    <a:pt x="130" y="0"/>
                    <a:pt x="1" y="130"/>
                    <a:pt x="1" y="291"/>
                  </a:cubicBezTo>
                  <a:cubicBezTo>
                    <a:pt x="1" y="450"/>
                    <a:pt x="130" y="581"/>
                    <a:pt x="290" y="581"/>
                  </a:cubicBezTo>
                  <a:lnTo>
                    <a:pt x="1349" y="581"/>
                  </a:lnTo>
                  <a:cubicBezTo>
                    <a:pt x="1508" y="581"/>
                    <a:pt x="1639" y="450"/>
                    <a:pt x="1639" y="291"/>
                  </a:cubicBezTo>
                  <a:cubicBezTo>
                    <a:pt x="1639" y="130"/>
                    <a:pt x="1508" y="0"/>
                    <a:pt x="13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0"/>
            <p:cNvSpPr/>
            <p:nvPr/>
          </p:nvSpPr>
          <p:spPr>
            <a:xfrm>
              <a:off x="5457016" y="1982345"/>
              <a:ext cx="16204" cy="16316"/>
            </a:xfrm>
            <a:custGeom>
              <a:rect b="b" l="l" r="r" t="t"/>
              <a:pathLst>
                <a:path extrusionOk="0" h="586" w="582">
                  <a:moveTo>
                    <a:pt x="291" y="1"/>
                  </a:moveTo>
                  <a:cubicBezTo>
                    <a:pt x="131" y="1"/>
                    <a:pt x="1" y="131"/>
                    <a:pt x="1" y="291"/>
                  </a:cubicBezTo>
                  <a:lnTo>
                    <a:pt x="1" y="295"/>
                  </a:lnTo>
                  <a:cubicBezTo>
                    <a:pt x="1" y="456"/>
                    <a:pt x="131" y="585"/>
                    <a:pt x="291" y="585"/>
                  </a:cubicBezTo>
                  <a:cubicBezTo>
                    <a:pt x="451" y="585"/>
                    <a:pt x="581" y="456"/>
                    <a:pt x="581" y="295"/>
                  </a:cubicBezTo>
                  <a:lnTo>
                    <a:pt x="581" y="291"/>
                  </a:lnTo>
                  <a:cubicBezTo>
                    <a:pt x="581" y="131"/>
                    <a:pt x="451" y="1"/>
                    <a:pt x="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0"/>
            <p:cNvSpPr/>
            <p:nvPr/>
          </p:nvSpPr>
          <p:spPr>
            <a:xfrm>
              <a:off x="5597735" y="1982428"/>
              <a:ext cx="45690" cy="16176"/>
            </a:xfrm>
            <a:custGeom>
              <a:rect b="b" l="l" r="r" t="t"/>
              <a:pathLst>
                <a:path extrusionOk="0" h="581" w="1641">
                  <a:moveTo>
                    <a:pt x="291" y="0"/>
                  </a:moveTo>
                  <a:cubicBezTo>
                    <a:pt x="131" y="0"/>
                    <a:pt x="1" y="130"/>
                    <a:pt x="1" y="291"/>
                  </a:cubicBezTo>
                  <a:cubicBezTo>
                    <a:pt x="1" y="450"/>
                    <a:pt x="131" y="581"/>
                    <a:pt x="291" y="581"/>
                  </a:cubicBezTo>
                  <a:lnTo>
                    <a:pt x="1350" y="581"/>
                  </a:lnTo>
                  <a:cubicBezTo>
                    <a:pt x="1510" y="581"/>
                    <a:pt x="1640" y="450"/>
                    <a:pt x="1640" y="291"/>
                  </a:cubicBezTo>
                  <a:cubicBezTo>
                    <a:pt x="1640" y="130"/>
                    <a:pt x="1510" y="0"/>
                    <a:pt x="1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0"/>
            <p:cNvSpPr/>
            <p:nvPr/>
          </p:nvSpPr>
          <p:spPr>
            <a:xfrm>
              <a:off x="5569752" y="1982345"/>
              <a:ext cx="16204" cy="16316"/>
            </a:xfrm>
            <a:custGeom>
              <a:rect b="b" l="l" r="r" t="t"/>
              <a:pathLst>
                <a:path extrusionOk="0" h="586" w="582">
                  <a:moveTo>
                    <a:pt x="291" y="1"/>
                  </a:moveTo>
                  <a:cubicBezTo>
                    <a:pt x="130" y="1"/>
                    <a:pt x="1" y="131"/>
                    <a:pt x="1" y="291"/>
                  </a:cubicBezTo>
                  <a:lnTo>
                    <a:pt x="1" y="295"/>
                  </a:lnTo>
                  <a:cubicBezTo>
                    <a:pt x="1" y="456"/>
                    <a:pt x="130" y="585"/>
                    <a:pt x="291" y="585"/>
                  </a:cubicBezTo>
                  <a:cubicBezTo>
                    <a:pt x="451" y="585"/>
                    <a:pt x="582" y="456"/>
                    <a:pt x="582" y="295"/>
                  </a:cubicBezTo>
                  <a:lnTo>
                    <a:pt x="582" y="291"/>
                  </a:lnTo>
                  <a:cubicBezTo>
                    <a:pt x="582" y="131"/>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0"/>
            <p:cNvSpPr/>
            <p:nvPr/>
          </p:nvSpPr>
          <p:spPr>
            <a:xfrm>
              <a:off x="5485026" y="2009018"/>
              <a:ext cx="45634" cy="16176"/>
            </a:xfrm>
            <a:custGeom>
              <a:rect b="b" l="l" r="r" t="t"/>
              <a:pathLst>
                <a:path extrusionOk="0" h="581" w="1639">
                  <a:moveTo>
                    <a:pt x="290" y="0"/>
                  </a:moveTo>
                  <a:cubicBezTo>
                    <a:pt x="130" y="0"/>
                    <a:pt x="1" y="131"/>
                    <a:pt x="1" y="291"/>
                  </a:cubicBezTo>
                  <a:cubicBezTo>
                    <a:pt x="1" y="450"/>
                    <a:pt x="130" y="581"/>
                    <a:pt x="290" y="581"/>
                  </a:cubicBezTo>
                  <a:lnTo>
                    <a:pt x="1349" y="581"/>
                  </a:lnTo>
                  <a:cubicBezTo>
                    <a:pt x="1508" y="581"/>
                    <a:pt x="1639" y="450"/>
                    <a:pt x="1639" y="291"/>
                  </a:cubicBezTo>
                  <a:cubicBezTo>
                    <a:pt x="1639" y="131"/>
                    <a:pt x="1508" y="0"/>
                    <a:pt x="1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0"/>
            <p:cNvSpPr/>
            <p:nvPr/>
          </p:nvSpPr>
          <p:spPr>
            <a:xfrm>
              <a:off x="5457016" y="2008991"/>
              <a:ext cx="16204" cy="16288"/>
            </a:xfrm>
            <a:custGeom>
              <a:rect b="b" l="l" r="r" t="t"/>
              <a:pathLst>
                <a:path extrusionOk="0" h="585" w="582">
                  <a:moveTo>
                    <a:pt x="291" y="0"/>
                  </a:moveTo>
                  <a:cubicBezTo>
                    <a:pt x="131" y="0"/>
                    <a:pt x="1" y="129"/>
                    <a:pt x="1" y="289"/>
                  </a:cubicBezTo>
                  <a:lnTo>
                    <a:pt x="1" y="294"/>
                  </a:lnTo>
                  <a:cubicBezTo>
                    <a:pt x="1" y="454"/>
                    <a:pt x="131" y="584"/>
                    <a:pt x="291" y="584"/>
                  </a:cubicBezTo>
                  <a:cubicBezTo>
                    <a:pt x="451" y="584"/>
                    <a:pt x="581" y="454"/>
                    <a:pt x="581" y="294"/>
                  </a:cubicBezTo>
                  <a:lnTo>
                    <a:pt x="581" y="289"/>
                  </a:lnTo>
                  <a:cubicBezTo>
                    <a:pt x="581" y="129"/>
                    <a:pt x="451"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0"/>
            <p:cNvSpPr/>
            <p:nvPr/>
          </p:nvSpPr>
          <p:spPr>
            <a:xfrm>
              <a:off x="5597735" y="2009018"/>
              <a:ext cx="45690" cy="16176"/>
            </a:xfrm>
            <a:custGeom>
              <a:rect b="b" l="l" r="r" t="t"/>
              <a:pathLst>
                <a:path extrusionOk="0" h="581" w="1641">
                  <a:moveTo>
                    <a:pt x="291" y="0"/>
                  </a:moveTo>
                  <a:cubicBezTo>
                    <a:pt x="131" y="0"/>
                    <a:pt x="1" y="131"/>
                    <a:pt x="1" y="291"/>
                  </a:cubicBezTo>
                  <a:cubicBezTo>
                    <a:pt x="1" y="450"/>
                    <a:pt x="131" y="581"/>
                    <a:pt x="291" y="581"/>
                  </a:cubicBezTo>
                  <a:lnTo>
                    <a:pt x="1350" y="581"/>
                  </a:lnTo>
                  <a:cubicBezTo>
                    <a:pt x="1510" y="581"/>
                    <a:pt x="1640" y="450"/>
                    <a:pt x="1640" y="291"/>
                  </a:cubicBezTo>
                  <a:cubicBezTo>
                    <a:pt x="1640" y="131"/>
                    <a:pt x="1510" y="0"/>
                    <a:pt x="1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0"/>
            <p:cNvSpPr/>
            <p:nvPr/>
          </p:nvSpPr>
          <p:spPr>
            <a:xfrm>
              <a:off x="5569752" y="2008991"/>
              <a:ext cx="16204" cy="16288"/>
            </a:xfrm>
            <a:custGeom>
              <a:rect b="b" l="l" r="r" t="t"/>
              <a:pathLst>
                <a:path extrusionOk="0" h="585" w="582">
                  <a:moveTo>
                    <a:pt x="291" y="0"/>
                  </a:moveTo>
                  <a:cubicBezTo>
                    <a:pt x="130" y="0"/>
                    <a:pt x="1" y="129"/>
                    <a:pt x="1" y="289"/>
                  </a:cubicBezTo>
                  <a:lnTo>
                    <a:pt x="1" y="294"/>
                  </a:lnTo>
                  <a:cubicBezTo>
                    <a:pt x="1" y="454"/>
                    <a:pt x="130" y="584"/>
                    <a:pt x="291" y="584"/>
                  </a:cubicBezTo>
                  <a:cubicBezTo>
                    <a:pt x="451" y="584"/>
                    <a:pt x="582" y="454"/>
                    <a:pt x="582" y="294"/>
                  </a:cubicBezTo>
                  <a:lnTo>
                    <a:pt x="582" y="289"/>
                  </a:lnTo>
                  <a:cubicBezTo>
                    <a:pt x="582" y="129"/>
                    <a:pt x="451"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0"/>
            <p:cNvSpPr/>
            <p:nvPr/>
          </p:nvSpPr>
          <p:spPr>
            <a:xfrm>
              <a:off x="5383650" y="2062950"/>
              <a:ext cx="51397" cy="51397"/>
            </a:xfrm>
            <a:custGeom>
              <a:rect b="b" l="l" r="r" t="t"/>
              <a:pathLst>
                <a:path extrusionOk="0" h="1846" w="1846">
                  <a:moveTo>
                    <a:pt x="205" y="0"/>
                  </a:moveTo>
                  <a:cubicBezTo>
                    <a:pt x="92" y="0"/>
                    <a:pt x="0" y="92"/>
                    <a:pt x="0" y="205"/>
                  </a:cubicBezTo>
                  <a:lnTo>
                    <a:pt x="0" y="1642"/>
                  </a:lnTo>
                  <a:cubicBezTo>
                    <a:pt x="0" y="1755"/>
                    <a:pt x="92" y="1845"/>
                    <a:pt x="205" y="1845"/>
                  </a:cubicBezTo>
                  <a:lnTo>
                    <a:pt x="1642" y="1845"/>
                  </a:lnTo>
                  <a:cubicBezTo>
                    <a:pt x="1754" y="1845"/>
                    <a:pt x="1845" y="1755"/>
                    <a:pt x="1845" y="1642"/>
                  </a:cubicBezTo>
                  <a:lnTo>
                    <a:pt x="1845" y="205"/>
                  </a:lnTo>
                  <a:cubicBezTo>
                    <a:pt x="1845" y="92"/>
                    <a:pt x="1754" y="0"/>
                    <a:pt x="16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0"/>
            <p:cNvSpPr/>
            <p:nvPr/>
          </p:nvSpPr>
          <p:spPr>
            <a:xfrm>
              <a:off x="5518800" y="2054848"/>
              <a:ext cx="124623" cy="16204"/>
            </a:xfrm>
            <a:custGeom>
              <a:rect b="b" l="l" r="r" t="t"/>
              <a:pathLst>
                <a:path extrusionOk="0" h="582" w="4476">
                  <a:moveTo>
                    <a:pt x="291" y="1"/>
                  </a:moveTo>
                  <a:cubicBezTo>
                    <a:pt x="130" y="1"/>
                    <a:pt x="0" y="131"/>
                    <a:pt x="0" y="291"/>
                  </a:cubicBezTo>
                  <a:cubicBezTo>
                    <a:pt x="0" y="452"/>
                    <a:pt x="130" y="581"/>
                    <a:pt x="291" y="581"/>
                  </a:cubicBezTo>
                  <a:lnTo>
                    <a:pt x="4185" y="581"/>
                  </a:lnTo>
                  <a:cubicBezTo>
                    <a:pt x="4345" y="581"/>
                    <a:pt x="4475" y="452"/>
                    <a:pt x="4475" y="291"/>
                  </a:cubicBezTo>
                  <a:cubicBezTo>
                    <a:pt x="4475" y="131"/>
                    <a:pt x="4345" y="1"/>
                    <a:pt x="4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0"/>
            <p:cNvSpPr/>
            <p:nvPr/>
          </p:nvSpPr>
          <p:spPr>
            <a:xfrm>
              <a:off x="5457016" y="2054848"/>
              <a:ext cx="48557" cy="16204"/>
            </a:xfrm>
            <a:custGeom>
              <a:rect b="b" l="l" r="r" t="t"/>
              <a:pathLst>
                <a:path extrusionOk="0" h="582" w="1744">
                  <a:moveTo>
                    <a:pt x="291" y="1"/>
                  </a:moveTo>
                  <a:cubicBezTo>
                    <a:pt x="131" y="1"/>
                    <a:pt x="1" y="131"/>
                    <a:pt x="1" y="291"/>
                  </a:cubicBezTo>
                  <a:cubicBezTo>
                    <a:pt x="1" y="452"/>
                    <a:pt x="131" y="581"/>
                    <a:pt x="291" y="581"/>
                  </a:cubicBezTo>
                  <a:lnTo>
                    <a:pt x="1453" y="581"/>
                  </a:lnTo>
                  <a:cubicBezTo>
                    <a:pt x="1614" y="581"/>
                    <a:pt x="1744" y="452"/>
                    <a:pt x="1744" y="291"/>
                  </a:cubicBezTo>
                  <a:cubicBezTo>
                    <a:pt x="1744" y="131"/>
                    <a:pt x="1614" y="1"/>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0"/>
            <p:cNvSpPr/>
            <p:nvPr/>
          </p:nvSpPr>
          <p:spPr>
            <a:xfrm>
              <a:off x="5485026" y="2088482"/>
              <a:ext cx="45634" cy="16176"/>
            </a:xfrm>
            <a:custGeom>
              <a:rect b="b" l="l" r="r" t="t"/>
              <a:pathLst>
                <a:path extrusionOk="0" h="581" w="1639">
                  <a:moveTo>
                    <a:pt x="290" y="0"/>
                  </a:moveTo>
                  <a:cubicBezTo>
                    <a:pt x="130" y="0"/>
                    <a:pt x="1" y="130"/>
                    <a:pt x="1" y="290"/>
                  </a:cubicBezTo>
                  <a:cubicBezTo>
                    <a:pt x="1" y="450"/>
                    <a:pt x="130" y="581"/>
                    <a:pt x="290" y="581"/>
                  </a:cubicBezTo>
                  <a:lnTo>
                    <a:pt x="1349" y="581"/>
                  </a:lnTo>
                  <a:cubicBezTo>
                    <a:pt x="1508" y="581"/>
                    <a:pt x="1639" y="450"/>
                    <a:pt x="1639" y="290"/>
                  </a:cubicBezTo>
                  <a:cubicBezTo>
                    <a:pt x="1639" y="130"/>
                    <a:pt x="1508" y="0"/>
                    <a:pt x="1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0"/>
            <p:cNvSpPr/>
            <p:nvPr/>
          </p:nvSpPr>
          <p:spPr>
            <a:xfrm>
              <a:off x="5457016" y="2088399"/>
              <a:ext cx="16204" cy="16288"/>
            </a:xfrm>
            <a:custGeom>
              <a:rect b="b" l="l" r="r" t="t"/>
              <a:pathLst>
                <a:path extrusionOk="0" h="585" w="582">
                  <a:moveTo>
                    <a:pt x="291" y="1"/>
                  </a:moveTo>
                  <a:cubicBezTo>
                    <a:pt x="131" y="1"/>
                    <a:pt x="1" y="131"/>
                    <a:pt x="1" y="291"/>
                  </a:cubicBezTo>
                  <a:lnTo>
                    <a:pt x="1" y="295"/>
                  </a:lnTo>
                  <a:cubicBezTo>
                    <a:pt x="1" y="456"/>
                    <a:pt x="131" y="585"/>
                    <a:pt x="291" y="585"/>
                  </a:cubicBezTo>
                  <a:cubicBezTo>
                    <a:pt x="451" y="585"/>
                    <a:pt x="581" y="456"/>
                    <a:pt x="581" y="295"/>
                  </a:cubicBezTo>
                  <a:lnTo>
                    <a:pt x="581" y="291"/>
                  </a:lnTo>
                  <a:cubicBezTo>
                    <a:pt x="581" y="131"/>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0"/>
            <p:cNvSpPr/>
            <p:nvPr/>
          </p:nvSpPr>
          <p:spPr>
            <a:xfrm>
              <a:off x="5597735" y="2088482"/>
              <a:ext cx="45690" cy="16176"/>
            </a:xfrm>
            <a:custGeom>
              <a:rect b="b" l="l" r="r" t="t"/>
              <a:pathLst>
                <a:path extrusionOk="0" h="581" w="1641">
                  <a:moveTo>
                    <a:pt x="291" y="0"/>
                  </a:moveTo>
                  <a:cubicBezTo>
                    <a:pt x="131" y="0"/>
                    <a:pt x="1" y="130"/>
                    <a:pt x="1" y="290"/>
                  </a:cubicBezTo>
                  <a:cubicBezTo>
                    <a:pt x="1" y="450"/>
                    <a:pt x="131" y="581"/>
                    <a:pt x="291" y="581"/>
                  </a:cubicBezTo>
                  <a:lnTo>
                    <a:pt x="1350" y="581"/>
                  </a:lnTo>
                  <a:cubicBezTo>
                    <a:pt x="1510" y="581"/>
                    <a:pt x="1640" y="450"/>
                    <a:pt x="1640" y="290"/>
                  </a:cubicBezTo>
                  <a:cubicBezTo>
                    <a:pt x="1640" y="130"/>
                    <a:pt x="1510"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0"/>
            <p:cNvSpPr/>
            <p:nvPr/>
          </p:nvSpPr>
          <p:spPr>
            <a:xfrm>
              <a:off x="5569752" y="2088399"/>
              <a:ext cx="16204" cy="16288"/>
            </a:xfrm>
            <a:custGeom>
              <a:rect b="b" l="l" r="r" t="t"/>
              <a:pathLst>
                <a:path extrusionOk="0" h="585" w="582">
                  <a:moveTo>
                    <a:pt x="291" y="1"/>
                  </a:moveTo>
                  <a:cubicBezTo>
                    <a:pt x="130" y="1"/>
                    <a:pt x="1" y="131"/>
                    <a:pt x="1" y="291"/>
                  </a:cubicBezTo>
                  <a:lnTo>
                    <a:pt x="1" y="295"/>
                  </a:lnTo>
                  <a:cubicBezTo>
                    <a:pt x="1" y="456"/>
                    <a:pt x="130" y="585"/>
                    <a:pt x="291" y="585"/>
                  </a:cubicBezTo>
                  <a:cubicBezTo>
                    <a:pt x="451" y="585"/>
                    <a:pt x="582" y="456"/>
                    <a:pt x="582" y="295"/>
                  </a:cubicBezTo>
                  <a:lnTo>
                    <a:pt x="582" y="291"/>
                  </a:lnTo>
                  <a:cubicBezTo>
                    <a:pt x="582" y="131"/>
                    <a:pt x="451" y="1"/>
                    <a:pt x="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0"/>
            <p:cNvSpPr/>
            <p:nvPr/>
          </p:nvSpPr>
          <p:spPr>
            <a:xfrm>
              <a:off x="5485026" y="2115072"/>
              <a:ext cx="45634" cy="16176"/>
            </a:xfrm>
            <a:custGeom>
              <a:rect b="b" l="l" r="r" t="t"/>
              <a:pathLst>
                <a:path extrusionOk="0" h="581" w="1639">
                  <a:moveTo>
                    <a:pt x="290" y="0"/>
                  </a:moveTo>
                  <a:cubicBezTo>
                    <a:pt x="130" y="0"/>
                    <a:pt x="1" y="131"/>
                    <a:pt x="1" y="290"/>
                  </a:cubicBezTo>
                  <a:cubicBezTo>
                    <a:pt x="1" y="450"/>
                    <a:pt x="130" y="581"/>
                    <a:pt x="290" y="581"/>
                  </a:cubicBezTo>
                  <a:lnTo>
                    <a:pt x="1349" y="581"/>
                  </a:lnTo>
                  <a:cubicBezTo>
                    <a:pt x="1508" y="581"/>
                    <a:pt x="1639" y="450"/>
                    <a:pt x="1639" y="290"/>
                  </a:cubicBezTo>
                  <a:cubicBezTo>
                    <a:pt x="1639" y="131"/>
                    <a:pt x="1508" y="0"/>
                    <a:pt x="1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0"/>
            <p:cNvSpPr/>
            <p:nvPr/>
          </p:nvSpPr>
          <p:spPr>
            <a:xfrm>
              <a:off x="5457016" y="2114989"/>
              <a:ext cx="16204" cy="16288"/>
            </a:xfrm>
            <a:custGeom>
              <a:rect b="b" l="l" r="r" t="t"/>
              <a:pathLst>
                <a:path extrusionOk="0" h="585" w="582">
                  <a:moveTo>
                    <a:pt x="291" y="1"/>
                  </a:moveTo>
                  <a:cubicBezTo>
                    <a:pt x="131" y="1"/>
                    <a:pt x="1" y="131"/>
                    <a:pt x="1" y="291"/>
                  </a:cubicBezTo>
                  <a:lnTo>
                    <a:pt x="1" y="296"/>
                  </a:lnTo>
                  <a:cubicBezTo>
                    <a:pt x="1" y="456"/>
                    <a:pt x="131" y="585"/>
                    <a:pt x="291" y="585"/>
                  </a:cubicBezTo>
                  <a:cubicBezTo>
                    <a:pt x="451" y="585"/>
                    <a:pt x="581" y="456"/>
                    <a:pt x="581" y="296"/>
                  </a:cubicBezTo>
                  <a:lnTo>
                    <a:pt x="581" y="291"/>
                  </a:lnTo>
                  <a:cubicBezTo>
                    <a:pt x="581" y="131"/>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0"/>
            <p:cNvSpPr/>
            <p:nvPr/>
          </p:nvSpPr>
          <p:spPr>
            <a:xfrm>
              <a:off x="5597735" y="2115072"/>
              <a:ext cx="45690" cy="16176"/>
            </a:xfrm>
            <a:custGeom>
              <a:rect b="b" l="l" r="r" t="t"/>
              <a:pathLst>
                <a:path extrusionOk="0" h="581" w="1641">
                  <a:moveTo>
                    <a:pt x="291" y="0"/>
                  </a:moveTo>
                  <a:cubicBezTo>
                    <a:pt x="131" y="0"/>
                    <a:pt x="1" y="131"/>
                    <a:pt x="1" y="290"/>
                  </a:cubicBezTo>
                  <a:cubicBezTo>
                    <a:pt x="1" y="450"/>
                    <a:pt x="131" y="581"/>
                    <a:pt x="291" y="581"/>
                  </a:cubicBezTo>
                  <a:lnTo>
                    <a:pt x="1350" y="581"/>
                  </a:lnTo>
                  <a:cubicBezTo>
                    <a:pt x="1510" y="581"/>
                    <a:pt x="1640" y="450"/>
                    <a:pt x="1640" y="290"/>
                  </a:cubicBezTo>
                  <a:cubicBezTo>
                    <a:pt x="1640" y="131"/>
                    <a:pt x="1510" y="0"/>
                    <a:pt x="1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0"/>
            <p:cNvSpPr/>
            <p:nvPr/>
          </p:nvSpPr>
          <p:spPr>
            <a:xfrm>
              <a:off x="5569752" y="2114989"/>
              <a:ext cx="16204" cy="16288"/>
            </a:xfrm>
            <a:custGeom>
              <a:rect b="b" l="l" r="r" t="t"/>
              <a:pathLst>
                <a:path extrusionOk="0" h="585" w="582">
                  <a:moveTo>
                    <a:pt x="291" y="1"/>
                  </a:moveTo>
                  <a:cubicBezTo>
                    <a:pt x="130" y="1"/>
                    <a:pt x="1" y="131"/>
                    <a:pt x="1" y="291"/>
                  </a:cubicBezTo>
                  <a:lnTo>
                    <a:pt x="1" y="296"/>
                  </a:lnTo>
                  <a:cubicBezTo>
                    <a:pt x="1" y="456"/>
                    <a:pt x="130" y="585"/>
                    <a:pt x="291" y="585"/>
                  </a:cubicBezTo>
                  <a:cubicBezTo>
                    <a:pt x="451" y="585"/>
                    <a:pt x="582" y="456"/>
                    <a:pt x="582" y="296"/>
                  </a:cubicBezTo>
                  <a:lnTo>
                    <a:pt x="582" y="291"/>
                  </a:lnTo>
                  <a:cubicBezTo>
                    <a:pt x="582" y="131"/>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0"/>
            <p:cNvSpPr/>
            <p:nvPr/>
          </p:nvSpPr>
          <p:spPr>
            <a:xfrm>
              <a:off x="5383650" y="2168976"/>
              <a:ext cx="51397" cy="51425"/>
            </a:xfrm>
            <a:custGeom>
              <a:rect b="b" l="l" r="r" t="t"/>
              <a:pathLst>
                <a:path extrusionOk="0" h="1847" w="1846">
                  <a:moveTo>
                    <a:pt x="205" y="1"/>
                  </a:moveTo>
                  <a:cubicBezTo>
                    <a:pt x="92" y="1"/>
                    <a:pt x="0" y="92"/>
                    <a:pt x="0" y="206"/>
                  </a:cubicBezTo>
                  <a:lnTo>
                    <a:pt x="0" y="1643"/>
                  </a:lnTo>
                  <a:cubicBezTo>
                    <a:pt x="0" y="1755"/>
                    <a:pt x="92" y="1846"/>
                    <a:pt x="205" y="1846"/>
                  </a:cubicBezTo>
                  <a:lnTo>
                    <a:pt x="1642" y="1846"/>
                  </a:lnTo>
                  <a:cubicBezTo>
                    <a:pt x="1754" y="1846"/>
                    <a:pt x="1845" y="1755"/>
                    <a:pt x="1845" y="1643"/>
                  </a:cubicBezTo>
                  <a:lnTo>
                    <a:pt x="1845" y="206"/>
                  </a:lnTo>
                  <a:cubicBezTo>
                    <a:pt x="1845" y="92"/>
                    <a:pt x="1754" y="1"/>
                    <a:pt x="16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0"/>
            <p:cNvSpPr/>
            <p:nvPr/>
          </p:nvSpPr>
          <p:spPr>
            <a:xfrm>
              <a:off x="5457016" y="2160902"/>
              <a:ext cx="102182" cy="16204"/>
            </a:xfrm>
            <a:custGeom>
              <a:rect b="b" l="l" r="r" t="t"/>
              <a:pathLst>
                <a:path extrusionOk="0" h="582" w="3670">
                  <a:moveTo>
                    <a:pt x="291" y="1"/>
                  </a:moveTo>
                  <a:cubicBezTo>
                    <a:pt x="131" y="1"/>
                    <a:pt x="1" y="131"/>
                    <a:pt x="1" y="291"/>
                  </a:cubicBezTo>
                  <a:cubicBezTo>
                    <a:pt x="1" y="452"/>
                    <a:pt x="131" y="581"/>
                    <a:pt x="291" y="581"/>
                  </a:cubicBezTo>
                  <a:lnTo>
                    <a:pt x="3379" y="581"/>
                  </a:lnTo>
                  <a:cubicBezTo>
                    <a:pt x="3539" y="581"/>
                    <a:pt x="3669" y="452"/>
                    <a:pt x="3669" y="291"/>
                  </a:cubicBezTo>
                  <a:cubicBezTo>
                    <a:pt x="3669" y="131"/>
                    <a:pt x="3539" y="1"/>
                    <a:pt x="3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0"/>
            <p:cNvSpPr/>
            <p:nvPr/>
          </p:nvSpPr>
          <p:spPr>
            <a:xfrm>
              <a:off x="5485026" y="2194536"/>
              <a:ext cx="45634" cy="16149"/>
            </a:xfrm>
            <a:custGeom>
              <a:rect b="b" l="l" r="r" t="t"/>
              <a:pathLst>
                <a:path extrusionOk="0" h="580" w="1639">
                  <a:moveTo>
                    <a:pt x="290" y="0"/>
                  </a:moveTo>
                  <a:cubicBezTo>
                    <a:pt x="130" y="0"/>
                    <a:pt x="1" y="129"/>
                    <a:pt x="1" y="290"/>
                  </a:cubicBezTo>
                  <a:cubicBezTo>
                    <a:pt x="1" y="450"/>
                    <a:pt x="130" y="579"/>
                    <a:pt x="290" y="579"/>
                  </a:cubicBezTo>
                  <a:lnTo>
                    <a:pt x="1349" y="579"/>
                  </a:lnTo>
                  <a:cubicBezTo>
                    <a:pt x="1508" y="579"/>
                    <a:pt x="1639" y="450"/>
                    <a:pt x="1639" y="290"/>
                  </a:cubicBezTo>
                  <a:cubicBezTo>
                    <a:pt x="1639" y="129"/>
                    <a:pt x="1508" y="0"/>
                    <a:pt x="1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0"/>
            <p:cNvSpPr/>
            <p:nvPr/>
          </p:nvSpPr>
          <p:spPr>
            <a:xfrm>
              <a:off x="5457016" y="2194452"/>
              <a:ext cx="16204" cy="16288"/>
            </a:xfrm>
            <a:custGeom>
              <a:rect b="b" l="l" r="r" t="t"/>
              <a:pathLst>
                <a:path extrusionOk="0" h="585" w="582">
                  <a:moveTo>
                    <a:pt x="291" y="1"/>
                  </a:moveTo>
                  <a:cubicBezTo>
                    <a:pt x="131" y="1"/>
                    <a:pt x="1" y="130"/>
                    <a:pt x="1" y="291"/>
                  </a:cubicBezTo>
                  <a:lnTo>
                    <a:pt x="1" y="295"/>
                  </a:lnTo>
                  <a:cubicBezTo>
                    <a:pt x="1" y="454"/>
                    <a:pt x="131" y="585"/>
                    <a:pt x="291" y="585"/>
                  </a:cubicBezTo>
                  <a:cubicBezTo>
                    <a:pt x="451" y="585"/>
                    <a:pt x="581" y="454"/>
                    <a:pt x="581" y="295"/>
                  </a:cubicBezTo>
                  <a:lnTo>
                    <a:pt x="581" y="291"/>
                  </a:lnTo>
                  <a:cubicBezTo>
                    <a:pt x="581" y="130"/>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0"/>
            <p:cNvSpPr/>
            <p:nvPr/>
          </p:nvSpPr>
          <p:spPr>
            <a:xfrm>
              <a:off x="5597735" y="2194536"/>
              <a:ext cx="45690" cy="16149"/>
            </a:xfrm>
            <a:custGeom>
              <a:rect b="b" l="l" r="r" t="t"/>
              <a:pathLst>
                <a:path extrusionOk="0" h="580" w="1641">
                  <a:moveTo>
                    <a:pt x="291" y="0"/>
                  </a:moveTo>
                  <a:cubicBezTo>
                    <a:pt x="131" y="0"/>
                    <a:pt x="1" y="129"/>
                    <a:pt x="1" y="290"/>
                  </a:cubicBezTo>
                  <a:cubicBezTo>
                    <a:pt x="1" y="450"/>
                    <a:pt x="131" y="579"/>
                    <a:pt x="291" y="579"/>
                  </a:cubicBezTo>
                  <a:lnTo>
                    <a:pt x="1350" y="579"/>
                  </a:lnTo>
                  <a:cubicBezTo>
                    <a:pt x="1510" y="579"/>
                    <a:pt x="1640" y="450"/>
                    <a:pt x="1640" y="290"/>
                  </a:cubicBezTo>
                  <a:cubicBezTo>
                    <a:pt x="1640" y="129"/>
                    <a:pt x="1510" y="0"/>
                    <a:pt x="1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0"/>
            <p:cNvSpPr/>
            <p:nvPr/>
          </p:nvSpPr>
          <p:spPr>
            <a:xfrm>
              <a:off x="5569752" y="2194452"/>
              <a:ext cx="16204" cy="16288"/>
            </a:xfrm>
            <a:custGeom>
              <a:rect b="b" l="l" r="r" t="t"/>
              <a:pathLst>
                <a:path extrusionOk="0" h="585" w="582">
                  <a:moveTo>
                    <a:pt x="291" y="1"/>
                  </a:moveTo>
                  <a:cubicBezTo>
                    <a:pt x="130" y="1"/>
                    <a:pt x="1" y="130"/>
                    <a:pt x="1" y="291"/>
                  </a:cubicBezTo>
                  <a:lnTo>
                    <a:pt x="1" y="295"/>
                  </a:lnTo>
                  <a:cubicBezTo>
                    <a:pt x="1" y="454"/>
                    <a:pt x="130" y="585"/>
                    <a:pt x="291" y="585"/>
                  </a:cubicBezTo>
                  <a:cubicBezTo>
                    <a:pt x="451" y="585"/>
                    <a:pt x="582" y="454"/>
                    <a:pt x="582" y="295"/>
                  </a:cubicBezTo>
                  <a:lnTo>
                    <a:pt x="582" y="291"/>
                  </a:lnTo>
                  <a:cubicBezTo>
                    <a:pt x="582" y="130"/>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0"/>
            <p:cNvSpPr/>
            <p:nvPr/>
          </p:nvSpPr>
          <p:spPr>
            <a:xfrm>
              <a:off x="5485026" y="2221126"/>
              <a:ext cx="45634" cy="16176"/>
            </a:xfrm>
            <a:custGeom>
              <a:rect b="b" l="l" r="r" t="t"/>
              <a:pathLst>
                <a:path extrusionOk="0" h="581" w="1639">
                  <a:moveTo>
                    <a:pt x="290" y="0"/>
                  </a:moveTo>
                  <a:cubicBezTo>
                    <a:pt x="130" y="0"/>
                    <a:pt x="1" y="129"/>
                    <a:pt x="1" y="290"/>
                  </a:cubicBezTo>
                  <a:cubicBezTo>
                    <a:pt x="1" y="450"/>
                    <a:pt x="130" y="581"/>
                    <a:pt x="290" y="581"/>
                  </a:cubicBezTo>
                  <a:lnTo>
                    <a:pt x="1349" y="581"/>
                  </a:lnTo>
                  <a:cubicBezTo>
                    <a:pt x="1508" y="581"/>
                    <a:pt x="1639" y="450"/>
                    <a:pt x="1639" y="290"/>
                  </a:cubicBezTo>
                  <a:cubicBezTo>
                    <a:pt x="1639" y="129"/>
                    <a:pt x="1508" y="0"/>
                    <a:pt x="13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0"/>
            <p:cNvSpPr/>
            <p:nvPr/>
          </p:nvSpPr>
          <p:spPr>
            <a:xfrm>
              <a:off x="5457016" y="2221042"/>
              <a:ext cx="16204" cy="16288"/>
            </a:xfrm>
            <a:custGeom>
              <a:rect b="b" l="l" r="r" t="t"/>
              <a:pathLst>
                <a:path extrusionOk="0" h="585" w="582">
                  <a:moveTo>
                    <a:pt x="291" y="1"/>
                  </a:moveTo>
                  <a:cubicBezTo>
                    <a:pt x="131" y="1"/>
                    <a:pt x="1" y="131"/>
                    <a:pt x="1" y="291"/>
                  </a:cubicBezTo>
                  <a:lnTo>
                    <a:pt x="1" y="295"/>
                  </a:lnTo>
                  <a:cubicBezTo>
                    <a:pt x="1" y="456"/>
                    <a:pt x="131" y="585"/>
                    <a:pt x="291" y="585"/>
                  </a:cubicBezTo>
                  <a:cubicBezTo>
                    <a:pt x="451" y="585"/>
                    <a:pt x="581" y="456"/>
                    <a:pt x="581" y="295"/>
                  </a:cubicBezTo>
                  <a:lnTo>
                    <a:pt x="581" y="291"/>
                  </a:lnTo>
                  <a:cubicBezTo>
                    <a:pt x="581" y="131"/>
                    <a:pt x="451" y="1"/>
                    <a:pt x="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0"/>
            <p:cNvSpPr/>
            <p:nvPr/>
          </p:nvSpPr>
          <p:spPr>
            <a:xfrm>
              <a:off x="5597735" y="2221126"/>
              <a:ext cx="45690" cy="16176"/>
            </a:xfrm>
            <a:custGeom>
              <a:rect b="b" l="l" r="r" t="t"/>
              <a:pathLst>
                <a:path extrusionOk="0" h="581" w="1641">
                  <a:moveTo>
                    <a:pt x="291" y="0"/>
                  </a:moveTo>
                  <a:cubicBezTo>
                    <a:pt x="131" y="0"/>
                    <a:pt x="1" y="129"/>
                    <a:pt x="1" y="290"/>
                  </a:cubicBezTo>
                  <a:cubicBezTo>
                    <a:pt x="1" y="450"/>
                    <a:pt x="131" y="581"/>
                    <a:pt x="291" y="581"/>
                  </a:cubicBezTo>
                  <a:lnTo>
                    <a:pt x="1350" y="581"/>
                  </a:lnTo>
                  <a:cubicBezTo>
                    <a:pt x="1510" y="581"/>
                    <a:pt x="1640" y="450"/>
                    <a:pt x="1640" y="290"/>
                  </a:cubicBezTo>
                  <a:cubicBezTo>
                    <a:pt x="1640" y="129"/>
                    <a:pt x="1510" y="0"/>
                    <a:pt x="1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0"/>
            <p:cNvSpPr/>
            <p:nvPr/>
          </p:nvSpPr>
          <p:spPr>
            <a:xfrm>
              <a:off x="5569752" y="2221042"/>
              <a:ext cx="16204" cy="16288"/>
            </a:xfrm>
            <a:custGeom>
              <a:rect b="b" l="l" r="r" t="t"/>
              <a:pathLst>
                <a:path extrusionOk="0" h="585" w="582">
                  <a:moveTo>
                    <a:pt x="291" y="1"/>
                  </a:moveTo>
                  <a:cubicBezTo>
                    <a:pt x="130" y="1"/>
                    <a:pt x="1" y="131"/>
                    <a:pt x="1" y="291"/>
                  </a:cubicBezTo>
                  <a:lnTo>
                    <a:pt x="1" y="295"/>
                  </a:lnTo>
                  <a:cubicBezTo>
                    <a:pt x="1" y="456"/>
                    <a:pt x="130" y="585"/>
                    <a:pt x="291" y="585"/>
                  </a:cubicBezTo>
                  <a:cubicBezTo>
                    <a:pt x="451" y="585"/>
                    <a:pt x="582" y="456"/>
                    <a:pt x="582" y="295"/>
                  </a:cubicBezTo>
                  <a:lnTo>
                    <a:pt x="582" y="291"/>
                  </a:lnTo>
                  <a:cubicBezTo>
                    <a:pt x="582" y="131"/>
                    <a:pt x="451"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0"/>
            <p:cNvSpPr/>
            <p:nvPr/>
          </p:nvSpPr>
          <p:spPr>
            <a:xfrm>
              <a:off x="5518800" y="1776418"/>
              <a:ext cx="137486" cy="137514"/>
            </a:xfrm>
            <a:custGeom>
              <a:rect b="b" l="l" r="r" t="t"/>
              <a:pathLst>
                <a:path extrusionOk="0" h="4939" w="4938">
                  <a:moveTo>
                    <a:pt x="2469" y="1"/>
                  </a:moveTo>
                  <a:cubicBezTo>
                    <a:pt x="1108" y="1"/>
                    <a:pt x="0" y="1108"/>
                    <a:pt x="0" y="2469"/>
                  </a:cubicBezTo>
                  <a:cubicBezTo>
                    <a:pt x="0" y="3831"/>
                    <a:pt x="1108" y="4938"/>
                    <a:pt x="2469" y="4938"/>
                  </a:cubicBezTo>
                  <a:cubicBezTo>
                    <a:pt x="3830" y="4938"/>
                    <a:pt x="4937" y="3831"/>
                    <a:pt x="4937" y="2469"/>
                  </a:cubicBezTo>
                  <a:cubicBezTo>
                    <a:pt x="4937" y="2310"/>
                    <a:pt x="4807" y="2179"/>
                    <a:pt x="4647" y="2179"/>
                  </a:cubicBezTo>
                  <a:cubicBezTo>
                    <a:pt x="4487" y="2179"/>
                    <a:pt x="4357" y="2310"/>
                    <a:pt x="4357" y="2469"/>
                  </a:cubicBezTo>
                  <a:cubicBezTo>
                    <a:pt x="4357" y="3511"/>
                    <a:pt x="3510" y="4357"/>
                    <a:pt x="2469" y="4357"/>
                  </a:cubicBezTo>
                  <a:cubicBezTo>
                    <a:pt x="1427" y="4357"/>
                    <a:pt x="581" y="3511"/>
                    <a:pt x="581" y="2469"/>
                  </a:cubicBezTo>
                  <a:cubicBezTo>
                    <a:pt x="581" y="1428"/>
                    <a:pt x="1427" y="581"/>
                    <a:pt x="2469" y="581"/>
                  </a:cubicBezTo>
                  <a:cubicBezTo>
                    <a:pt x="2629" y="581"/>
                    <a:pt x="2759" y="451"/>
                    <a:pt x="2759" y="291"/>
                  </a:cubicBezTo>
                  <a:cubicBezTo>
                    <a:pt x="2759" y="131"/>
                    <a:pt x="2629" y="1"/>
                    <a:pt x="2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0"/>
            <p:cNvSpPr/>
            <p:nvPr/>
          </p:nvSpPr>
          <p:spPr>
            <a:xfrm>
              <a:off x="5556026" y="1803148"/>
              <a:ext cx="63230" cy="78265"/>
            </a:xfrm>
            <a:custGeom>
              <a:rect b="b" l="l" r="r" t="t"/>
              <a:pathLst>
                <a:path extrusionOk="0" h="2811" w="2271">
                  <a:moveTo>
                    <a:pt x="1109" y="1205"/>
                  </a:moveTo>
                  <a:lnTo>
                    <a:pt x="1175" y="1461"/>
                  </a:lnTo>
                  <a:lnTo>
                    <a:pt x="1003" y="1461"/>
                  </a:lnTo>
                  <a:lnTo>
                    <a:pt x="1109" y="1205"/>
                  </a:lnTo>
                  <a:close/>
                  <a:moveTo>
                    <a:pt x="1174" y="0"/>
                  </a:moveTo>
                  <a:cubicBezTo>
                    <a:pt x="1057" y="0"/>
                    <a:pt x="951" y="70"/>
                    <a:pt x="906" y="179"/>
                  </a:cubicBezTo>
                  <a:lnTo>
                    <a:pt x="61" y="2217"/>
                  </a:lnTo>
                  <a:cubicBezTo>
                    <a:pt x="0" y="2364"/>
                    <a:pt x="70" y="2534"/>
                    <a:pt x="218" y="2595"/>
                  </a:cubicBezTo>
                  <a:cubicBezTo>
                    <a:pt x="255" y="2610"/>
                    <a:pt x="293" y="2618"/>
                    <a:pt x="330" y="2618"/>
                  </a:cubicBezTo>
                  <a:cubicBezTo>
                    <a:pt x="443" y="2618"/>
                    <a:pt x="550" y="2550"/>
                    <a:pt x="596" y="2439"/>
                  </a:cubicBezTo>
                  <a:lnTo>
                    <a:pt x="762" y="2041"/>
                  </a:lnTo>
                  <a:lnTo>
                    <a:pt x="1323" y="2041"/>
                  </a:lnTo>
                  <a:lnTo>
                    <a:pt x="1465" y="2593"/>
                  </a:lnTo>
                  <a:cubicBezTo>
                    <a:pt x="1499" y="2724"/>
                    <a:pt x="1617" y="2811"/>
                    <a:pt x="1747" y="2811"/>
                  </a:cubicBezTo>
                  <a:cubicBezTo>
                    <a:pt x="1770" y="2811"/>
                    <a:pt x="1794" y="2808"/>
                    <a:pt x="1819" y="2802"/>
                  </a:cubicBezTo>
                  <a:cubicBezTo>
                    <a:pt x="1973" y="2762"/>
                    <a:pt x="2067" y="2605"/>
                    <a:pt x="2027" y="2449"/>
                  </a:cubicBezTo>
                  <a:lnTo>
                    <a:pt x="1922" y="2041"/>
                  </a:lnTo>
                  <a:lnTo>
                    <a:pt x="1981" y="2041"/>
                  </a:lnTo>
                  <a:cubicBezTo>
                    <a:pt x="2142" y="2041"/>
                    <a:pt x="2271" y="1911"/>
                    <a:pt x="2271" y="1751"/>
                  </a:cubicBezTo>
                  <a:cubicBezTo>
                    <a:pt x="2271" y="1591"/>
                    <a:pt x="2142" y="1461"/>
                    <a:pt x="1981" y="1461"/>
                  </a:cubicBezTo>
                  <a:lnTo>
                    <a:pt x="1773" y="1461"/>
                  </a:lnTo>
                  <a:lnTo>
                    <a:pt x="1455" y="218"/>
                  </a:lnTo>
                  <a:cubicBezTo>
                    <a:pt x="1425" y="97"/>
                    <a:pt x="1320" y="11"/>
                    <a:pt x="1194" y="1"/>
                  </a:cubicBezTo>
                  <a:cubicBezTo>
                    <a:pt x="1187" y="0"/>
                    <a:pt x="1181"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0"/>
            <p:cNvSpPr/>
            <p:nvPr/>
          </p:nvSpPr>
          <p:spPr>
            <a:xfrm>
              <a:off x="5604194" y="1784604"/>
              <a:ext cx="43184" cy="43239"/>
            </a:xfrm>
            <a:custGeom>
              <a:rect b="b" l="l" r="r" t="t"/>
              <a:pathLst>
                <a:path extrusionOk="0" h="1553" w="1551">
                  <a:moveTo>
                    <a:pt x="775" y="1"/>
                  </a:moveTo>
                  <a:cubicBezTo>
                    <a:pt x="615" y="1"/>
                    <a:pt x="485" y="131"/>
                    <a:pt x="485" y="291"/>
                  </a:cubicBezTo>
                  <a:lnTo>
                    <a:pt x="485" y="486"/>
                  </a:lnTo>
                  <a:lnTo>
                    <a:pt x="290" y="486"/>
                  </a:lnTo>
                  <a:cubicBezTo>
                    <a:pt x="130" y="486"/>
                    <a:pt x="1" y="617"/>
                    <a:pt x="1" y="777"/>
                  </a:cubicBezTo>
                  <a:cubicBezTo>
                    <a:pt x="1" y="936"/>
                    <a:pt x="130" y="1067"/>
                    <a:pt x="290" y="1067"/>
                  </a:cubicBezTo>
                  <a:lnTo>
                    <a:pt x="485" y="1067"/>
                  </a:lnTo>
                  <a:lnTo>
                    <a:pt x="485" y="1262"/>
                  </a:lnTo>
                  <a:cubicBezTo>
                    <a:pt x="485" y="1422"/>
                    <a:pt x="615" y="1552"/>
                    <a:pt x="775" y="1552"/>
                  </a:cubicBezTo>
                  <a:cubicBezTo>
                    <a:pt x="936" y="1552"/>
                    <a:pt x="1065" y="1422"/>
                    <a:pt x="1065" y="1262"/>
                  </a:cubicBezTo>
                  <a:lnTo>
                    <a:pt x="1065" y="1067"/>
                  </a:lnTo>
                  <a:lnTo>
                    <a:pt x="1261" y="1067"/>
                  </a:lnTo>
                  <a:cubicBezTo>
                    <a:pt x="1420" y="1067"/>
                    <a:pt x="1551" y="936"/>
                    <a:pt x="1551" y="777"/>
                  </a:cubicBezTo>
                  <a:cubicBezTo>
                    <a:pt x="1551" y="617"/>
                    <a:pt x="1420" y="486"/>
                    <a:pt x="1261" y="486"/>
                  </a:cubicBezTo>
                  <a:lnTo>
                    <a:pt x="1065" y="486"/>
                  </a:lnTo>
                  <a:lnTo>
                    <a:pt x="1065" y="291"/>
                  </a:lnTo>
                  <a:cubicBezTo>
                    <a:pt x="1065" y="131"/>
                    <a:pt x="936" y="1"/>
                    <a:pt x="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0"/>
          <p:cNvGrpSpPr/>
          <p:nvPr/>
        </p:nvGrpSpPr>
        <p:grpSpPr>
          <a:xfrm>
            <a:off x="925245" y="2016378"/>
            <a:ext cx="496551" cy="501852"/>
            <a:chOff x="545548" y="1746153"/>
            <a:chExt cx="519241" cy="535252"/>
          </a:xfrm>
        </p:grpSpPr>
        <p:sp>
          <p:nvSpPr>
            <p:cNvPr id="4039" name="Google Shape;4039;p70"/>
            <p:cNvSpPr/>
            <p:nvPr/>
          </p:nvSpPr>
          <p:spPr>
            <a:xfrm>
              <a:off x="1001253" y="2061642"/>
              <a:ext cx="16176" cy="49615"/>
            </a:xfrm>
            <a:custGeom>
              <a:rect b="b" l="l" r="r" t="t"/>
              <a:pathLst>
                <a:path extrusionOk="0" h="1782" w="581">
                  <a:moveTo>
                    <a:pt x="291" y="1"/>
                  </a:moveTo>
                  <a:cubicBezTo>
                    <a:pt x="130" y="1"/>
                    <a:pt x="0" y="131"/>
                    <a:pt x="0" y="291"/>
                  </a:cubicBezTo>
                  <a:lnTo>
                    <a:pt x="0" y="1491"/>
                  </a:lnTo>
                  <a:cubicBezTo>
                    <a:pt x="0" y="1652"/>
                    <a:pt x="130" y="1781"/>
                    <a:pt x="291" y="1781"/>
                  </a:cubicBezTo>
                  <a:cubicBezTo>
                    <a:pt x="450" y="1781"/>
                    <a:pt x="581" y="1652"/>
                    <a:pt x="581" y="1491"/>
                  </a:cubicBezTo>
                  <a:lnTo>
                    <a:pt x="581" y="291"/>
                  </a:lnTo>
                  <a:cubicBezTo>
                    <a:pt x="581" y="131"/>
                    <a:pt x="45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0"/>
            <p:cNvSpPr/>
            <p:nvPr/>
          </p:nvSpPr>
          <p:spPr>
            <a:xfrm>
              <a:off x="619248" y="2152883"/>
              <a:ext cx="398176" cy="121031"/>
            </a:xfrm>
            <a:custGeom>
              <a:rect b="b" l="l" r="r" t="t"/>
              <a:pathLst>
                <a:path extrusionOk="0" h="4347" w="14301">
                  <a:moveTo>
                    <a:pt x="290" y="1"/>
                  </a:moveTo>
                  <a:cubicBezTo>
                    <a:pt x="130" y="1"/>
                    <a:pt x="1" y="130"/>
                    <a:pt x="1" y="291"/>
                  </a:cubicBezTo>
                  <a:lnTo>
                    <a:pt x="1" y="4056"/>
                  </a:lnTo>
                  <a:cubicBezTo>
                    <a:pt x="1" y="4217"/>
                    <a:pt x="130" y="4346"/>
                    <a:pt x="290" y="4346"/>
                  </a:cubicBezTo>
                  <a:lnTo>
                    <a:pt x="14011" y="4346"/>
                  </a:lnTo>
                  <a:cubicBezTo>
                    <a:pt x="14170" y="4346"/>
                    <a:pt x="14301" y="4217"/>
                    <a:pt x="14301" y="4056"/>
                  </a:cubicBezTo>
                  <a:lnTo>
                    <a:pt x="14301" y="2041"/>
                  </a:lnTo>
                  <a:cubicBezTo>
                    <a:pt x="14301" y="1882"/>
                    <a:pt x="14170" y="1752"/>
                    <a:pt x="14011" y="1752"/>
                  </a:cubicBezTo>
                  <a:cubicBezTo>
                    <a:pt x="13850" y="1752"/>
                    <a:pt x="13720" y="1882"/>
                    <a:pt x="13720" y="2041"/>
                  </a:cubicBezTo>
                  <a:lnTo>
                    <a:pt x="13720" y="3766"/>
                  </a:lnTo>
                  <a:lnTo>
                    <a:pt x="580" y="3766"/>
                  </a:lnTo>
                  <a:lnTo>
                    <a:pt x="580" y="291"/>
                  </a:lnTo>
                  <a:cubicBezTo>
                    <a:pt x="580" y="130"/>
                    <a:pt x="451" y="1"/>
                    <a:pt x="2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0"/>
            <p:cNvSpPr/>
            <p:nvPr/>
          </p:nvSpPr>
          <p:spPr>
            <a:xfrm>
              <a:off x="1001253" y="1975997"/>
              <a:ext cx="16176" cy="49615"/>
            </a:xfrm>
            <a:custGeom>
              <a:rect b="b" l="l" r="r" t="t"/>
              <a:pathLst>
                <a:path extrusionOk="0" h="1782" w="581">
                  <a:moveTo>
                    <a:pt x="291" y="1"/>
                  </a:moveTo>
                  <a:cubicBezTo>
                    <a:pt x="130" y="1"/>
                    <a:pt x="0" y="131"/>
                    <a:pt x="0" y="291"/>
                  </a:cubicBezTo>
                  <a:lnTo>
                    <a:pt x="0" y="1491"/>
                  </a:lnTo>
                  <a:cubicBezTo>
                    <a:pt x="0" y="1652"/>
                    <a:pt x="130" y="1781"/>
                    <a:pt x="291" y="1781"/>
                  </a:cubicBezTo>
                  <a:cubicBezTo>
                    <a:pt x="450" y="1781"/>
                    <a:pt x="581" y="1652"/>
                    <a:pt x="581" y="1491"/>
                  </a:cubicBezTo>
                  <a:lnTo>
                    <a:pt x="581" y="291"/>
                  </a:lnTo>
                  <a:cubicBezTo>
                    <a:pt x="581" y="131"/>
                    <a:pt x="45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0"/>
            <p:cNvSpPr/>
            <p:nvPr/>
          </p:nvSpPr>
          <p:spPr>
            <a:xfrm>
              <a:off x="619248" y="1798303"/>
              <a:ext cx="398176" cy="127379"/>
            </a:xfrm>
            <a:custGeom>
              <a:rect b="b" l="l" r="r" t="t"/>
              <a:pathLst>
                <a:path extrusionOk="0" h="4575" w="14301">
                  <a:moveTo>
                    <a:pt x="290" y="0"/>
                  </a:moveTo>
                  <a:cubicBezTo>
                    <a:pt x="130" y="0"/>
                    <a:pt x="1" y="130"/>
                    <a:pt x="1" y="289"/>
                  </a:cubicBezTo>
                  <a:lnTo>
                    <a:pt x="1" y="4284"/>
                  </a:lnTo>
                  <a:cubicBezTo>
                    <a:pt x="1" y="4444"/>
                    <a:pt x="130" y="4574"/>
                    <a:pt x="290" y="4574"/>
                  </a:cubicBezTo>
                  <a:cubicBezTo>
                    <a:pt x="451" y="4574"/>
                    <a:pt x="580" y="4444"/>
                    <a:pt x="580" y="4284"/>
                  </a:cubicBezTo>
                  <a:lnTo>
                    <a:pt x="580" y="580"/>
                  </a:lnTo>
                  <a:lnTo>
                    <a:pt x="13720" y="580"/>
                  </a:lnTo>
                  <a:lnTo>
                    <a:pt x="13720" y="3309"/>
                  </a:lnTo>
                  <a:cubicBezTo>
                    <a:pt x="13720" y="3470"/>
                    <a:pt x="13850" y="3600"/>
                    <a:pt x="14011" y="3600"/>
                  </a:cubicBezTo>
                  <a:cubicBezTo>
                    <a:pt x="14170" y="3600"/>
                    <a:pt x="14301" y="3470"/>
                    <a:pt x="14301" y="3309"/>
                  </a:cubicBezTo>
                  <a:lnTo>
                    <a:pt x="14301" y="289"/>
                  </a:lnTo>
                  <a:cubicBezTo>
                    <a:pt x="14301" y="130"/>
                    <a:pt x="14170" y="0"/>
                    <a:pt x="14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0"/>
            <p:cNvSpPr/>
            <p:nvPr/>
          </p:nvSpPr>
          <p:spPr>
            <a:xfrm>
              <a:off x="545548" y="1985881"/>
              <a:ext cx="163296" cy="196652"/>
            </a:xfrm>
            <a:custGeom>
              <a:rect b="b" l="l" r="r" t="t"/>
              <a:pathLst>
                <a:path extrusionOk="0" h="7063" w="5865">
                  <a:moveTo>
                    <a:pt x="1886" y="1"/>
                  </a:moveTo>
                  <a:lnTo>
                    <a:pt x="1886" y="56"/>
                  </a:lnTo>
                  <a:cubicBezTo>
                    <a:pt x="1886" y="775"/>
                    <a:pt x="1564" y="1451"/>
                    <a:pt x="1022" y="1920"/>
                  </a:cubicBezTo>
                  <a:cubicBezTo>
                    <a:pt x="395" y="2463"/>
                    <a:pt x="1" y="3267"/>
                    <a:pt x="9" y="4162"/>
                  </a:cubicBezTo>
                  <a:cubicBezTo>
                    <a:pt x="24" y="5762"/>
                    <a:pt x="1341" y="7063"/>
                    <a:pt x="2937" y="7063"/>
                  </a:cubicBezTo>
                  <a:cubicBezTo>
                    <a:pt x="2947" y="7063"/>
                    <a:pt x="2956" y="7062"/>
                    <a:pt x="2966" y="7062"/>
                  </a:cubicBezTo>
                  <a:cubicBezTo>
                    <a:pt x="4570" y="7047"/>
                    <a:pt x="5865" y="5742"/>
                    <a:pt x="5865" y="4135"/>
                  </a:cubicBezTo>
                  <a:cubicBezTo>
                    <a:pt x="5865" y="3250"/>
                    <a:pt x="5472" y="2457"/>
                    <a:pt x="4851" y="1920"/>
                  </a:cubicBezTo>
                  <a:cubicBezTo>
                    <a:pt x="4309" y="1451"/>
                    <a:pt x="3988" y="774"/>
                    <a:pt x="3988" y="56"/>
                  </a:cubicBezTo>
                  <a:lnTo>
                    <a:pt x="39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0"/>
            <p:cNvSpPr/>
            <p:nvPr/>
          </p:nvSpPr>
          <p:spPr>
            <a:xfrm>
              <a:off x="597920" y="1910928"/>
              <a:ext cx="58803" cy="43546"/>
            </a:xfrm>
            <a:custGeom>
              <a:rect b="b" l="l" r="r" t="t"/>
              <a:pathLst>
                <a:path extrusionOk="0" h="1564" w="2112">
                  <a:moveTo>
                    <a:pt x="745" y="1"/>
                  </a:moveTo>
                  <a:cubicBezTo>
                    <a:pt x="334" y="1"/>
                    <a:pt x="1" y="334"/>
                    <a:pt x="1" y="745"/>
                  </a:cubicBezTo>
                  <a:lnTo>
                    <a:pt x="1" y="1563"/>
                  </a:lnTo>
                  <a:lnTo>
                    <a:pt x="2112" y="1563"/>
                  </a:lnTo>
                  <a:lnTo>
                    <a:pt x="2112" y="745"/>
                  </a:lnTo>
                  <a:cubicBezTo>
                    <a:pt x="2112" y="334"/>
                    <a:pt x="1778" y="1"/>
                    <a:pt x="1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0"/>
            <p:cNvSpPr/>
            <p:nvPr/>
          </p:nvSpPr>
          <p:spPr>
            <a:xfrm>
              <a:off x="585948" y="1954029"/>
              <a:ext cx="82776" cy="34385"/>
            </a:xfrm>
            <a:custGeom>
              <a:rect b="b" l="l" r="r" t="t"/>
              <a:pathLst>
                <a:path extrusionOk="0" h="1235" w="2973">
                  <a:moveTo>
                    <a:pt x="617" y="1"/>
                  </a:moveTo>
                  <a:cubicBezTo>
                    <a:pt x="276" y="1"/>
                    <a:pt x="0" y="278"/>
                    <a:pt x="0" y="618"/>
                  </a:cubicBezTo>
                  <a:cubicBezTo>
                    <a:pt x="0" y="958"/>
                    <a:pt x="276" y="1235"/>
                    <a:pt x="617" y="1235"/>
                  </a:cubicBezTo>
                  <a:lnTo>
                    <a:pt x="2355" y="1235"/>
                  </a:lnTo>
                  <a:cubicBezTo>
                    <a:pt x="2695" y="1235"/>
                    <a:pt x="2972" y="958"/>
                    <a:pt x="2972" y="618"/>
                  </a:cubicBezTo>
                  <a:cubicBezTo>
                    <a:pt x="2972" y="278"/>
                    <a:pt x="2695" y="1"/>
                    <a:pt x="2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0"/>
            <p:cNvSpPr/>
            <p:nvPr/>
          </p:nvSpPr>
          <p:spPr>
            <a:xfrm>
              <a:off x="953864" y="2098840"/>
              <a:ext cx="110925" cy="110897"/>
            </a:xfrm>
            <a:custGeom>
              <a:rect b="b" l="l" r="r" t="t"/>
              <a:pathLst>
                <a:path extrusionOk="0" h="3983" w="3984">
                  <a:moveTo>
                    <a:pt x="1993" y="0"/>
                  </a:moveTo>
                  <a:cubicBezTo>
                    <a:pt x="892" y="0"/>
                    <a:pt x="1" y="892"/>
                    <a:pt x="1" y="1992"/>
                  </a:cubicBezTo>
                  <a:cubicBezTo>
                    <a:pt x="1" y="3091"/>
                    <a:pt x="892" y="3982"/>
                    <a:pt x="1993" y="3982"/>
                  </a:cubicBezTo>
                  <a:cubicBezTo>
                    <a:pt x="3092" y="3982"/>
                    <a:pt x="3983" y="3091"/>
                    <a:pt x="3983" y="1992"/>
                  </a:cubicBezTo>
                  <a:cubicBezTo>
                    <a:pt x="3983" y="892"/>
                    <a:pt x="3092" y="0"/>
                    <a:pt x="19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0"/>
            <p:cNvSpPr/>
            <p:nvPr/>
          </p:nvSpPr>
          <p:spPr>
            <a:xfrm>
              <a:off x="982821" y="2127796"/>
              <a:ext cx="53012" cy="53012"/>
            </a:xfrm>
            <a:custGeom>
              <a:rect b="b" l="l" r="r" t="t"/>
              <a:pathLst>
                <a:path extrusionOk="0" h="1904" w="1904">
                  <a:moveTo>
                    <a:pt x="953" y="1"/>
                  </a:moveTo>
                  <a:cubicBezTo>
                    <a:pt x="792" y="1"/>
                    <a:pt x="662" y="130"/>
                    <a:pt x="662" y="291"/>
                  </a:cubicBezTo>
                  <a:lnTo>
                    <a:pt x="662" y="662"/>
                  </a:lnTo>
                  <a:lnTo>
                    <a:pt x="290" y="662"/>
                  </a:lnTo>
                  <a:cubicBezTo>
                    <a:pt x="131" y="662"/>
                    <a:pt x="0" y="792"/>
                    <a:pt x="0" y="952"/>
                  </a:cubicBezTo>
                  <a:cubicBezTo>
                    <a:pt x="0" y="1112"/>
                    <a:pt x="131" y="1242"/>
                    <a:pt x="290" y="1242"/>
                  </a:cubicBezTo>
                  <a:lnTo>
                    <a:pt x="662" y="1242"/>
                  </a:lnTo>
                  <a:lnTo>
                    <a:pt x="662" y="1613"/>
                  </a:lnTo>
                  <a:cubicBezTo>
                    <a:pt x="662" y="1774"/>
                    <a:pt x="792" y="1903"/>
                    <a:pt x="953" y="1903"/>
                  </a:cubicBezTo>
                  <a:cubicBezTo>
                    <a:pt x="1112" y="1903"/>
                    <a:pt x="1243" y="1774"/>
                    <a:pt x="1243" y="1613"/>
                  </a:cubicBezTo>
                  <a:lnTo>
                    <a:pt x="1243" y="1242"/>
                  </a:lnTo>
                  <a:lnTo>
                    <a:pt x="1614" y="1242"/>
                  </a:lnTo>
                  <a:cubicBezTo>
                    <a:pt x="1773" y="1242"/>
                    <a:pt x="1904" y="1112"/>
                    <a:pt x="1904" y="952"/>
                  </a:cubicBezTo>
                  <a:cubicBezTo>
                    <a:pt x="1904" y="792"/>
                    <a:pt x="1773" y="662"/>
                    <a:pt x="1614" y="662"/>
                  </a:cubicBezTo>
                  <a:lnTo>
                    <a:pt x="1243" y="662"/>
                  </a:lnTo>
                  <a:lnTo>
                    <a:pt x="1243" y="291"/>
                  </a:lnTo>
                  <a:cubicBezTo>
                    <a:pt x="1243" y="130"/>
                    <a:pt x="1112" y="1"/>
                    <a:pt x="9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0"/>
            <p:cNvSpPr/>
            <p:nvPr/>
          </p:nvSpPr>
          <p:spPr>
            <a:xfrm>
              <a:off x="953864" y="1877516"/>
              <a:ext cx="110925" cy="110897"/>
            </a:xfrm>
            <a:custGeom>
              <a:rect b="b" l="l" r="r" t="t"/>
              <a:pathLst>
                <a:path extrusionOk="0" h="3983" w="3984">
                  <a:moveTo>
                    <a:pt x="1993" y="1"/>
                  </a:moveTo>
                  <a:cubicBezTo>
                    <a:pt x="892" y="1"/>
                    <a:pt x="1" y="892"/>
                    <a:pt x="1" y="1991"/>
                  </a:cubicBezTo>
                  <a:cubicBezTo>
                    <a:pt x="1" y="3091"/>
                    <a:pt x="892" y="3983"/>
                    <a:pt x="1993" y="3983"/>
                  </a:cubicBezTo>
                  <a:cubicBezTo>
                    <a:pt x="3092" y="3983"/>
                    <a:pt x="3983" y="3091"/>
                    <a:pt x="3983" y="1991"/>
                  </a:cubicBezTo>
                  <a:cubicBezTo>
                    <a:pt x="3983" y="892"/>
                    <a:pt x="3092" y="1"/>
                    <a:pt x="19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0"/>
            <p:cNvSpPr/>
            <p:nvPr/>
          </p:nvSpPr>
          <p:spPr>
            <a:xfrm>
              <a:off x="982821" y="1924849"/>
              <a:ext cx="53012" cy="16204"/>
            </a:xfrm>
            <a:custGeom>
              <a:rect b="b" l="l" r="r" t="t"/>
              <a:pathLst>
                <a:path extrusionOk="0" h="582" w="1904">
                  <a:moveTo>
                    <a:pt x="290" y="1"/>
                  </a:moveTo>
                  <a:cubicBezTo>
                    <a:pt x="131" y="1"/>
                    <a:pt x="0" y="131"/>
                    <a:pt x="0" y="291"/>
                  </a:cubicBezTo>
                  <a:cubicBezTo>
                    <a:pt x="0" y="452"/>
                    <a:pt x="131" y="582"/>
                    <a:pt x="290" y="582"/>
                  </a:cubicBezTo>
                  <a:lnTo>
                    <a:pt x="1614" y="582"/>
                  </a:lnTo>
                  <a:cubicBezTo>
                    <a:pt x="1773" y="582"/>
                    <a:pt x="1904" y="452"/>
                    <a:pt x="1904" y="291"/>
                  </a:cubicBezTo>
                  <a:cubicBezTo>
                    <a:pt x="1904" y="131"/>
                    <a:pt x="1773" y="1"/>
                    <a:pt x="16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0"/>
            <p:cNvSpPr/>
            <p:nvPr/>
          </p:nvSpPr>
          <p:spPr>
            <a:xfrm>
              <a:off x="960964" y="2057326"/>
              <a:ext cx="96725" cy="16204"/>
            </a:xfrm>
            <a:custGeom>
              <a:rect b="b" l="l" r="r" t="t"/>
              <a:pathLst>
                <a:path extrusionOk="0" h="582" w="3474">
                  <a:moveTo>
                    <a:pt x="291" y="1"/>
                  </a:moveTo>
                  <a:cubicBezTo>
                    <a:pt x="130" y="1"/>
                    <a:pt x="1" y="131"/>
                    <a:pt x="1" y="291"/>
                  </a:cubicBezTo>
                  <a:cubicBezTo>
                    <a:pt x="1" y="451"/>
                    <a:pt x="130" y="581"/>
                    <a:pt x="291" y="581"/>
                  </a:cubicBezTo>
                  <a:lnTo>
                    <a:pt x="3184" y="581"/>
                  </a:lnTo>
                  <a:cubicBezTo>
                    <a:pt x="3344" y="581"/>
                    <a:pt x="3473" y="451"/>
                    <a:pt x="3473" y="291"/>
                  </a:cubicBezTo>
                  <a:cubicBezTo>
                    <a:pt x="3473" y="131"/>
                    <a:pt x="3344" y="1"/>
                    <a:pt x="3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0"/>
            <p:cNvSpPr/>
            <p:nvPr/>
          </p:nvSpPr>
          <p:spPr>
            <a:xfrm>
              <a:off x="977782" y="2013724"/>
              <a:ext cx="63091" cy="16204"/>
            </a:xfrm>
            <a:custGeom>
              <a:rect b="b" l="l" r="r" t="t"/>
              <a:pathLst>
                <a:path extrusionOk="0" h="582" w="2266">
                  <a:moveTo>
                    <a:pt x="291" y="1"/>
                  </a:moveTo>
                  <a:cubicBezTo>
                    <a:pt x="131" y="1"/>
                    <a:pt x="1" y="131"/>
                    <a:pt x="1" y="291"/>
                  </a:cubicBezTo>
                  <a:cubicBezTo>
                    <a:pt x="1" y="452"/>
                    <a:pt x="131" y="581"/>
                    <a:pt x="291" y="581"/>
                  </a:cubicBezTo>
                  <a:lnTo>
                    <a:pt x="1975" y="581"/>
                  </a:lnTo>
                  <a:cubicBezTo>
                    <a:pt x="2136" y="581"/>
                    <a:pt x="2265" y="452"/>
                    <a:pt x="2265" y="291"/>
                  </a:cubicBezTo>
                  <a:cubicBezTo>
                    <a:pt x="2265" y="131"/>
                    <a:pt x="2136" y="1"/>
                    <a:pt x="19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0"/>
            <p:cNvSpPr/>
            <p:nvPr/>
          </p:nvSpPr>
          <p:spPr>
            <a:xfrm>
              <a:off x="704642" y="1780261"/>
              <a:ext cx="221320" cy="88316"/>
            </a:xfrm>
            <a:custGeom>
              <a:rect b="b" l="l" r="r" t="t"/>
              <a:pathLst>
                <a:path extrusionOk="0" h="3172" w="7949">
                  <a:moveTo>
                    <a:pt x="431" y="1"/>
                  </a:moveTo>
                  <a:cubicBezTo>
                    <a:pt x="194" y="1"/>
                    <a:pt x="1" y="193"/>
                    <a:pt x="1" y="433"/>
                  </a:cubicBezTo>
                  <a:lnTo>
                    <a:pt x="1" y="2740"/>
                  </a:lnTo>
                  <a:cubicBezTo>
                    <a:pt x="1" y="2978"/>
                    <a:pt x="194" y="3172"/>
                    <a:pt x="431" y="3172"/>
                  </a:cubicBezTo>
                  <a:lnTo>
                    <a:pt x="7516" y="3172"/>
                  </a:lnTo>
                  <a:cubicBezTo>
                    <a:pt x="7754" y="3172"/>
                    <a:pt x="7947" y="2978"/>
                    <a:pt x="7948" y="2740"/>
                  </a:cubicBezTo>
                  <a:lnTo>
                    <a:pt x="7948" y="433"/>
                  </a:lnTo>
                  <a:cubicBezTo>
                    <a:pt x="7948" y="193"/>
                    <a:pt x="7754" y="1"/>
                    <a:pt x="75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0"/>
            <p:cNvSpPr/>
            <p:nvPr/>
          </p:nvSpPr>
          <p:spPr>
            <a:xfrm>
              <a:off x="753813" y="1746153"/>
              <a:ext cx="118665" cy="156558"/>
            </a:xfrm>
            <a:custGeom>
              <a:rect b="b" l="l" r="r" t="t"/>
              <a:pathLst>
                <a:path extrusionOk="0" h="5623" w="4262">
                  <a:moveTo>
                    <a:pt x="1885" y="0"/>
                  </a:moveTo>
                  <a:cubicBezTo>
                    <a:pt x="1734" y="0"/>
                    <a:pt x="1596" y="85"/>
                    <a:pt x="1528" y="220"/>
                  </a:cubicBezTo>
                  <a:lnTo>
                    <a:pt x="68" y="3122"/>
                  </a:lnTo>
                  <a:cubicBezTo>
                    <a:pt x="1" y="3255"/>
                    <a:pt x="97" y="3413"/>
                    <a:pt x="246" y="3413"/>
                  </a:cubicBezTo>
                  <a:lnTo>
                    <a:pt x="1639" y="3413"/>
                  </a:lnTo>
                  <a:lnTo>
                    <a:pt x="1041" y="5363"/>
                  </a:lnTo>
                  <a:cubicBezTo>
                    <a:pt x="997" y="5507"/>
                    <a:pt x="1112" y="5622"/>
                    <a:pt x="1234" y="5622"/>
                  </a:cubicBezTo>
                  <a:cubicBezTo>
                    <a:pt x="1285" y="5622"/>
                    <a:pt x="1337" y="5602"/>
                    <a:pt x="1379" y="5555"/>
                  </a:cubicBezTo>
                  <a:lnTo>
                    <a:pt x="4144" y="2528"/>
                  </a:lnTo>
                  <a:cubicBezTo>
                    <a:pt x="4261" y="2399"/>
                    <a:pt x="4171" y="2193"/>
                    <a:pt x="3997" y="2193"/>
                  </a:cubicBezTo>
                  <a:lnTo>
                    <a:pt x="2734" y="2193"/>
                  </a:lnTo>
                  <a:lnTo>
                    <a:pt x="3721" y="292"/>
                  </a:lnTo>
                  <a:cubicBezTo>
                    <a:pt x="3790" y="159"/>
                    <a:pt x="3694" y="0"/>
                    <a:pt x="35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0"/>
            <p:cNvSpPr/>
            <p:nvPr/>
          </p:nvSpPr>
          <p:spPr>
            <a:xfrm>
              <a:off x="743455" y="2229312"/>
              <a:ext cx="92465" cy="52093"/>
            </a:xfrm>
            <a:custGeom>
              <a:rect b="b" l="l" r="r" t="t"/>
              <a:pathLst>
                <a:path extrusionOk="0" h="1871" w="3321">
                  <a:moveTo>
                    <a:pt x="388" y="0"/>
                  </a:moveTo>
                  <a:cubicBezTo>
                    <a:pt x="174" y="0"/>
                    <a:pt x="1" y="173"/>
                    <a:pt x="1" y="387"/>
                  </a:cubicBezTo>
                  <a:lnTo>
                    <a:pt x="1" y="1484"/>
                  </a:lnTo>
                  <a:cubicBezTo>
                    <a:pt x="1" y="1698"/>
                    <a:pt x="174" y="1871"/>
                    <a:pt x="388" y="1871"/>
                  </a:cubicBezTo>
                  <a:lnTo>
                    <a:pt x="3321" y="1871"/>
                  </a:lnTo>
                  <a:lnTo>
                    <a:pt x="33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0"/>
            <p:cNvSpPr/>
            <p:nvPr/>
          </p:nvSpPr>
          <p:spPr>
            <a:xfrm>
              <a:off x="792375" y="2229312"/>
              <a:ext cx="106080" cy="52093"/>
            </a:xfrm>
            <a:custGeom>
              <a:rect b="b" l="l" r="r" t="t"/>
              <a:pathLst>
                <a:path extrusionOk="0" h="1871" w="3810">
                  <a:moveTo>
                    <a:pt x="0" y="0"/>
                  </a:moveTo>
                  <a:lnTo>
                    <a:pt x="0" y="1871"/>
                  </a:lnTo>
                  <a:lnTo>
                    <a:pt x="3423" y="1871"/>
                  </a:lnTo>
                  <a:cubicBezTo>
                    <a:pt x="3636" y="1871"/>
                    <a:pt x="3809" y="1698"/>
                    <a:pt x="3809" y="1484"/>
                  </a:cubicBezTo>
                  <a:lnTo>
                    <a:pt x="3809" y="387"/>
                  </a:lnTo>
                  <a:cubicBezTo>
                    <a:pt x="3809" y="173"/>
                    <a:pt x="3636" y="0"/>
                    <a:pt x="3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0"/>
            <p:cNvSpPr/>
            <p:nvPr/>
          </p:nvSpPr>
          <p:spPr>
            <a:xfrm>
              <a:off x="822752" y="2229312"/>
              <a:ext cx="75704" cy="52093"/>
            </a:xfrm>
            <a:custGeom>
              <a:rect b="b" l="l" r="r" t="t"/>
              <a:pathLst>
                <a:path extrusionOk="0" h="1871" w="2719">
                  <a:moveTo>
                    <a:pt x="1" y="0"/>
                  </a:moveTo>
                  <a:lnTo>
                    <a:pt x="1" y="1871"/>
                  </a:lnTo>
                  <a:lnTo>
                    <a:pt x="2332" y="1871"/>
                  </a:lnTo>
                  <a:cubicBezTo>
                    <a:pt x="2545" y="1871"/>
                    <a:pt x="2718" y="1698"/>
                    <a:pt x="2718" y="1484"/>
                  </a:cubicBezTo>
                  <a:lnTo>
                    <a:pt x="2718" y="387"/>
                  </a:lnTo>
                  <a:cubicBezTo>
                    <a:pt x="2718" y="173"/>
                    <a:pt x="2545" y="0"/>
                    <a:pt x="2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70"/>
          <p:cNvGrpSpPr/>
          <p:nvPr/>
        </p:nvGrpSpPr>
        <p:grpSpPr>
          <a:xfrm>
            <a:off x="4669392" y="1922326"/>
            <a:ext cx="513905" cy="501872"/>
            <a:chOff x="4486105" y="1746153"/>
            <a:chExt cx="537389" cy="535273"/>
          </a:xfrm>
        </p:grpSpPr>
        <p:sp>
          <p:nvSpPr>
            <p:cNvPr id="4058" name="Google Shape;4058;p70"/>
            <p:cNvSpPr/>
            <p:nvPr/>
          </p:nvSpPr>
          <p:spPr>
            <a:xfrm>
              <a:off x="4516036" y="1774998"/>
              <a:ext cx="507457" cy="506427"/>
            </a:xfrm>
            <a:custGeom>
              <a:rect b="b" l="l" r="r" t="t"/>
              <a:pathLst>
                <a:path extrusionOk="0" h="18189" w="18226">
                  <a:moveTo>
                    <a:pt x="15358" y="1"/>
                  </a:moveTo>
                  <a:lnTo>
                    <a:pt x="0" y="15358"/>
                  </a:lnTo>
                  <a:lnTo>
                    <a:pt x="2718" y="18076"/>
                  </a:lnTo>
                  <a:cubicBezTo>
                    <a:pt x="2793" y="18151"/>
                    <a:pt x="2892" y="18188"/>
                    <a:pt x="2991" y="18188"/>
                  </a:cubicBezTo>
                  <a:cubicBezTo>
                    <a:pt x="3090" y="18188"/>
                    <a:pt x="3188" y="18151"/>
                    <a:pt x="3264" y="18076"/>
                  </a:cubicBezTo>
                  <a:lnTo>
                    <a:pt x="18075" y="3264"/>
                  </a:lnTo>
                  <a:cubicBezTo>
                    <a:pt x="18226" y="3113"/>
                    <a:pt x="18226" y="2869"/>
                    <a:pt x="18075" y="2718"/>
                  </a:cubicBezTo>
                  <a:lnTo>
                    <a:pt x="15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0"/>
            <p:cNvSpPr/>
            <p:nvPr/>
          </p:nvSpPr>
          <p:spPr>
            <a:xfrm>
              <a:off x="4486105" y="1746153"/>
              <a:ext cx="466585" cy="465499"/>
            </a:xfrm>
            <a:custGeom>
              <a:rect b="b" l="l" r="r" t="t"/>
              <a:pathLst>
                <a:path extrusionOk="0" h="16719" w="16758">
                  <a:moveTo>
                    <a:pt x="15235" y="0"/>
                  </a:moveTo>
                  <a:cubicBezTo>
                    <a:pt x="15137" y="0"/>
                    <a:pt x="15038" y="38"/>
                    <a:pt x="14962" y="113"/>
                  </a:cubicBezTo>
                  <a:lnTo>
                    <a:pt x="14352" y="723"/>
                  </a:lnTo>
                  <a:lnTo>
                    <a:pt x="13943" y="1133"/>
                  </a:lnTo>
                  <a:lnTo>
                    <a:pt x="13529" y="1547"/>
                  </a:lnTo>
                  <a:lnTo>
                    <a:pt x="13119" y="1956"/>
                  </a:lnTo>
                  <a:lnTo>
                    <a:pt x="12705" y="2370"/>
                  </a:lnTo>
                  <a:lnTo>
                    <a:pt x="12295" y="2781"/>
                  </a:lnTo>
                  <a:lnTo>
                    <a:pt x="11881" y="3194"/>
                  </a:lnTo>
                  <a:lnTo>
                    <a:pt x="11472" y="3604"/>
                  </a:lnTo>
                  <a:lnTo>
                    <a:pt x="11057" y="4018"/>
                  </a:lnTo>
                  <a:lnTo>
                    <a:pt x="10647" y="4427"/>
                  </a:lnTo>
                  <a:lnTo>
                    <a:pt x="10647" y="4429"/>
                  </a:lnTo>
                  <a:lnTo>
                    <a:pt x="10234" y="4842"/>
                  </a:lnTo>
                  <a:lnTo>
                    <a:pt x="9824" y="5252"/>
                  </a:lnTo>
                  <a:lnTo>
                    <a:pt x="9410" y="5665"/>
                  </a:lnTo>
                  <a:lnTo>
                    <a:pt x="8999" y="6075"/>
                  </a:lnTo>
                  <a:lnTo>
                    <a:pt x="8999" y="6076"/>
                  </a:lnTo>
                  <a:lnTo>
                    <a:pt x="8586" y="6490"/>
                  </a:lnTo>
                  <a:lnTo>
                    <a:pt x="8176" y="6900"/>
                  </a:lnTo>
                  <a:lnTo>
                    <a:pt x="7763" y="7313"/>
                  </a:lnTo>
                  <a:lnTo>
                    <a:pt x="7352" y="7724"/>
                  </a:lnTo>
                  <a:lnTo>
                    <a:pt x="6938" y="8137"/>
                  </a:lnTo>
                  <a:lnTo>
                    <a:pt x="6528" y="8547"/>
                  </a:lnTo>
                  <a:lnTo>
                    <a:pt x="6115" y="8961"/>
                  </a:lnTo>
                  <a:lnTo>
                    <a:pt x="4056" y="11018"/>
                  </a:lnTo>
                  <a:lnTo>
                    <a:pt x="3643" y="11433"/>
                  </a:lnTo>
                  <a:lnTo>
                    <a:pt x="3233" y="11843"/>
                  </a:lnTo>
                  <a:lnTo>
                    <a:pt x="2819" y="12256"/>
                  </a:lnTo>
                  <a:lnTo>
                    <a:pt x="2408" y="12666"/>
                  </a:lnTo>
                  <a:lnTo>
                    <a:pt x="1996" y="13079"/>
                  </a:lnTo>
                  <a:lnTo>
                    <a:pt x="1995" y="13079"/>
                  </a:lnTo>
                  <a:lnTo>
                    <a:pt x="1585" y="13490"/>
                  </a:lnTo>
                  <a:lnTo>
                    <a:pt x="1172" y="13904"/>
                  </a:lnTo>
                  <a:lnTo>
                    <a:pt x="152" y="14924"/>
                  </a:lnTo>
                  <a:cubicBezTo>
                    <a:pt x="1" y="15075"/>
                    <a:pt x="1" y="15319"/>
                    <a:pt x="152" y="15470"/>
                  </a:cubicBezTo>
                  <a:lnTo>
                    <a:pt x="1401" y="16719"/>
                  </a:lnTo>
                  <a:lnTo>
                    <a:pt x="16758" y="1361"/>
                  </a:lnTo>
                  <a:lnTo>
                    <a:pt x="15509" y="113"/>
                  </a:lnTo>
                  <a:cubicBezTo>
                    <a:pt x="15433" y="38"/>
                    <a:pt x="15334" y="0"/>
                    <a:pt x="15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0"/>
            <p:cNvSpPr/>
            <p:nvPr/>
          </p:nvSpPr>
          <p:spPr>
            <a:xfrm>
              <a:off x="4704728" y="1964498"/>
              <a:ext cx="117579" cy="115964"/>
            </a:xfrm>
            <a:custGeom>
              <a:rect b="b" l="l" r="r" t="t"/>
              <a:pathLst>
                <a:path extrusionOk="0" h="4165" w="4223">
                  <a:moveTo>
                    <a:pt x="3903" y="1"/>
                  </a:moveTo>
                  <a:cubicBezTo>
                    <a:pt x="3829" y="1"/>
                    <a:pt x="3754" y="29"/>
                    <a:pt x="3698" y="86"/>
                  </a:cubicBezTo>
                  <a:lnTo>
                    <a:pt x="114" y="3669"/>
                  </a:lnTo>
                  <a:cubicBezTo>
                    <a:pt x="1" y="3782"/>
                    <a:pt x="1" y="3967"/>
                    <a:pt x="114" y="4079"/>
                  </a:cubicBezTo>
                  <a:cubicBezTo>
                    <a:pt x="170" y="4136"/>
                    <a:pt x="245" y="4164"/>
                    <a:pt x="319" y="4164"/>
                  </a:cubicBezTo>
                  <a:cubicBezTo>
                    <a:pt x="394" y="4164"/>
                    <a:pt x="468" y="4136"/>
                    <a:pt x="524" y="4079"/>
                  </a:cubicBezTo>
                  <a:lnTo>
                    <a:pt x="4109" y="495"/>
                  </a:lnTo>
                  <a:cubicBezTo>
                    <a:pt x="4222" y="382"/>
                    <a:pt x="4222" y="199"/>
                    <a:pt x="4109" y="86"/>
                  </a:cubicBezTo>
                  <a:cubicBezTo>
                    <a:pt x="4052" y="29"/>
                    <a:pt x="3978" y="1"/>
                    <a:pt x="3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0"/>
            <p:cNvSpPr/>
            <p:nvPr/>
          </p:nvSpPr>
          <p:spPr>
            <a:xfrm>
              <a:off x="4507293" y="2133254"/>
              <a:ext cx="31156" cy="30376"/>
            </a:xfrm>
            <a:custGeom>
              <a:rect b="b" l="l" r="r" t="t"/>
              <a:pathLst>
                <a:path extrusionOk="0" h="1091" w="1119">
                  <a:moveTo>
                    <a:pt x="411" y="1"/>
                  </a:moveTo>
                  <a:lnTo>
                    <a:pt x="1" y="411"/>
                  </a:lnTo>
                  <a:lnTo>
                    <a:pt x="594" y="1005"/>
                  </a:lnTo>
                  <a:cubicBezTo>
                    <a:pt x="651" y="1062"/>
                    <a:pt x="725" y="1090"/>
                    <a:pt x="800" y="1090"/>
                  </a:cubicBezTo>
                  <a:cubicBezTo>
                    <a:pt x="874" y="1090"/>
                    <a:pt x="947" y="1062"/>
                    <a:pt x="1005" y="1005"/>
                  </a:cubicBezTo>
                  <a:cubicBezTo>
                    <a:pt x="1118" y="891"/>
                    <a:pt x="1118" y="708"/>
                    <a:pt x="1005" y="595"/>
                  </a:cubicBezTo>
                  <a:lnTo>
                    <a:pt x="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0"/>
            <p:cNvSpPr/>
            <p:nvPr/>
          </p:nvSpPr>
          <p:spPr>
            <a:xfrm>
              <a:off x="4530236" y="2110311"/>
              <a:ext cx="26562" cy="25810"/>
            </a:xfrm>
            <a:custGeom>
              <a:rect b="b" l="l" r="r" t="t"/>
              <a:pathLst>
                <a:path extrusionOk="0" h="927" w="954">
                  <a:moveTo>
                    <a:pt x="410" y="0"/>
                  </a:moveTo>
                  <a:lnTo>
                    <a:pt x="0" y="411"/>
                  </a:lnTo>
                  <a:lnTo>
                    <a:pt x="431" y="841"/>
                  </a:lnTo>
                  <a:cubicBezTo>
                    <a:pt x="487" y="898"/>
                    <a:pt x="561" y="926"/>
                    <a:pt x="636" y="926"/>
                  </a:cubicBezTo>
                  <a:cubicBezTo>
                    <a:pt x="710" y="926"/>
                    <a:pt x="784" y="898"/>
                    <a:pt x="840" y="841"/>
                  </a:cubicBezTo>
                  <a:cubicBezTo>
                    <a:pt x="954" y="727"/>
                    <a:pt x="954" y="544"/>
                    <a:pt x="840" y="431"/>
                  </a:cubicBezTo>
                  <a:lnTo>
                    <a:pt x="4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0"/>
            <p:cNvSpPr/>
            <p:nvPr/>
          </p:nvSpPr>
          <p:spPr>
            <a:xfrm>
              <a:off x="4553151" y="2087396"/>
              <a:ext cx="26590" cy="25754"/>
            </a:xfrm>
            <a:custGeom>
              <a:rect b="b" l="l" r="r" t="t"/>
              <a:pathLst>
                <a:path extrusionOk="0" h="925" w="955">
                  <a:moveTo>
                    <a:pt x="411" y="0"/>
                  </a:moveTo>
                  <a:lnTo>
                    <a:pt x="0" y="410"/>
                  </a:lnTo>
                  <a:lnTo>
                    <a:pt x="431" y="841"/>
                  </a:lnTo>
                  <a:cubicBezTo>
                    <a:pt x="487" y="897"/>
                    <a:pt x="561" y="925"/>
                    <a:pt x="636" y="925"/>
                  </a:cubicBezTo>
                  <a:cubicBezTo>
                    <a:pt x="710" y="925"/>
                    <a:pt x="785" y="897"/>
                    <a:pt x="841" y="841"/>
                  </a:cubicBezTo>
                  <a:cubicBezTo>
                    <a:pt x="954" y="727"/>
                    <a:pt x="954" y="543"/>
                    <a:pt x="841" y="430"/>
                  </a:cubicBezTo>
                  <a:lnTo>
                    <a:pt x="4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0"/>
            <p:cNvSpPr/>
            <p:nvPr/>
          </p:nvSpPr>
          <p:spPr>
            <a:xfrm>
              <a:off x="4576093" y="2064454"/>
              <a:ext cx="26590" cy="25782"/>
            </a:xfrm>
            <a:custGeom>
              <a:rect b="b" l="l" r="r" t="t"/>
              <a:pathLst>
                <a:path extrusionOk="0" h="926" w="955">
                  <a:moveTo>
                    <a:pt x="411" y="1"/>
                  </a:moveTo>
                  <a:lnTo>
                    <a:pt x="1" y="411"/>
                  </a:lnTo>
                  <a:lnTo>
                    <a:pt x="430" y="840"/>
                  </a:lnTo>
                  <a:cubicBezTo>
                    <a:pt x="488" y="897"/>
                    <a:pt x="562" y="925"/>
                    <a:pt x="636" y="925"/>
                  </a:cubicBezTo>
                  <a:cubicBezTo>
                    <a:pt x="709" y="925"/>
                    <a:pt x="784" y="897"/>
                    <a:pt x="841" y="840"/>
                  </a:cubicBezTo>
                  <a:cubicBezTo>
                    <a:pt x="955" y="727"/>
                    <a:pt x="955" y="544"/>
                    <a:pt x="841" y="430"/>
                  </a:cubicBezTo>
                  <a:lnTo>
                    <a:pt x="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0"/>
            <p:cNvSpPr/>
            <p:nvPr/>
          </p:nvSpPr>
          <p:spPr>
            <a:xfrm>
              <a:off x="4599036" y="2041511"/>
              <a:ext cx="31156" cy="30348"/>
            </a:xfrm>
            <a:custGeom>
              <a:rect b="b" l="l" r="r" t="t"/>
              <a:pathLst>
                <a:path extrusionOk="0" h="1090" w="1119">
                  <a:moveTo>
                    <a:pt x="411" y="0"/>
                  </a:moveTo>
                  <a:lnTo>
                    <a:pt x="0" y="410"/>
                  </a:lnTo>
                  <a:lnTo>
                    <a:pt x="594" y="1004"/>
                  </a:lnTo>
                  <a:cubicBezTo>
                    <a:pt x="651" y="1060"/>
                    <a:pt x="726" y="1090"/>
                    <a:pt x="800" y="1090"/>
                  </a:cubicBezTo>
                  <a:cubicBezTo>
                    <a:pt x="873" y="1090"/>
                    <a:pt x="948" y="1060"/>
                    <a:pt x="1005" y="1004"/>
                  </a:cubicBezTo>
                  <a:cubicBezTo>
                    <a:pt x="1119" y="891"/>
                    <a:pt x="1119" y="708"/>
                    <a:pt x="1005" y="594"/>
                  </a:cubicBezTo>
                  <a:lnTo>
                    <a:pt x="4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0"/>
            <p:cNvSpPr/>
            <p:nvPr/>
          </p:nvSpPr>
          <p:spPr>
            <a:xfrm>
              <a:off x="4621978" y="2018541"/>
              <a:ext cx="26590" cy="25810"/>
            </a:xfrm>
            <a:custGeom>
              <a:rect b="b" l="l" r="r" t="t"/>
              <a:pathLst>
                <a:path extrusionOk="0" h="927" w="955">
                  <a:moveTo>
                    <a:pt x="410" y="1"/>
                  </a:moveTo>
                  <a:lnTo>
                    <a:pt x="1" y="412"/>
                  </a:lnTo>
                  <a:lnTo>
                    <a:pt x="430" y="841"/>
                  </a:lnTo>
                  <a:cubicBezTo>
                    <a:pt x="487" y="899"/>
                    <a:pt x="562" y="927"/>
                    <a:pt x="636" y="927"/>
                  </a:cubicBezTo>
                  <a:cubicBezTo>
                    <a:pt x="709" y="927"/>
                    <a:pt x="784" y="899"/>
                    <a:pt x="841" y="841"/>
                  </a:cubicBezTo>
                  <a:cubicBezTo>
                    <a:pt x="954" y="728"/>
                    <a:pt x="954" y="545"/>
                    <a:pt x="841" y="432"/>
                  </a:cubicBezTo>
                  <a:lnTo>
                    <a:pt x="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0"/>
            <p:cNvSpPr/>
            <p:nvPr/>
          </p:nvSpPr>
          <p:spPr>
            <a:xfrm>
              <a:off x="4644893" y="1995626"/>
              <a:ext cx="26590" cy="25782"/>
            </a:xfrm>
            <a:custGeom>
              <a:rect b="b" l="l" r="r" t="t"/>
              <a:pathLst>
                <a:path extrusionOk="0" h="926" w="955">
                  <a:moveTo>
                    <a:pt x="412" y="1"/>
                  </a:moveTo>
                  <a:lnTo>
                    <a:pt x="1" y="411"/>
                  </a:lnTo>
                  <a:lnTo>
                    <a:pt x="431" y="841"/>
                  </a:lnTo>
                  <a:cubicBezTo>
                    <a:pt x="488" y="897"/>
                    <a:pt x="562" y="925"/>
                    <a:pt x="636" y="925"/>
                  </a:cubicBezTo>
                  <a:cubicBezTo>
                    <a:pt x="711" y="925"/>
                    <a:pt x="785" y="897"/>
                    <a:pt x="841" y="841"/>
                  </a:cubicBezTo>
                  <a:cubicBezTo>
                    <a:pt x="955" y="728"/>
                    <a:pt x="955" y="543"/>
                    <a:pt x="841" y="430"/>
                  </a:cubicBezTo>
                  <a:lnTo>
                    <a:pt x="4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0"/>
            <p:cNvSpPr/>
            <p:nvPr/>
          </p:nvSpPr>
          <p:spPr>
            <a:xfrm>
              <a:off x="4667864" y="1972683"/>
              <a:ext cx="26590" cy="25782"/>
            </a:xfrm>
            <a:custGeom>
              <a:rect b="b" l="l" r="r" t="t"/>
              <a:pathLst>
                <a:path extrusionOk="0" h="926" w="955">
                  <a:moveTo>
                    <a:pt x="410" y="0"/>
                  </a:moveTo>
                  <a:lnTo>
                    <a:pt x="0" y="411"/>
                  </a:lnTo>
                  <a:lnTo>
                    <a:pt x="430" y="841"/>
                  </a:lnTo>
                  <a:cubicBezTo>
                    <a:pt x="487" y="898"/>
                    <a:pt x="561" y="926"/>
                    <a:pt x="636" y="926"/>
                  </a:cubicBezTo>
                  <a:cubicBezTo>
                    <a:pt x="709" y="926"/>
                    <a:pt x="783" y="898"/>
                    <a:pt x="841" y="841"/>
                  </a:cubicBezTo>
                  <a:cubicBezTo>
                    <a:pt x="954" y="727"/>
                    <a:pt x="954" y="544"/>
                    <a:pt x="841" y="431"/>
                  </a:cubicBezTo>
                  <a:lnTo>
                    <a:pt x="4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0"/>
            <p:cNvSpPr/>
            <p:nvPr/>
          </p:nvSpPr>
          <p:spPr>
            <a:xfrm>
              <a:off x="4690778" y="1949741"/>
              <a:ext cx="31128" cy="30376"/>
            </a:xfrm>
            <a:custGeom>
              <a:rect b="b" l="l" r="r" t="t"/>
              <a:pathLst>
                <a:path extrusionOk="0" h="1091" w="1118">
                  <a:moveTo>
                    <a:pt x="412" y="1"/>
                  </a:moveTo>
                  <a:lnTo>
                    <a:pt x="1" y="412"/>
                  </a:lnTo>
                  <a:lnTo>
                    <a:pt x="595" y="1005"/>
                  </a:lnTo>
                  <a:cubicBezTo>
                    <a:pt x="652" y="1062"/>
                    <a:pt x="725" y="1090"/>
                    <a:pt x="799" y="1090"/>
                  </a:cubicBezTo>
                  <a:cubicBezTo>
                    <a:pt x="874" y="1090"/>
                    <a:pt x="948" y="1062"/>
                    <a:pt x="1006" y="1005"/>
                  </a:cubicBezTo>
                  <a:cubicBezTo>
                    <a:pt x="1118" y="893"/>
                    <a:pt x="1118" y="708"/>
                    <a:pt x="1006" y="595"/>
                  </a:cubicBezTo>
                  <a:lnTo>
                    <a:pt x="4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0"/>
            <p:cNvSpPr/>
            <p:nvPr/>
          </p:nvSpPr>
          <p:spPr>
            <a:xfrm>
              <a:off x="4713749" y="1926826"/>
              <a:ext cx="26562" cy="25782"/>
            </a:xfrm>
            <a:custGeom>
              <a:rect b="b" l="l" r="r" t="t"/>
              <a:pathLst>
                <a:path extrusionOk="0" h="926" w="954">
                  <a:moveTo>
                    <a:pt x="410" y="1"/>
                  </a:moveTo>
                  <a:lnTo>
                    <a:pt x="0" y="411"/>
                  </a:lnTo>
                  <a:lnTo>
                    <a:pt x="429" y="841"/>
                  </a:lnTo>
                  <a:cubicBezTo>
                    <a:pt x="487" y="897"/>
                    <a:pt x="561" y="925"/>
                    <a:pt x="636" y="925"/>
                  </a:cubicBezTo>
                  <a:cubicBezTo>
                    <a:pt x="709" y="925"/>
                    <a:pt x="783" y="897"/>
                    <a:pt x="840" y="841"/>
                  </a:cubicBezTo>
                  <a:cubicBezTo>
                    <a:pt x="954" y="728"/>
                    <a:pt x="954" y="543"/>
                    <a:pt x="840" y="430"/>
                  </a:cubicBezTo>
                  <a:lnTo>
                    <a:pt x="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0"/>
            <p:cNvSpPr/>
            <p:nvPr/>
          </p:nvSpPr>
          <p:spPr>
            <a:xfrm>
              <a:off x="4736663" y="1903883"/>
              <a:ext cx="26590" cy="25782"/>
            </a:xfrm>
            <a:custGeom>
              <a:rect b="b" l="l" r="r" t="t"/>
              <a:pathLst>
                <a:path extrusionOk="0" h="926" w="955">
                  <a:moveTo>
                    <a:pt x="411" y="0"/>
                  </a:moveTo>
                  <a:lnTo>
                    <a:pt x="0" y="410"/>
                  </a:lnTo>
                  <a:lnTo>
                    <a:pt x="0" y="411"/>
                  </a:lnTo>
                  <a:lnTo>
                    <a:pt x="431" y="841"/>
                  </a:lnTo>
                  <a:cubicBezTo>
                    <a:pt x="487" y="898"/>
                    <a:pt x="561" y="926"/>
                    <a:pt x="636" y="926"/>
                  </a:cubicBezTo>
                  <a:cubicBezTo>
                    <a:pt x="710" y="926"/>
                    <a:pt x="785" y="898"/>
                    <a:pt x="841" y="841"/>
                  </a:cubicBezTo>
                  <a:cubicBezTo>
                    <a:pt x="954" y="727"/>
                    <a:pt x="954" y="544"/>
                    <a:pt x="841" y="431"/>
                  </a:cubicBezTo>
                  <a:lnTo>
                    <a:pt x="4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0"/>
            <p:cNvSpPr/>
            <p:nvPr/>
          </p:nvSpPr>
          <p:spPr>
            <a:xfrm>
              <a:off x="4759606" y="1880941"/>
              <a:ext cx="26562" cy="25782"/>
            </a:xfrm>
            <a:custGeom>
              <a:rect b="b" l="l" r="r" t="t"/>
              <a:pathLst>
                <a:path extrusionOk="0" h="926" w="954">
                  <a:moveTo>
                    <a:pt x="411" y="1"/>
                  </a:moveTo>
                  <a:lnTo>
                    <a:pt x="1" y="411"/>
                  </a:lnTo>
                  <a:lnTo>
                    <a:pt x="430" y="841"/>
                  </a:lnTo>
                  <a:cubicBezTo>
                    <a:pt x="486" y="897"/>
                    <a:pt x="561" y="925"/>
                    <a:pt x="635" y="925"/>
                  </a:cubicBezTo>
                  <a:cubicBezTo>
                    <a:pt x="709" y="925"/>
                    <a:pt x="784" y="897"/>
                    <a:pt x="840" y="841"/>
                  </a:cubicBezTo>
                  <a:cubicBezTo>
                    <a:pt x="953" y="728"/>
                    <a:pt x="953" y="544"/>
                    <a:pt x="840" y="430"/>
                  </a:cubicBezTo>
                  <a:lnTo>
                    <a:pt x="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0"/>
            <p:cNvSpPr/>
            <p:nvPr/>
          </p:nvSpPr>
          <p:spPr>
            <a:xfrm>
              <a:off x="4782549" y="1857998"/>
              <a:ext cx="31128" cy="30348"/>
            </a:xfrm>
            <a:custGeom>
              <a:rect b="b" l="l" r="r" t="t"/>
              <a:pathLst>
                <a:path extrusionOk="0" h="1090" w="1118">
                  <a:moveTo>
                    <a:pt x="410" y="1"/>
                  </a:moveTo>
                  <a:lnTo>
                    <a:pt x="0" y="410"/>
                  </a:lnTo>
                  <a:lnTo>
                    <a:pt x="0" y="412"/>
                  </a:lnTo>
                  <a:lnTo>
                    <a:pt x="594" y="1004"/>
                  </a:lnTo>
                  <a:cubicBezTo>
                    <a:pt x="650" y="1062"/>
                    <a:pt x="725" y="1090"/>
                    <a:pt x="799" y="1090"/>
                  </a:cubicBezTo>
                  <a:cubicBezTo>
                    <a:pt x="873" y="1090"/>
                    <a:pt x="948" y="1062"/>
                    <a:pt x="1004" y="1004"/>
                  </a:cubicBezTo>
                  <a:cubicBezTo>
                    <a:pt x="1117" y="892"/>
                    <a:pt x="1117" y="708"/>
                    <a:pt x="1004" y="594"/>
                  </a:cubicBezTo>
                  <a:lnTo>
                    <a:pt x="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0"/>
            <p:cNvSpPr/>
            <p:nvPr/>
          </p:nvSpPr>
          <p:spPr>
            <a:xfrm>
              <a:off x="4805491" y="1835084"/>
              <a:ext cx="26562" cy="25754"/>
            </a:xfrm>
            <a:custGeom>
              <a:rect b="b" l="l" r="r" t="t"/>
              <a:pathLst>
                <a:path extrusionOk="0" h="925" w="954">
                  <a:moveTo>
                    <a:pt x="410" y="0"/>
                  </a:moveTo>
                  <a:lnTo>
                    <a:pt x="1" y="410"/>
                  </a:lnTo>
                  <a:lnTo>
                    <a:pt x="430" y="841"/>
                  </a:lnTo>
                  <a:cubicBezTo>
                    <a:pt x="486" y="897"/>
                    <a:pt x="560" y="925"/>
                    <a:pt x="635" y="925"/>
                  </a:cubicBezTo>
                  <a:cubicBezTo>
                    <a:pt x="709" y="925"/>
                    <a:pt x="784" y="897"/>
                    <a:pt x="840" y="841"/>
                  </a:cubicBezTo>
                  <a:cubicBezTo>
                    <a:pt x="953" y="727"/>
                    <a:pt x="953" y="543"/>
                    <a:pt x="840" y="430"/>
                  </a:cubicBezTo>
                  <a:lnTo>
                    <a:pt x="4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0"/>
            <p:cNvSpPr/>
            <p:nvPr/>
          </p:nvSpPr>
          <p:spPr>
            <a:xfrm>
              <a:off x="4828406" y="1812113"/>
              <a:ext cx="26590" cy="25810"/>
            </a:xfrm>
            <a:custGeom>
              <a:rect b="b" l="l" r="r" t="t"/>
              <a:pathLst>
                <a:path extrusionOk="0" h="927" w="955">
                  <a:moveTo>
                    <a:pt x="411" y="1"/>
                  </a:moveTo>
                  <a:lnTo>
                    <a:pt x="1" y="412"/>
                  </a:lnTo>
                  <a:lnTo>
                    <a:pt x="431" y="841"/>
                  </a:lnTo>
                  <a:cubicBezTo>
                    <a:pt x="487" y="898"/>
                    <a:pt x="562" y="926"/>
                    <a:pt x="636" y="926"/>
                  </a:cubicBezTo>
                  <a:cubicBezTo>
                    <a:pt x="711" y="926"/>
                    <a:pt x="784" y="898"/>
                    <a:pt x="841" y="841"/>
                  </a:cubicBezTo>
                  <a:cubicBezTo>
                    <a:pt x="955" y="728"/>
                    <a:pt x="955" y="545"/>
                    <a:pt x="841" y="431"/>
                  </a:cubicBezTo>
                  <a:lnTo>
                    <a:pt x="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0"/>
            <p:cNvSpPr/>
            <p:nvPr/>
          </p:nvSpPr>
          <p:spPr>
            <a:xfrm>
              <a:off x="4851376" y="1789198"/>
              <a:ext cx="26534" cy="25782"/>
            </a:xfrm>
            <a:custGeom>
              <a:rect b="b" l="l" r="r" t="t"/>
              <a:pathLst>
                <a:path extrusionOk="0" h="926" w="953">
                  <a:moveTo>
                    <a:pt x="410" y="1"/>
                  </a:moveTo>
                  <a:lnTo>
                    <a:pt x="0" y="410"/>
                  </a:lnTo>
                  <a:lnTo>
                    <a:pt x="430" y="841"/>
                  </a:lnTo>
                  <a:cubicBezTo>
                    <a:pt x="487" y="897"/>
                    <a:pt x="560" y="925"/>
                    <a:pt x="635" y="925"/>
                  </a:cubicBezTo>
                  <a:cubicBezTo>
                    <a:pt x="709" y="925"/>
                    <a:pt x="783" y="897"/>
                    <a:pt x="839" y="841"/>
                  </a:cubicBezTo>
                  <a:cubicBezTo>
                    <a:pt x="953" y="727"/>
                    <a:pt x="953" y="543"/>
                    <a:pt x="839" y="430"/>
                  </a:cubicBezTo>
                  <a:lnTo>
                    <a:pt x="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0"/>
            <p:cNvSpPr/>
            <p:nvPr/>
          </p:nvSpPr>
          <p:spPr>
            <a:xfrm>
              <a:off x="4874291" y="1766256"/>
              <a:ext cx="31128" cy="30348"/>
            </a:xfrm>
            <a:custGeom>
              <a:rect b="b" l="l" r="r" t="t"/>
              <a:pathLst>
                <a:path extrusionOk="0" h="1090" w="1118">
                  <a:moveTo>
                    <a:pt x="410" y="0"/>
                  </a:moveTo>
                  <a:lnTo>
                    <a:pt x="1" y="411"/>
                  </a:lnTo>
                  <a:lnTo>
                    <a:pt x="595" y="1005"/>
                  </a:lnTo>
                  <a:cubicBezTo>
                    <a:pt x="651" y="1061"/>
                    <a:pt x="725" y="1089"/>
                    <a:pt x="799" y="1089"/>
                  </a:cubicBezTo>
                  <a:cubicBezTo>
                    <a:pt x="874" y="1089"/>
                    <a:pt x="948" y="1061"/>
                    <a:pt x="1004" y="1005"/>
                  </a:cubicBezTo>
                  <a:cubicBezTo>
                    <a:pt x="1118" y="892"/>
                    <a:pt x="1118" y="707"/>
                    <a:pt x="1004" y="594"/>
                  </a:cubicBezTo>
                  <a:lnTo>
                    <a:pt x="4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70"/>
          <p:cNvGrpSpPr/>
          <p:nvPr/>
        </p:nvGrpSpPr>
        <p:grpSpPr>
          <a:xfrm>
            <a:off x="3968710" y="2022143"/>
            <a:ext cx="511881" cy="350153"/>
            <a:chOff x="3651958" y="1746153"/>
            <a:chExt cx="535272" cy="373457"/>
          </a:xfrm>
        </p:grpSpPr>
        <p:sp>
          <p:nvSpPr>
            <p:cNvPr id="4079" name="Google Shape;4079;p70"/>
            <p:cNvSpPr/>
            <p:nvPr/>
          </p:nvSpPr>
          <p:spPr>
            <a:xfrm>
              <a:off x="3670418" y="1746153"/>
              <a:ext cx="498297" cy="335252"/>
            </a:xfrm>
            <a:custGeom>
              <a:rect b="b" l="l" r="r" t="t"/>
              <a:pathLst>
                <a:path extrusionOk="0" h="12041" w="17897">
                  <a:moveTo>
                    <a:pt x="788" y="0"/>
                  </a:moveTo>
                  <a:cubicBezTo>
                    <a:pt x="353" y="0"/>
                    <a:pt x="1" y="352"/>
                    <a:pt x="1" y="787"/>
                  </a:cubicBezTo>
                  <a:lnTo>
                    <a:pt x="1" y="11254"/>
                  </a:lnTo>
                  <a:cubicBezTo>
                    <a:pt x="1" y="11689"/>
                    <a:pt x="353" y="12040"/>
                    <a:pt x="788" y="12040"/>
                  </a:cubicBezTo>
                  <a:lnTo>
                    <a:pt x="17110" y="12040"/>
                  </a:lnTo>
                  <a:cubicBezTo>
                    <a:pt x="17544" y="12040"/>
                    <a:pt x="17897" y="11689"/>
                    <a:pt x="17897" y="11254"/>
                  </a:cubicBezTo>
                  <a:lnTo>
                    <a:pt x="17897" y="787"/>
                  </a:lnTo>
                  <a:cubicBezTo>
                    <a:pt x="17897" y="352"/>
                    <a:pt x="17544" y="0"/>
                    <a:pt x="17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0"/>
            <p:cNvSpPr/>
            <p:nvPr/>
          </p:nvSpPr>
          <p:spPr>
            <a:xfrm>
              <a:off x="3703272" y="1778980"/>
              <a:ext cx="432617" cy="254174"/>
            </a:xfrm>
            <a:custGeom>
              <a:rect b="b" l="l" r="r" t="t"/>
              <a:pathLst>
                <a:path extrusionOk="0" h="9129" w="15538">
                  <a:moveTo>
                    <a:pt x="0" y="0"/>
                  </a:moveTo>
                  <a:lnTo>
                    <a:pt x="0" y="9128"/>
                  </a:lnTo>
                  <a:lnTo>
                    <a:pt x="15537" y="9128"/>
                  </a:lnTo>
                  <a:lnTo>
                    <a:pt x="155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0"/>
            <p:cNvSpPr/>
            <p:nvPr/>
          </p:nvSpPr>
          <p:spPr>
            <a:xfrm>
              <a:off x="3703272" y="1906055"/>
              <a:ext cx="216336" cy="127101"/>
            </a:xfrm>
            <a:custGeom>
              <a:rect b="b" l="l" r="r" t="t"/>
              <a:pathLst>
                <a:path extrusionOk="0" h="4565" w="7770">
                  <a:moveTo>
                    <a:pt x="0" y="0"/>
                  </a:moveTo>
                  <a:lnTo>
                    <a:pt x="0" y="4564"/>
                  </a:lnTo>
                  <a:lnTo>
                    <a:pt x="7769" y="4564"/>
                  </a:lnTo>
                  <a:lnTo>
                    <a:pt x="7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0"/>
            <p:cNvSpPr/>
            <p:nvPr/>
          </p:nvSpPr>
          <p:spPr>
            <a:xfrm>
              <a:off x="3919584" y="1906055"/>
              <a:ext cx="216308" cy="127101"/>
            </a:xfrm>
            <a:custGeom>
              <a:rect b="b" l="l" r="r" t="t"/>
              <a:pathLst>
                <a:path extrusionOk="0" h="4565" w="7769">
                  <a:moveTo>
                    <a:pt x="0" y="0"/>
                  </a:moveTo>
                  <a:lnTo>
                    <a:pt x="0" y="4564"/>
                  </a:lnTo>
                  <a:lnTo>
                    <a:pt x="7768" y="4564"/>
                  </a:lnTo>
                  <a:lnTo>
                    <a:pt x="77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0"/>
            <p:cNvSpPr/>
            <p:nvPr/>
          </p:nvSpPr>
          <p:spPr>
            <a:xfrm>
              <a:off x="3703272" y="1778980"/>
              <a:ext cx="216336" cy="127101"/>
            </a:xfrm>
            <a:custGeom>
              <a:rect b="b" l="l" r="r" t="t"/>
              <a:pathLst>
                <a:path extrusionOk="0" h="4565" w="7770">
                  <a:moveTo>
                    <a:pt x="0" y="0"/>
                  </a:moveTo>
                  <a:lnTo>
                    <a:pt x="0" y="4564"/>
                  </a:lnTo>
                  <a:lnTo>
                    <a:pt x="7769" y="4564"/>
                  </a:lnTo>
                  <a:lnTo>
                    <a:pt x="77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0"/>
            <p:cNvSpPr/>
            <p:nvPr/>
          </p:nvSpPr>
          <p:spPr>
            <a:xfrm>
              <a:off x="3651958" y="2076955"/>
              <a:ext cx="535272" cy="42655"/>
            </a:xfrm>
            <a:custGeom>
              <a:rect b="b" l="l" r="r" t="t"/>
              <a:pathLst>
                <a:path extrusionOk="0" h="1532" w="19225">
                  <a:moveTo>
                    <a:pt x="192" y="1"/>
                  </a:moveTo>
                  <a:cubicBezTo>
                    <a:pt x="86" y="1"/>
                    <a:pt x="0" y="87"/>
                    <a:pt x="0" y="193"/>
                  </a:cubicBezTo>
                  <a:lnTo>
                    <a:pt x="0" y="764"/>
                  </a:lnTo>
                  <a:cubicBezTo>
                    <a:pt x="0" y="1189"/>
                    <a:pt x="343" y="1531"/>
                    <a:pt x="768" y="1531"/>
                  </a:cubicBezTo>
                  <a:lnTo>
                    <a:pt x="18457" y="1531"/>
                  </a:lnTo>
                  <a:cubicBezTo>
                    <a:pt x="18881" y="1531"/>
                    <a:pt x="19224" y="1189"/>
                    <a:pt x="19224" y="764"/>
                  </a:cubicBezTo>
                  <a:lnTo>
                    <a:pt x="19224" y="193"/>
                  </a:lnTo>
                  <a:cubicBezTo>
                    <a:pt x="19224" y="87"/>
                    <a:pt x="19138" y="1"/>
                    <a:pt x="19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0"/>
            <p:cNvSpPr/>
            <p:nvPr/>
          </p:nvSpPr>
          <p:spPr>
            <a:xfrm>
              <a:off x="3989136" y="1854936"/>
              <a:ext cx="75314" cy="51147"/>
            </a:xfrm>
            <a:custGeom>
              <a:rect b="b" l="l" r="r" t="t"/>
              <a:pathLst>
                <a:path extrusionOk="0" h="1837" w="2705">
                  <a:moveTo>
                    <a:pt x="1352" y="1"/>
                  </a:moveTo>
                  <a:cubicBezTo>
                    <a:pt x="605" y="1"/>
                    <a:pt x="0" y="606"/>
                    <a:pt x="0" y="1352"/>
                  </a:cubicBezTo>
                  <a:lnTo>
                    <a:pt x="0" y="1836"/>
                  </a:lnTo>
                  <a:lnTo>
                    <a:pt x="2704" y="1836"/>
                  </a:lnTo>
                  <a:lnTo>
                    <a:pt x="2704" y="1352"/>
                  </a:lnTo>
                  <a:cubicBezTo>
                    <a:pt x="2704" y="606"/>
                    <a:pt x="2099" y="1"/>
                    <a:pt x="1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0"/>
            <p:cNvSpPr/>
            <p:nvPr/>
          </p:nvSpPr>
          <p:spPr>
            <a:xfrm>
              <a:off x="4000913" y="1805988"/>
              <a:ext cx="51704" cy="55156"/>
            </a:xfrm>
            <a:custGeom>
              <a:rect b="b" l="l" r="r" t="t"/>
              <a:pathLst>
                <a:path extrusionOk="0" h="1981" w="1857">
                  <a:moveTo>
                    <a:pt x="929" y="0"/>
                  </a:moveTo>
                  <a:cubicBezTo>
                    <a:pt x="416" y="0"/>
                    <a:pt x="0" y="444"/>
                    <a:pt x="0" y="990"/>
                  </a:cubicBezTo>
                  <a:cubicBezTo>
                    <a:pt x="0" y="1538"/>
                    <a:pt x="416" y="1981"/>
                    <a:pt x="929" y="1981"/>
                  </a:cubicBezTo>
                  <a:cubicBezTo>
                    <a:pt x="1442" y="1981"/>
                    <a:pt x="1857" y="1538"/>
                    <a:pt x="1857" y="990"/>
                  </a:cubicBezTo>
                  <a:cubicBezTo>
                    <a:pt x="1857" y="444"/>
                    <a:pt x="1442"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0"/>
            <p:cNvSpPr/>
            <p:nvPr/>
          </p:nvSpPr>
          <p:spPr>
            <a:xfrm>
              <a:off x="3774717" y="1854936"/>
              <a:ext cx="75314" cy="51147"/>
            </a:xfrm>
            <a:custGeom>
              <a:rect b="b" l="l" r="r" t="t"/>
              <a:pathLst>
                <a:path extrusionOk="0" h="1837" w="2705">
                  <a:moveTo>
                    <a:pt x="1353" y="1"/>
                  </a:moveTo>
                  <a:cubicBezTo>
                    <a:pt x="607" y="1"/>
                    <a:pt x="0" y="606"/>
                    <a:pt x="0" y="1352"/>
                  </a:cubicBezTo>
                  <a:lnTo>
                    <a:pt x="0" y="1836"/>
                  </a:lnTo>
                  <a:lnTo>
                    <a:pt x="2704" y="1836"/>
                  </a:lnTo>
                  <a:lnTo>
                    <a:pt x="2704" y="1352"/>
                  </a:lnTo>
                  <a:cubicBezTo>
                    <a:pt x="2704" y="606"/>
                    <a:pt x="2099" y="1"/>
                    <a:pt x="1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0"/>
            <p:cNvSpPr/>
            <p:nvPr/>
          </p:nvSpPr>
          <p:spPr>
            <a:xfrm>
              <a:off x="3786523" y="1805988"/>
              <a:ext cx="51731" cy="55156"/>
            </a:xfrm>
            <a:custGeom>
              <a:rect b="b" l="l" r="r" t="t"/>
              <a:pathLst>
                <a:path extrusionOk="0" h="1981" w="1858">
                  <a:moveTo>
                    <a:pt x="929" y="0"/>
                  </a:moveTo>
                  <a:cubicBezTo>
                    <a:pt x="417" y="0"/>
                    <a:pt x="1" y="444"/>
                    <a:pt x="1" y="990"/>
                  </a:cubicBezTo>
                  <a:cubicBezTo>
                    <a:pt x="1" y="1538"/>
                    <a:pt x="417" y="1981"/>
                    <a:pt x="929" y="1981"/>
                  </a:cubicBezTo>
                  <a:cubicBezTo>
                    <a:pt x="1441" y="1981"/>
                    <a:pt x="1857" y="1538"/>
                    <a:pt x="1857" y="990"/>
                  </a:cubicBezTo>
                  <a:cubicBezTo>
                    <a:pt x="1857" y="444"/>
                    <a:pt x="1441" y="0"/>
                    <a:pt x="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0"/>
            <p:cNvSpPr/>
            <p:nvPr/>
          </p:nvSpPr>
          <p:spPr>
            <a:xfrm>
              <a:off x="3989136" y="1982011"/>
              <a:ext cx="75314" cy="51147"/>
            </a:xfrm>
            <a:custGeom>
              <a:rect b="b" l="l" r="r" t="t"/>
              <a:pathLst>
                <a:path extrusionOk="0" h="1837" w="2705">
                  <a:moveTo>
                    <a:pt x="1352" y="1"/>
                  </a:moveTo>
                  <a:cubicBezTo>
                    <a:pt x="605" y="1"/>
                    <a:pt x="0" y="606"/>
                    <a:pt x="0" y="1352"/>
                  </a:cubicBezTo>
                  <a:lnTo>
                    <a:pt x="0" y="1836"/>
                  </a:lnTo>
                  <a:lnTo>
                    <a:pt x="2704" y="1836"/>
                  </a:lnTo>
                  <a:lnTo>
                    <a:pt x="2704" y="1352"/>
                  </a:lnTo>
                  <a:cubicBezTo>
                    <a:pt x="2704" y="606"/>
                    <a:pt x="2099" y="1"/>
                    <a:pt x="13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0"/>
            <p:cNvSpPr/>
            <p:nvPr/>
          </p:nvSpPr>
          <p:spPr>
            <a:xfrm>
              <a:off x="4000913" y="1933035"/>
              <a:ext cx="51704" cy="55184"/>
            </a:xfrm>
            <a:custGeom>
              <a:rect b="b" l="l" r="r" t="t"/>
              <a:pathLst>
                <a:path extrusionOk="0" h="1982" w="1857">
                  <a:moveTo>
                    <a:pt x="929" y="1"/>
                  </a:moveTo>
                  <a:cubicBezTo>
                    <a:pt x="416" y="1"/>
                    <a:pt x="0" y="445"/>
                    <a:pt x="0" y="991"/>
                  </a:cubicBezTo>
                  <a:cubicBezTo>
                    <a:pt x="0" y="1538"/>
                    <a:pt x="416" y="1982"/>
                    <a:pt x="929" y="1982"/>
                  </a:cubicBezTo>
                  <a:cubicBezTo>
                    <a:pt x="1442" y="1982"/>
                    <a:pt x="1857" y="1538"/>
                    <a:pt x="1857" y="991"/>
                  </a:cubicBezTo>
                  <a:cubicBezTo>
                    <a:pt x="1857" y="445"/>
                    <a:pt x="1442" y="1"/>
                    <a:pt x="9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0"/>
            <p:cNvSpPr/>
            <p:nvPr/>
          </p:nvSpPr>
          <p:spPr>
            <a:xfrm>
              <a:off x="3774717" y="1982011"/>
              <a:ext cx="75314" cy="51147"/>
            </a:xfrm>
            <a:custGeom>
              <a:rect b="b" l="l" r="r" t="t"/>
              <a:pathLst>
                <a:path extrusionOk="0" h="1837" w="2705">
                  <a:moveTo>
                    <a:pt x="1353" y="1"/>
                  </a:moveTo>
                  <a:cubicBezTo>
                    <a:pt x="607" y="1"/>
                    <a:pt x="0" y="606"/>
                    <a:pt x="0" y="1352"/>
                  </a:cubicBezTo>
                  <a:lnTo>
                    <a:pt x="0" y="1836"/>
                  </a:lnTo>
                  <a:lnTo>
                    <a:pt x="2704" y="1836"/>
                  </a:lnTo>
                  <a:lnTo>
                    <a:pt x="2704" y="1352"/>
                  </a:lnTo>
                  <a:cubicBezTo>
                    <a:pt x="2704" y="606"/>
                    <a:pt x="2099" y="1"/>
                    <a:pt x="1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0"/>
            <p:cNvSpPr/>
            <p:nvPr/>
          </p:nvSpPr>
          <p:spPr>
            <a:xfrm>
              <a:off x="3786523" y="1933035"/>
              <a:ext cx="51731" cy="55184"/>
            </a:xfrm>
            <a:custGeom>
              <a:rect b="b" l="l" r="r" t="t"/>
              <a:pathLst>
                <a:path extrusionOk="0" h="1982" w="1858">
                  <a:moveTo>
                    <a:pt x="929" y="1"/>
                  </a:moveTo>
                  <a:cubicBezTo>
                    <a:pt x="417" y="1"/>
                    <a:pt x="1" y="445"/>
                    <a:pt x="1" y="991"/>
                  </a:cubicBezTo>
                  <a:cubicBezTo>
                    <a:pt x="1" y="1538"/>
                    <a:pt x="417" y="1982"/>
                    <a:pt x="929" y="1982"/>
                  </a:cubicBezTo>
                  <a:cubicBezTo>
                    <a:pt x="1441" y="1982"/>
                    <a:pt x="1857" y="1538"/>
                    <a:pt x="1857" y="991"/>
                  </a:cubicBezTo>
                  <a:cubicBezTo>
                    <a:pt x="1857" y="445"/>
                    <a:pt x="1441" y="1"/>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70"/>
          <p:cNvGrpSpPr/>
          <p:nvPr/>
        </p:nvGrpSpPr>
        <p:grpSpPr>
          <a:xfrm>
            <a:off x="1733732" y="1972259"/>
            <a:ext cx="513349" cy="441389"/>
            <a:chOff x="1363963" y="1746153"/>
            <a:chExt cx="536808" cy="470765"/>
          </a:xfrm>
        </p:grpSpPr>
        <p:sp>
          <p:nvSpPr>
            <p:cNvPr id="4094" name="Google Shape;4094;p70"/>
            <p:cNvSpPr/>
            <p:nvPr/>
          </p:nvSpPr>
          <p:spPr>
            <a:xfrm>
              <a:off x="1420679" y="1746153"/>
              <a:ext cx="423373" cy="65291"/>
            </a:xfrm>
            <a:custGeom>
              <a:rect b="b" l="l" r="r" t="t"/>
              <a:pathLst>
                <a:path extrusionOk="0" h="2345" w="15206">
                  <a:moveTo>
                    <a:pt x="0" y="0"/>
                  </a:moveTo>
                  <a:lnTo>
                    <a:pt x="0" y="2344"/>
                  </a:lnTo>
                  <a:lnTo>
                    <a:pt x="15206" y="2344"/>
                  </a:lnTo>
                  <a:lnTo>
                    <a:pt x="15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0"/>
            <p:cNvSpPr/>
            <p:nvPr/>
          </p:nvSpPr>
          <p:spPr>
            <a:xfrm>
              <a:off x="1420679" y="1792901"/>
              <a:ext cx="423373" cy="56353"/>
            </a:xfrm>
            <a:custGeom>
              <a:rect b="b" l="l" r="r" t="t"/>
              <a:pathLst>
                <a:path extrusionOk="0" h="2024" w="15206">
                  <a:moveTo>
                    <a:pt x="0" y="0"/>
                  </a:moveTo>
                  <a:lnTo>
                    <a:pt x="0" y="2024"/>
                  </a:lnTo>
                  <a:lnTo>
                    <a:pt x="15206" y="2024"/>
                  </a:lnTo>
                  <a:lnTo>
                    <a:pt x="15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0"/>
            <p:cNvSpPr/>
            <p:nvPr/>
          </p:nvSpPr>
          <p:spPr>
            <a:xfrm>
              <a:off x="1379166" y="1746153"/>
              <a:ext cx="299335" cy="343214"/>
            </a:xfrm>
            <a:custGeom>
              <a:rect b="b" l="l" r="r" t="t"/>
              <a:pathLst>
                <a:path extrusionOk="0" h="12327" w="10751">
                  <a:moveTo>
                    <a:pt x="1490" y="0"/>
                  </a:moveTo>
                  <a:lnTo>
                    <a:pt x="1" y="1983"/>
                  </a:lnTo>
                  <a:lnTo>
                    <a:pt x="7771" y="12327"/>
                  </a:lnTo>
                  <a:lnTo>
                    <a:pt x="10751" y="12327"/>
                  </a:lnTo>
                  <a:lnTo>
                    <a:pt x="1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0"/>
            <p:cNvSpPr/>
            <p:nvPr/>
          </p:nvSpPr>
          <p:spPr>
            <a:xfrm>
              <a:off x="1363963" y="1785440"/>
              <a:ext cx="255483" cy="303929"/>
            </a:xfrm>
            <a:custGeom>
              <a:rect b="b" l="l" r="r" t="t"/>
              <a:pathLst>
                <a:path extrusionOk="0" h="10916" w="9176">
                  <a:moveTo>
                    <a:pt x="976" y="0"/>
                  </a:moveTo>
                  <a:lnTo>
                    <a:pt x="110" y="1153"/>
                  </a:lnTo>
                  <a:cubicBezTo>
                    <a:pt x="0" y="1300"/>
                    <a:pt x="0" y="1503"/>
                    <a:pt x="110" y="1650"/>
                  </a:cubicBezTo>
                  <a:lnTo>
                    <a:pt x="7072" y="10916"/>
                  </a:lnTo>
                  <a:lnTo>
                    <a:pt x="9176" y="10916"/>
                  </a:lnTo>
                  <a:lnTo>
                    <a:pt x="9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0"/>
            <p:cNvSpPr/>
            <p:nvPr/>
          </p:nvSpPr>
          <p:spPr>
            <a:xfrm>
              <a:off x="1586206" y="1746153"/>
              <a:ext cx="295270" cy="343214"/>
            </a:xfrm>
            <a:custGeom>
              <a:rect b="b" l="l" r="r" t="t"/>
              <a:pathLst>
                <a:path extrusionOk="0" h="12327" w="10605">
                  <a:moveTo>
                    <a:pt x="9262" y="0"/>
                  </a:moveTo>
                  <a:lnTo>
                    <a:pt x="1" y="12327"/>
                  </a:lnTo>
                  <a:lnTo>
                    <a:pt x="2687" y="12327"/>
                  </a:lnTo>
                  <a:lnTo>
                    <a:pt x="10605" y="1788"/>
                  </a:lnTo>
                  <a:lnTo>
                    <a:pt x="9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0"/>
            <p:cNvSpPr/>
            <p:nvPr/>
          </p:nvSpPr>
          <p:spPr>
            <a:xfrm>
              <a:off x="1645261" y="1785440"/>
              <a:ext cx="255511" cy="303929"/>
            </a:xfrm>
            <a:custGeom>
              <a:rect b="b" l="l" r="r" t="t"/>
              <a:pathLst>
                <a:path extrusionOk="0" h="10916" w="9177">
                  <a:moveTo>
                    <a:pt x="8201" y="0"/>
                  </a:moveTo>
                  <a:lnTo>
                    <a:pt x="1" y="10916"/>
                  </a:lnTo>
                  <a:lnTo>
                    <a:pt x="2105" y="10916"/>
                  </a:lnTo>
                  <a:lnTo>
                    <a:pt x="9067" y="1650"/>
                  </a:lnTo>
                  <a:cubicBezTo>
                    <a:pt x="9176" y="1503"/>
                    <a:pt x="9176" y="1300"/>
                    <a:pt x="9067" y="1153"/>
                  </a:cubicBezTo>
                  <a:lnTo>
                    <a:pt x="82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0"/>
            <p:cNvSpPr/>
            <p:nvPr/>
          </p:nvSpPr>
          <p:spPr>
            <a:xfrm>
              <a:off x="1529267" y="2010745"/>
              <a:ext cx="206202" cy="206174"/>
            </a:xfrm>
            <a:custGeom>
              <a:rect b="b" l="l" r="r" t="t"/>
              <a:pathLst>
                <a:path extrusionOk="0" h="7405" w="7406">
                  <a:moveTo>
                    <a:pt x="3703" y="0"/>
                  </a:moveTo>
                  <a:cubicBezTo>
                    <a:pt x="1658" y="0"/>
                    <a:pt x="1" y="1658"/>
                    <a:pt x="1" y="3703"/>
                  </a:cubicBezTo>
                  <a:cubicBezTo>
                    <a:pt x="1" y="5747"/>
                    <a:pt x="1658" y="7405"/>
                    <a:pt x="3703" y="7405"/>
                  </a:cubicBezTo>
                  <a:cubicBezTo>
                    <a:pt x="5748" y="7405"/>
                    <a:pt x="7405" y="5747"/>
                    <a:pt x="7405" y="3703"/>
                  </a:cubicBezTo>
                  <a:cubicBezTo>
                    <a:pt x="7405" y="1658"/>
                    <a:pt x="5748" y="0"/>
                    <a:pt x="37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0"/>
            <p:cNvSpPr/>
            <p:nvPr/>
          </p:nvSpPr>
          <p:spPr>
            <a:xfrm>
              <a:off x="1566827" y="2048305"/>
              <a:ext cx="131082" cy="131055"/>
            </a:xfrm>
            <a:custGeom>
              <a:rect b="b" l="l" r="r" t="t"/>
              <a:pathLst>
                <a:path extrusionOk="0" h="4707" w="4708">
                  <a:moveTo>
                    <a:pt x="2354" y="0"/>
                  </a:moveTo>
                  <a:cubicBezTo>
                    <a:pt x="1054" y="0"/>
                    <a:pt x="1" y="1054"/>
                    <a:pt x="1" y="2354"/>
                  </a:cubicBezTo>
                  <a:cubicBezTo>
                    <a:pt x="1" y="3653"/>
                    <a:pt x="1054" y="4707"/>
                    <a:pt x="2354" y="4707"/>
                  </a:cubicBezTo>
                  <a:cubicBezTo>
                    <a:pt x="3653" y="4707"/>
                    <a:pt x="4707" y="3653"/>
                    <a:pt x="4707" y="2354"/>
                  </a:cubicBezTo>
                  <a:cubicBezTo>
                    <a:pt x="4707" y="1054"/>
                    <a:pt x="3653" y="0"/>
                    <a:pt x="2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70"/>
          <p:cNvGrpSpPr/>
          <p:nvPr/>
        </p:nvGrpSpPr>
        <p:grpSpPr>
          <a:xfrm>
            <a:off x="3309270" y="1970410"/>
            <a:ext cx="303348" cy="501878"/>
            <a:chOff x="3034763" y="1746125"/>
            <a:chExt cx="317210" cy="535280"/>
          </a:xfrm>
        </p:grpSpPr>
        <p:sp>
          <p:nvSpPr>
            <p:cNvPr id="4103" name="Google Shape;4103;p70"/>
            <p:cNvSpPr/>
            <p:nvPr/>
          </p:nvSpPr>
          <p:spPr>
            <a:xfrm>
              <a:off x="3153263" y="2231567"/>
              <a:ext cx="80632" cy="49838"/>
            </a:xfrm>
            <a:custGeom>
              <a:rect b="b" l="l" r="r" t="t"/>
              <a:pathLst>
                <a:path extrusionOk="0" h="1790" w="2896">
                  <a:moveTo>
                    <a:pt x="1" y="1"/>
                  </a:moveTo>
                  <a:lnTo>
                    <a:pt x="1" y="624"/>
                  </a:lnTo>
                  <a:cubicBezTo>
                    <a:pt x="1" y="1268"/>
                    <a:pt x="524" y="1790"/>
                    <a:pt x="1168" y="1790"/>
                  </a:cubicBezTo>
                  <a:lnTo>
                    <a:pt x="1729" y="1790"/>
                  </a:lnTo>
                  <a:cubicBezTo>
                    <a:pt x="2373" y="1790"/>
                    <a:pt x="2895" y="1268"/>
                    <a:pt x="2895" y="624"/>
                  </a:cubicBezTo>
                  <a:lnTo>
                    <a:pt x="2895" y="1"/>
                  </a:lnTo>
                  <a:close/>
                </a:path>
              </a:pathLst>
            </a:custGeom>
            <a:solidFill>
              <a:srgbClr val="EBF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0"/>
            <p:cNvSpPr/>
            <p:nvPr/>
          </p:nvSpPr>
          <p:spPr>
            <a:xfrm>
              <a:off x="3034763" y="1746125"/>
              <a:ext cx="317210" cy="375679"/>
            </a:xfrm>
            <a:custGeom>
              <a:rect b="b" l="l" r="r" t="t"/>
              <a:pathLst>
                <a:path extrusionOk="0" h="13493" w="11393">
                  <a:moveTo>
                    <a:pt x="5705" y="1"/>
                  </a:moveTo>
                  <a:cubicBezTo>
                    <a:pt x="2603" y="1"/>
                    <a:pt x="44" y="2528"/>
                    <a:pt x="16" y="5637"/>
                  </a:cubicBezTo>
                  <a:cubicBezTo>
                    <a:pt x="0" y="7377"/>
                    <a:pt x="765" y="8939"/>
                    <a:pt x="1982" y="9992"/>
                  </a:cubicBezTo>
                  <a:cubicBezTo>
                    <a:pt x="3007" y="10879"/>
                    <a:pt x="3626" y="12143"/>
                    <a:pt x="3662" y="13493"/>
                  </a:cubicBezTo>
                  <a:lnTo>
                    <a:pt x="7747" y="13493"/>
                  </a:lnTo>
                  <a:cubicBezTo>
                    <a:pt x="7783" y="12143"/>
                    <a:pt x="8400" y="10880"/>
                    <a:pt x="9424" y="9994"/>
                  </a:cubicBezTo>
                  <a:cubicBezTo>
                    <a:pt x="10631" y="8951"/>
                    <a:pt x="11393" y="7409"/>
                    <a:pt x="11393" y="5691"/>
                  </a:cubicBezTo>
                  <a:cubicBezTo>
                    <a:pt x="11393" y="2567"/>
                    <a:pt x="8877" y="32"/>
                    <a:pt x="5761" y="1"/>
                  </a:cubicBezTo>
                  <a:cubicBezTo>
                    <a:pt x="5742" y="1"/>
                    <a:pt x="5724" y="1"/>
                    <a:pt x="57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0"/>
            <p:cNvSpPr/>
            <p:nvPr/>
          </p:nvSpPr>
          <p:spPr>
            <a:xfrm>
              <a:off x="3159444" y="2023246"/>
              <a:ext cx="68465" cy="25225"/>
            </a:xfrm>
            <a:custGeom>
              <a:rect b="b" l="l" r="r" t="t"/>
              <a:pathLst>
                <a:path extrusionOk="0" h="906" w="2459">
                  <a:moveTo>
                    <a:pt x="1923" y="14"/>
                  </a:moveTo>
                  <a:lnTo>
                    <a:pt x="1919" y="20"/>
                  </a:lnTo>
                  <a:lnTo>
                    <a:pt x="1920" y="20"/>
                  </a:lnTo>
                  <a:lnTo>
                    <a:pt x="1920" y="20"/>
                  </a:lnTo>
                  <a:cubicBezTo>
                    <a:pt x="1922" y="17"/>
                    <a:pt x="1923" y="15"/>
                    <a:pt x="1923" y="14"/>
                  </a:cubicBezTo>
                  <a:close/>
                  <a:moveTo>
                    <a:pt x="524" y="0"/>
                  </a:moveTo>
                  <a:lnTo>
                    <a:pt x="526" y="5"/>
                  </a:lnTo>
                  <a:lnTo>
                    <a:pt x="1" y="252"/>
                  </a:lnTo>
                  <a:cubicBezTo>
                    <a:pt x="14" y="278"/>
                    <a:pt x="318" y="905"/>
                    <a:pt x="1242" y="905"/>
                  </a:cubicBezTo>
                  <a:cubicBezTo>
                    <a:pt x="2178" y="905"/>
                    <a:pt x="2446" y="265"/>
                    <a:pt x="2458" y="237"/>
                  </a:cubicBezTo>
                  <a:lnTo>
                    <a:pt x="1920" y="20"/>
                  </a:lnTo>
                  <a:lnTo>
                    <a:pt x="1920" y="20"/>
                  </a:lnTo>
                  <a:cubicBezTo>
                    <a:pt x="1896" y="65"/>
                    <a:pt x="1736" y="325"/>
                    <a:pt x="1242" y="325"/>
                  </a:cubicBezTo>
                  <a:cubicBezTo>
                    <a:pt x="700" y="325"/>
                    <a:pt x="531" y="14"/>
                    <a:pt x="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0"/>
            <p:cNvSpPr/>
            <p:nvPr/>
          </p:nvSpPr>
          <p:spPr>
            <a:xfrm>
              <a:off x="3130738" y="2126766"/>
              <a:ext cx="125737" cy="119027"/>
            </a:xfrm>
            <a:custGeom>
              <a:rect b="b" l="l" r="r" t="t"/>
              <a:pathLst>
                <a:path extrusionOk="0" h="4275" w="4516">
                  <a:moveTo>
                    <a:pt x="427" y="1"/>
                  </a:moveTo>
                  <a:cubicBezTo>
                    <a:pt x="190" y="1"/>
                    <a:pt x="0" y="192"/>
                    <a:pt x="0" y="428"/>
                  </a:cubicBezTo>
                  <a:lnTo>
                    <a:pt x="0" y="3223"/>
                  </a:lnTo>
                  <a:cubicBezTo>
                    <a:pt x="0" y="3804"/>
                    <a:pt x="471" y="4275"/>
                    <a:pt x="1051" y="4275"/>
                  </a:cubicBezTo>
                  <a:lnTo>
                    <a:pt x="3464" y="4275"/>
                  </a:lnTo>
                  <a:cubicBezTo>
                    <a:pt x="4044" y="4275"/>
                    <a:pt x="4515" y="3804"/>
                    <a:pt x="4515" y="3223"/>
                  </a:cubicBezTo>
                  <a:lnTo>
                    <a:pt x="4515" y="428"/>
                  </a:lnTo>
                  <a:cubicBezTo>
                    <a:pt x="4515" y="192"/>
                    <a:pt x="4324" y="1"/>
                    <a:pt x="4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0"/>
            <p:cNvSpPr/>
            <p:nvPr/>
          </p:nvSpPr>
          <p:spPr>
            <a:xfrm>
              <a:off x="3130738" y="2126766"/>
              <a:ext cx="125737" cy="100484"/>
            </a:xfrm>
            <a:custGeom>
              <a:rect b="b" l="l" r="r" t="t"/>
              <a:pathLst>
                <a:path extrusionOk="0" h="3609" w="4516">
                  <a:moveTo>
                    <a:pt x="426" y="1"/>
                  </a:moveTo>
                  <a:cubicBezTo>
                    <a:pt x="190" y="1"/>
                    <a:pt x="0" y="192"/>
                    <a:pt x="0" y="428"/>
                  </a:cubicBezTo>
                  <a:lnTo>
                    <a:pt x="0" y="3223"/>
                  </a:lnTo>
                  <a:cubicBezTo>
                    <a:pt x="0" y="3360"/>
                    <a:pt x="26" y="3489"/>
                    <a:pt x="73" y="3609"/>
                  </a:cubicBezTo>
                  <a:lnTo>
                    <a:pt x="4442" y="3609"/>
                  </a:lnTo>
                  <a:cubicBezTo>
                    <a:pt x="4488" y="3489"/>
                    <a:pt x="4515" y="3360"/>
                    <a:pt x="4515" y="3223"/>
                  </a:cubicBezTo>
                  <a:lnTo>
                    <a:pt x="4515" y="428"/>
                  </a:lnTo>
                  <a:cubicBezTo>
                    <a:pt x="4515" y="192"/>
                    <a:pt x="4324" y="1"/>
                    <a:pt x="40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0"/>
            <p:cNvSpPr/>
            <p:nvPr/>
          </p:nvSpPr>
          <p:spPr>
            <a:xfrm>
              <a:off x="3127118" y="1992702"/>
              <a:ext cx="47778" cy="126823"/>
            </a:xfrm>
            <a:custGeom>
              <a:rect b="b" l="l" r="r" t="t"/>
              <a:pathLst>
                <a:path extrusionOk="0" h="4555" w="1716">
                  <a:moveTo>
                    <a:pt x="858" y="581"/>
                  </a:moveTo>
                  <a:cubicBezTo>
                    <a:pt x="1011" y="581"/>
                    <a:pt x="1135" y="706"/>
                    <a:pt x="1135" y="858"/>
                  </a:cubicBezTo>
                  <a:cubicBezTo>
                    <a:pt x="1135" y="1011"/>
                    <a:pt x="1011" y="1135"/>
                    <a:pt x="858" y="1135"/>
                  </a:cubicBezTo>
                  <a:cubicBezTo>
                    <a:pt x="706" y="1135"/>
                    <a:pt x="581" y="1011"/>
                    <a:pt x="581" y="858"/>
                  </a:cubicBezTo>
                  <a:cubicBezTo>
                    <a:pt x="581" y="706"/>
                    <a:pt x="706" y="581"/>
                    <a:pt x="858" y="581"/>
                  </a:cubicBezTo>
                  <a:close/>
                  <a:moveTo>
                    <a:pt x="858" y="1"/>
                  </a:moveTo>
                  <a:cubicBezTo>
                    <a:pt x="385" y="1"/>
                    <a:pt x="1" y="385"/>
                    <a:pt x="1" y="858"/>
                  </a:cubicBezTo>
                  <a:cubicBezTo>
                    <a:pt x="1" y="1331"/>
                    <a:pt x="385" y="1716"/>
                    <a:pt x="858" y="1716"/>
                  </a:cubicBezTo>
                  <a:cubicBezTo>
                    <a:pt x="954" y="1716"/>
                    <a:pt x="1048" y="1699"/>
                    <a:pt x="1135" y="1669"/>
                  </a:cubicBezTo>
                  <a:lnTo>
                    <a:pt x="1135" y="4265"/>
                  </a:lnTo>
                  <a:cubicBezTo>
                    <a:pt x="1135" y="4426"/>
                    <a:pt x="1264" y="4555"/>
                    <a:pt x="1425" y="4555"/>
                  </a:cubicBezTo>
                  <a:cubicBezTo>
                    <a:pt x="1585" y="4555"/>
                    <a:pt x="1716" y="4426"/>
                    <a:pt x="1716" y="4265"/>
                  </a:cubicBezTo>
                  <a:lnTo>
                    <a:pt x="1716" y="858"/>
                  </a:lnTo>
                  <a:cubicBezTo>
                    <a:pt x="1716" y="385"/>
                    <a:pt x="1330" y="1"/>
                    <a:pt x="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0"/>
            <p:cNvSpPr/>
            <p:nvPr/>
          </p:nvSpPr>
          <p:spPr>
            <a:xfrm>
              <a:off x="3212290" y="1992702"/>
              <a:ext cx="47778" cy="126823"/>
            </a:xfrm>
            <a:custGeom>
              <a:rect b="b" l="l" r="r" t="t"/>
              <a:pathLst>
                <a:path extrusionOk="0" h="4555" w="1716">
                  <a:moveTo>
                    <a:pt x="858" y="581"/>
                  </a:moveTo>
                  <a:cubicBezTo>
                    <a:pt x="1010" y="581"/>
                    <a:pt x="1135" y="706"/>
                    <a:pt x="1135" y="858"/>
                  </a:cubicBezTo>
                  <a:cubicBezTo>
                    <a:pt x="1135" y="1011"/>
                    <a:pt x="1010" y="1135"/>
                    <a:pt x="858" y="1135"/>
                  </a:cubicBezTo>
                  <a:cubicBezTo>
                    <a:pt x="706" y="1135"/>
                    <a:pt x="581" y="1011"/>
                    <a:pt x="581" y="858"/>
                  </a:cubicBezTo>
                  <a:cubicBezTo>
                    <a:pt x="581" y="706"/>
                    <a:pt x="706" y="581"/>
                    <a:pt x="858" y="581"/>
                  </a:cubicBezTo>
                  <a:close/>
                  <a:moveTo>
                    <a:pt x="858" y="1"/>
                  </a:moveTo>
                  <a:cubicBezTo>
                    <a:pt x="385" y="1"/>
                    <a:pt x="1" y="385"/>
                    <a:pt x="1" y="858"/>
                  </a:cubicBezTo>
                  <a:lnTo>
                    <a:pt x="1" y="4265"/>
                  </a:lnTo>
                  <a:cubicBezTo>
                    <a:pt x="1" y="4426"/>
                    <a:pt x="131" y="4555"/>
                    <a:pt x="291" y="4555"/>
                  </a:cubicBezTo>
                  <a:cubicBezTo>
                    <a:pt x="451" y="4555"/>
                    <a:pt x="581" y="4426"/>
                    <a:pt x="581" y="4265"/>
                  </a:cubicBezTo>
                  <a:lnTo>
                    <a:pt x="581" y="1669"/>
                  </a:lnTo>
                  <a:cubicBezTo>
                    <a:pt x="668" y="1699"/>
                    <a:pt x="760" y="1716"/>
                    <a:pt x="858" y="1716"/>
                  </a:cubicBezTo>
                  <a:cubicBezTo>
                    <a:pt x="1330" y="1716"/>
                    <a:pt x="1715" y="1331"/>
                    <a:pt x="1715" y="858"/>
                  </a:cubicBezTo>
                  <a:cubicBezTo>
                    <a:pt x="1715" y="385"/>
                    <a:pt x="1330" y="1"/>
                    <a:pt x="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0"/>
            <p:cNvSpPr/>
            <p:nvPr/>
          </p:nvSpPr>
          <p:spPr>
            <a:xfrm>
              <a:off x="3114979" y="2113680"/>
              <a:ext cx="157254" cy="33773"/>
            </a:xfrm>
            <a:custGeom>
              <a:rect b="b" l="l" r="r" t="t"/>
              <a:pathLst>
                <a:path extrusionOk="0" h="1213" w="5648">
                  <a:moveTo>
                    <a:pt x="606" y="0"/>
                  </a:moveTo>
                  <a:cubicBezTo>
                    <a:pt x="271" y="0"/>
                    <a:pt x="0" y="272"/>
                    <a:pt x="0" y="606"/>
                  </a:cubicBezTo>
                  <a:cubicBezTo>
                    <a:pt x="0" y="942"/>
                    <a:pt x="271" y="1213"/>
                    <a:pt x="606" y="1213"/>
                  </a:cubicBezTo>
                  <a:lnTo>
                    <a:pt x="5041" y="1213"/>
                  </a:lnTo>
                  <a:cubicBezTo>
                    <a:pt x="5375" y="1213"/>
                    <a:pt x="5647" y="942"/>
                    <a:pt x="5647" y="606"/>
                  </a:cubicBezTo>
                  <a:cubicBezTo>
                    <a:pt x="5647" y="272"/>
                    <a:pt x="5375" y="0"/>
                    <a:pt x="5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0"/>
            <p:cNvSpPr/>
            <p:nvPr/>
          </p:nvSpPr>
          <p:spPr>
            <a:xfrm>
              <a:off x="3114979" y="2174155"/>
              <a:ext cx="157254" cy="33773"/>
            </a:xfrm>
            <a:custGeom>
              <a:rect b="b" l="l" r="r" t="t"/>
              <a:pathLst>
                <a:path extrusionOk="0" h="1213" w="5648">
                  <a:moveTo>
                    <a:pt x="606" y="0"/>
                  </a:moveTo>
                  <a:cubicBezTo>
                    <a:pt x="271" y="0"/>
                    <a:pt x="0" y="271"/>
                    <a:pt x="0" y="607"/>
                  </a:cubicBezTo>
                  <a:cubicBezTo>
                    <a:pt x="0" y="941"/>
                    <a:pt x="271" y="1213"/>
                    <a:pt x="606" y="1213"/>
                  </a:cubicBezTo>
                  <a:lnTo>
                    <a:pt x="5041" y="1213"/>
                  </a:lnTo>
                  <a:cubicBezTo>
                    <a:pt x="5375" y="1213"/>
                    <a:pt x="5647" y="941"/>
                    <a:pt x="5647" y="607"/>
                  </a:cubicBezTo>
                  <a:cubicBezTo>
                    <a:pt x="5647" y="271"/>
                    <a:pt x="5375" y="0"/>
                    <a:pt x="5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0"/>
            <p:cNvSpPr/>
            <p:nvPr/>
          </p:nvSpPr>
          <p:spPr>
            <a:xfrm>
              <a:off x="3134190" y="1871864"/>
              <a:ext cx="118804" cy="77263"/>
            </a:xfrm>
            <a:custGeom>
              <a:rect b="b" l="l" r="r" t="t"/>
              <a:pathLst>
                <a:path extrusionOk="0" h="2775" w="4267">
                  <a:moveTo>
                    <a:pt x="250" y="0"/>
                  </a:moveTo>
                  <a:cubicBezTo>
                    <a:pt x="250" y="0"/>
                    <a:pt x="10" y="844"/>
                    <a:pt x="0" y="2065"/>
                  </a:cubicBezTo>
                  <a:cubicBezTo>
                    <a:pt x="0" y="2110"/>
                    <a:pt x="22" y="2154"/>
                    <a:pt x="59" y="2180"/>
                  </a:cubicBezTo>
                  <a:cubicBezTo>
                    <a:pt x="250" y="2315"/>
                    <a:pt x="911" y="2714"/>
                    <a:pt x="2134" y="2775"/>
                  </a:cubicBezTo>
                  <a:cubicBezTo>
                    <a:pt x="3354" y="2714"/>
                    <a:pt x="4017" y="2315"/>
                    <a:pt x="4207" y="2180"/>
                  </a:cubicBezTo>
                  <a:cubicBezTo>
                    <a:pt x="4245" y="2154"/>
                    <a:pt x="4267" y="2110"/>
                    <a:pt x="4266" y="2065"/>
                  </a:cubicBezTo>
                  <a:cubicBezTo>
                    <a:pt x="4257" y="844"/>
                    <a:pt x="4015" y="0"/>
                    <a:pt x="4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0"/>
            <p:cNvSpPr/>
            <p:nvPr/>
          </p:nvSpPr>
          <p:spPr>
            <a:xfrm>
              <a:off x="3099554" y="1834694"/>
              <a:ext cx="188076" cy="66404"/>
            </a:xfrm>
            <a:custGeom>
              <a:rect b="b" l="l" r="r" t="t"/>
              <a:pathLst>
                <a:path extrusionOk="0" h="2385" w="6755">
                  <a:moveTo>
                    <a:pt x="3377" y="1"/>
                  </a:moveTo>
                  <a:cubicBezTo>
                    <a:pt x="3348" y="1"/>
                    <a:pt x="3318" y="6"/>
                    <a:pt x="3290" y="15"/>
                  </a:cubicBezTo>
                  <a:lnTo>
                    <a:pt x="127" y="1061"/>
                  </a:lnTo>
                  <a:cubicBezTo>
                    <a:pt x="0" y="1103"/>
                    <a:pt x="0" y="1283"/>
                    <a:pt x="127" y="1324"/>
                  </a:cubicBezTo>
                  <a:lnTo>
                    <a:pt x="3290" y="2371"/>
                  </a:lnTo>
                  <a:cubicBezTo>
                    <a:pt x="3318" y="2380"/>
                    <a:pt x="3348" y="2384"/>
                    <a:pt x="3377" y="2384"/>
                  </a:cubicBezTo>
                  <a:cubicBezTo>
                    <a:pt x="3407" y="2384"/>
                    <a:pt x="3436" y="2380"/>
                    <a:pt x="3464" y="2371"/>
                  </a:cubicBezTo>
                  <a:lnTo>
                    <a:pt x="6628" y="1324"/>
                  </a:lnTo>
                  <a:cubicBezTo>
                    <a:pt x="6755" y="1283"/>
                    <a:pt x="6755" y="1103"/>
                    <a:pt x="6628" y="1061"/>
                  </a:cubicBezTo>
                  <a:lnTo>
                    <a:pt x="3464" y="15"/>
                  </a:lnTo>
                  <a:cubicBezTo>
                    <a:pt x="3436" y="6"/>
                    <a:pt x="3407" y="1"/>
                    <a:pt x="3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70"/>
          <p:cNvGrpSpPr/>
          <p:nvPr/>
        </p:nvGrpSpPr>
        <p:grpSpPr>
          <a:xfrm>
            <a:off x="4028870" y="2574283"/>
            <a:ext cx="391561" cy="501871"/>
            <a:chOff x="3649814" y="2470849"/>
            <a:chExt cx="409454" cy="535272"/>
          </a:xfrm>
        </p:grpSpPr>
        <p:sp>
          <p:nvSpPr>
            <p:cNvPr id="4115" name="Google Shape;4115;p70"/>
            <p:cNvSpPr/>
            <p:nvPr/>
          </p:nvSpPr>
          <p:spPr>
            <a:xfrm>
              <a:off x="3770569" y="2470849"/>
              <a:ext cx="288699" cy="535272"/>
            </a:xfrm>
            <a:custGeom>
              <a:rect b="b" l="l" r="r" t="t"/>
              <a:pathLst>
                <a:path extrusionOk="0" h="19225" w="10369">
                  <a:moveTo>
                    <a:pt x="1160" y="0"/>
                  </a:moveTo>
                  <a:cubicBezTo>
                    <a:pt x="520" y="0"/>
                    <a:pt x="1" y="520"/>
                    <a:pt x="1" y="1160"/>
                  </a:cubicBezTo>
                  <a:lnTo>
                    <a:pt x="1" y="18064"/>
                  </a:lnTo>
                  <a:cubicBezTo>
                    <a:pt x="1" y="18705"/>
                    <a:pt x="520" y="19224"/>
                    <a:pt x="1160" y="19224"/>
                  </a:cubicBezTo>
                  <a:lnTo>
                    <a:pt x="9208" y="19224"/>
                  </a:lnTo>
                  <a:cubicBezTo>
                    <a:pt x="9849" y="19224"/>
                    <a:pt x="10369" y="18705"/>
                    <a:pt x="10369" y="18064"/>
                  </a:cubicBezTo>
                  <a:lnTo>
                    <a:pt x="10369" y="1160"/>
                  </a:lnTo>
                  <a:cubicBezTo>
                    <a:pt x="10369" y="520"/>
                    <a:pt x="9849" y="0"/>
                    <a:pt x="9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0"/>
            <p:cNvSpPr/>
            <p:nvPr/>
          </p:nvSpPr>
          <p:spPr>
            <a:xfrm>
              <a:off x="3832714" y="2470849"/>
              <a:ext cx="164382" cy="36167"/>
            </a:xfrm>
            <a:custGeom>
              <a:rect b="b" l="l" r="r" t="t"/>
              <a:pathLst>
                <a:path extrusionOk="0" h="1299" w="5904">
                  <a:moveTo>
                    <a:pt x="1" y="0"/>
                  </a:moveTo>
                  <a:lnTo>
                    <a:pt x="440" y="959"/>
                  </a:lnTo>
                  <a:cubicBezTo>
                    <a:pt x="535" y="1166"/>
                    <a:pt x="741" y="1298"/>
                    <a:pt x="968" y="1298"/>
                  </a:cubicBezTo>
                  <a:lnTo>
                    <a:pt x="4938" y="1298"/>
                  </a:lnTo>
                  <a:cubicBezTo>
                    <a:pt x="5165" y="1298"/>
                    <a:pt x="5371" y="1166"/>
                    <a:pt x="5466" y="959"/>
                  </a:cubicBezTo>
                  <a:lnTo>
                    <a:pt x="59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0"/>
            <p:cNvSpPr/>
            <p:nvPr/>
          </p:nvSpPr>
          <p:spPr>
            <a:xfrm>
              <a:off x="3649814" y="2587734"/>
              <a:ext cx="374621" cy="197487"/>
            </a:xfrm>
            <a:custGeom>
              <a:rect b="b" l="l" r="r" t="t"/>
              <a:pathLst>
                <a:path extrusionOk="0" h="7093" w="13455">
                  <a:moveTo>
                    <a:pt x="357" y="0"/>
                  </a:moveTo>
                  <a:cubicBezTo>
                    <a:pt x="160" y="0"/>
                    <a:pt x="1" y="159"/>
                    <a:pt x="1" y="357"/>
                  </a:cubicBezTo>
                  <a:lnTo>
                    <a:pt x="1" y="6736"/>
                  </a:lnTo>
                  <a:cubicBezTo>
                    <a:pt x="1" y="6933"/>
                    <a:pt x="160" y="7093"/>
                    <a:pt x="357" y="7093"/>
                  </a:cubicBezTo>
                  <a:lnTo>
                    <a:pt x="13098" y="7093"/>
                  </a:lnTo>
                  <a:cubicBezTo>
                    <a:pt x="13295" y="7093"/>
                    <a:pt x="13454" y="6933"/>
                    <a:pt x="13454" y="6736"/>
                  </a:cubicBezTo>
                  <a:lnTo>
                    <a:pt x="13454" y="357"/>
                  </a:lnTo>
                  <a:cubicBezTo>
                    <a:pt x="13454" y="159"/>
                    <a:pt x="13295" y="0"/>
                    <a:pt x="13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0"/>
            <p:cNvSpPr/>
            <p:nvPr/>
          </p:nvSpPr>
          <p:spPr>
            <a:xfrm>
              <a:off x="3679996" y="2562397"/>
              <a:ext cx="157115" cy="191751"/>
            </a:xfrm>
            <a:custGeom>
              <a:rect b="b" l="l" r="r" t="t"/>
              <a:pathLst>
                <a:path extrusionOk="0" h="6887" w="5643">
                  <a:moveTo>
                    <a:pt x="358" y="1"/>
                  </a:moveTo>
                  <a:cubicBezTo>
                    <a:pt x="161" y="1"/>
                    <a:pt x="1" y="160"/>
                    <a:pt x="1" y="357"/>
                  </a:cubicBezTo>
                  <a:lnTo>
                    <a:pt x="1" y="6530"/>
                  </a:lnTo>
                  <a:cubicBezTo>
                    <a:pt x="1" y="6727"/>
                    <a:pt x="161" y="6887"/>
                    <a:pt x="358" y="6887"/>
                  </a:cubicBezTo>
                  <a:lnTo>
                    <a:pt x="5643" y="6887"/>
                  </a:lnTo>
                  <a:lnTo>
                    <a:pt x="5643" y="1426"/>
                  </a:lnTo>
                  <a:cubicBezTo>
                    <a:pt x="5643" y="638"/>
                    <a:pt x="5005" y="1"/>
                    <a:pt x="4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0"/>
            <p:cNvSpPr/>
            <p:nvPr/>
          </p:nvSpPr>
          <p:spPr>
            <a:xfrm>
              <a:off x="3679996" y="2714475"/>
              <a:ext cx="157115" cy="39676"/>
            </a:xfrm>
            <a:custGeom>
              <a:rect b="b" l="l" r="r" t="t"/>
              <a:pathLst>
                <a:path extrusionOk="0" h="1425" w="5643">
                  <a:moveTo>
                    <a:pt x="358" y="0"/>
                  </a:moveTo>
                  <a:cubicBezTo>
                    <a:pt x="161" y="0"/>
                    <a:pt x="1" y="160"/>
                    <a:pt x="1" y="356"/>
                  </a:cubicBezTo>
                  <a:lnTo>
                    <a:pt x="1" y="1068"/>
                  </a:lnTo>
                  <a:cubicBezTo>
                    <a:pt x="1" y="1266"/>
                    <a:pt x="161" y="1425"/>
                    <a:pt x="358" y="1425"/>
                  </a:cubicBezTo>
                  <a:lnTo>
                    <a:pt x="5643" y="1425"/>
                  </a:lnTo>
                  <a:cubicBezTo>
                    <a:pt x="5643" y="638"/>
                    <a:pt x="5005" y="0"/>
                    <a:pt x="4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0"/>
            <p:cNvSpPr/>
            <p:nvPr/>
          </p:nvSpPr>
          <p:spPr>
            <a:xfrm>
              <a:off x="3837086" y="2562397"/>
              <a:ext cx="157115" cy="191751"/>
            </a:xfrm>
            <a:custGeom>
              <a:rect b="b" l="l" r="r" t="t"/>
              <a:pathLst>
                <a:path extrusionOk="0" h="6887" w="5643">
                  <a:moveTo>
                    <a:pt x="1427" y="1"/>
                  </a:moveTo>
                  <a:cubicBezTo>
                    <a:pt x="639" y="1"/>
                    <a:pt x="1" y="638"/>
                    <a:pt x="1" y="1426"/>
                  </a:cubicBezTo>
                  <a:lnTo>
                    <a:pt x="1" y="6887"/>
                  </a:lnTo>
                  <a:lnTo>
                    <a:pt x="5287" y="6887"/>
                  </a:lnTo>
                  <a:cubicBezTo>
                    <a:pt x="5483" y="6887"/>
                    <a:pt x="5643" y="6727"/>
                    <a:pt x="5643" y="6530"/>
                  </a:cubicBezTo>
                  <a:lnTo>
                    <a:pt x="5643" y="357"/>
                  </a:lnTo>
                  <a:cubicBezTo>
                    <a:pt x="5643" y="160"/>
                    <a:pt x="5483" y="1"/>
                    <a:pt x="5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0"/>
            <p:cNvSpPr/>
            <p:nvPr/>
          </p:nvSpPr>
          <p:spPr>
            <a:xfrm>
              <a:off x="3837086" y="2714475"/>
              <a:ext cx="157115" cy="39676"/>
            </a:xfrm>
            <a:custGeom>
              <a:rect b="b" l="l" r="r" t="t"/>
              <a:pathLst>
                <a:path extrusionOk="0" h="1425" w="5643">
                  <a:moveTo>
                    <a:pt x="1427" y="0"/>
                  </a:moveTo>
                  <a:cubicBezTo>
                    <a:pt x="639" y="0"/>
                    <a:pt x="1" y="638"/>
                    <a:pt x="1" y="1425"/>
                  </a:cubicBezTo>
                  <a:lnTo>
                    <a:pt x="5287" y="1425"/>
                  </a:lnTo>
                  <a:cubicBezTo>
                    <a:pt x="5483" y="1425"/>
                    <a:pt x="5643" y="1266"/>
                    <a:pt x="5643" y="1068"/>
                  </a:cubicBezTo>
                  <a:lnTo>
                    <a:pt x="5643" y="356"/>
                  </a:lnTo>
                  <a:cubicBezTo>
                    <a:pt x="5643" y="160"/>
                    <a:pt x="5483" y="0"/>
                    <a:pt x="5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0"/>
            <p:cNvSpPr/>
            <p:nvPr/>
          </p:nvSpPr>
          <p:spPr>
            <a:xfrm>
              <a:off x="3706808" y="2586815"/>
              <a:ext cx="88762" cy="16176"/>
            </a:xfrm>
            <a:custGeom>
              <a:rect b="b" l="l" r="r" t="t"/>
              <a:pathLst>
                <a:path extrusionOk="0" h="581" w="3188">
                  <a:moveTo>
                    <a:pt x="290" y="0"/>
                  </a:moveTo>
                  <a:cubicBezTo>
                    <a:pt x="129" y="0"/>
                    <a:pt x="0" y="131"/>
                    <a:pt x="0" y="291"/>
                  </a:cubicBezTo>
                  <a:cubicBezTo>
                    <a:pt x="0" y="452"/>
                    <a:pt x="129" y="581"/>
                    <a:pt x="290" y="581"/>
                  </a:cubicBezTo>
                  <a:lnTo>
                    <a:pt x="2897" y="581"/>
                  </a:lnTo>
                  <a:cubicBezTo>
                    <a:pt x="3058" y="581"/>
                    <a:pt x="3187" y="452"/>
                    <a:pt x="3187" y="291"/>
                  </a:cubicBezTo>
                  <a:cubicBezTo>
                    <a:pt x="3187" y="131"/>
                    <a:pt x="3058" y="0"/>
                    <a:pt x="2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0"/>
            <p:cNvSpPr/>
            <p:nvPr/>
          </p:nvSpPr>
          <p:spPr>
            <a:xfrm>
              <a:off x="3706808" y="2614630"/>
              <a:ext cx="88762" cy="16176"/>
            </a:xfrm>
            <a:custGeom>
              <a:rect b="b" l="l" r="r" t="t"/>
              <a:pathLst>
                <a:path extrusionOk="0" h="581" w="3188">
                  <a:moveTo>
                    <a:pt x="290" y="0"/>
                  </a:moveTo>
                  <a:cubicBezTo>
                    <a:pt x="129" y="0"/>
                    <a:pt x="0" y="131"/>
                    <a:pt x="0" y="291"/>
                  </a:cubicBezTo>
                  <a:cubicBezTo>
                    <a:pt x="0" y="450"/>
                    <a:pt x="129" y="581"/>
                    <a:pt x="290" y="581"/>
                  </a:cubicBezTo>
                  <a:lnTo>
                    <a:pt x="2897" y="581"/>
                  </a:lnTo>
                  <a:cubicBezTo>
                    <a:pt x="3058" y="581"/>
                    <a:pt x="3187" y="450"/>
                    <a:pt x="3187" y="291"/>
                  </a:cubicBezTo>
                  <a:cubicBezTo>
                    <a:pt x="3187" y="131"/>
                    <a:pt x="3058" y="0"/>
                    <a:pt x="2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0"/>
            <p:cNvSpPr/>
            <p:nvPr/>
          </p:nvSpPr>
          <p:spPr>
            <a:xfrm>
              <a:off x="3706808" y="2642445"/>
              <a:ext cx="88762" cy="16149"/>
            </a:xfrm>
            <a:custGeom>
              <a:rect b="b" l="l" r="r" t="t"/>
              <a:pathLst>
                <a:path extrusionOk="0" h="580" w="3188">
                  <a:moveTo>
                    <a:pt x="290" y="0"/>
                  </a:moveTo>
                  <a:cubicBezTo>
                    <a:pt x="129" y="0"/>
                    <a:pt x="0" y="130"/>
                    <a:pt x="0" y="290"/>
                  </a:cubicBezTo>
                  <a:cubicBezTo>
                    <a:pt x="0" y="450"/>
                    <a:pt x="129" y="580"/>
                    <a:pt x="290" y="580"/>
                  </a:cubicBezTo>
                  <a:lnTo>
                    <a:pt x="2897" y="580"/>
                  </a:lnTo>
                  <a:cubicBezTo>
                    <a:pt x="3058" y="580"/>
                    <a:pt x="3187" y="450"/>
                    <a:pt x="3187" y="290"/>
                  </a:cubicBezTo>
                  <a:cubicBezTo>
                    <a:pt x="3187" y="130"/>
                    <a:pt x="3058" y="0"/>
                    <a:pt x="2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0"/>
            <p:cNvSpPr/>
            <p:nvPr/>
          </p:nvSpPr>
          <p:spPr>
            <a:xfrm>
              <a:off x="3706808" y="2670205"/>
              <a:ext cx="88762" cy="16204"/>
            </a:xfrm>
            <a:custGeom>
              <a:rect b="b" l="l" r="r" t="t"/>
              <a:pathLst>
                <a:path extrusionOk="0" h="582" w="3188">
                  <a:moveTo>
                    <a:pt x="290" y="1"/>
                  </a:moveTo>
                  <a:cubicBezTo>
                    <a:pt x="129" y="1"/>
                    <a:pt x="0" y="131"/>
                    <a:pt x="0" y="291"/>
                  </a:cubicBezTo>
                  <a:cubicBezTo>
                    <a:pt x="0" y="452"/>
                    <a:pt x="129" y="581"/>
                    <a:pt x="290" y="581"/>
                  </a:cubicBezTo>
                  <a:lnTo>
                    <a:pt x="2897" y="581"/>
                  </a:lnTo>
                  <a:cubicBezTo>
                    <a:pt x="3058" y="581"/>
                    <a:pt x="3187" y="452"/>
                    <a:pt x="3187" y="291"/>
                  </a:cubicBezTo>
                  <a:cubicBezTo>
                    <a:pt x="3187" y="131"/>
                    <a:pt x="3058" y="1"/>
                    <a:pt x="28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0"/>
            <p:cNvSpPr/>
            <p:nvPr/>
          </p:nvSpPr>
          <p:spPr>
            <a:xfrm>
              <a:off x="3878655" y="2586815"/>
              <a:ext cx="88790" cy="16176"/>
            </a:xfrm>
            <a:custGeom>
              <a:rect b="b" l="l" r="r" t="t"/>
              <a:pathLst>
                <a:path extrusionOk="0" h="581" w="3189">
                  <a:moveTo>
                    <a:pt x="291" y="0"/>
                  </a:moveTo>
                  <a:cubicBezTo>
                    <a:pt x="131" y="0"/>
                    <a:pt x="1" y="131"/>
                    <a:pt x="1" y="291"/>
                  </a:cubicBezTo>
                  <a:cubicBezTo>
                    <a:pt x="1" y="452"/>
                    <a:pt x="131" y="581"/>
                    <a:pt x="291" y="581"/>
                  </a:cubicBezTo>
                  <a:lnTo>
                    <a:pt x="2899" y="581"/>
                  </a:lnTo>
                  <a:cubicBezTo>
                    <a:pt x="3058" y="581"/>
                    <a:pt x="3189" y="452"/>
                    <a:pt x="3189" y="291"/>
                  </a:cubicBezTo>
                  <a:cubicBezTo>
                    <a:pt x="3189" y="131"/>
                    <a:pt x="3058" y="0"/>
                    <a:pt x="28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0"/>
            <p:cNvSpPr/>
            <p:nvPr/>
          </p:nvSpPr>
          <p:spPr>
            <a:xfrm>
              <a:off x="3878655" y="2614630"/>
              <a:ext cx="88790" cy="16176"/>
            </a:xfrm>
            <a:custGeom>
              <a:rect b="b" l="l" r="r" t="t"/>
              <a:pathLst>
                <a:path extrusionOk="0" h="581" w="3189">
                  <a:moveTo>
                    <a:pt x="291" y="0"/>
                  </a:moveTo>
                  <a:cubicBezTo>
                    <a:pt x="131" y="0"/>
                    <a:pt x="1" y="131"/>
                    <a:pt x="1" y="291"/>
                  </a:cubicBezTo>
                  <a:cubicBezTo>
                    <a:pt x="1" y="450"/>
                    <a:pt x="131" y="581"/>
                    <a:pt x="291" y="581"/>
                  </a:cubicBezTo>
                  <a:lnTo>
                    <a:pt x="2899" y="581"/>
                  </a:lnTo>
                  <a:cubicBezTo>
                    <a:pt x="3058" y="581"/>
                    <a:pt x="3189" y="450"/>
                    <a:pt x="3189" y="291"/>
                  </a:cubicBezTo>
                  <a:cubicBezTo>
                    <a:pt x="3189" y="131"/>
                    <a:pt x="3058" y="0"/>
                    <a:pt x="28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0"/>
            <p:cNvSpPr/>
            <p:nvPr/>
          </p:nvSpPr>
          <p:spPr>
            <a:xfrm>
              <a:off x="3878655" y="2642445"/>
              <a:ext cx="88790" cy="16149"/>
            </a:xfrm>
            <a:custGeom>
              <a:rect b="b" l="l" r="r" t="t"/>
              <a:pathLst>
                <a:path extrusionOk="0" h="580" w="3189">
                  <a:moveTo>
                    <a:pt x="291" y="0"/>
                  </a:moveTo>
                  <a:cubicBezTo>
                    <a:pt x="131" y="0"/>
                    <a:pt x="1" y="130"/>
                    <a:pt x="1" y="290"/>
                  </a:cubicBezTo>
                  <a:cubicBezTo>
                    <a:pt x="1" y="450"/>
                    <a:pt x="131" y="580"/>
                    <a:pt x="291" y="580"/>
                  </a:cubicBezTo>
                  <a:lnTo>
                    <a:pt x="2899" y="580"/>
                  </a:lnTo>
                  <a:cubicBezTo>
                    <a:pt x="3058" y="580"/>
                    <a:pt x="3189" y="450"/>
                    <a:pt x="3189" y="290"/>
                  </a:cubicBezTo>
                  <a:cubicBezTo>
                    <a:pt x="3189" y="130"/>
                    <a:pt x="3058" y="0"/>
                    <a:pt x="28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0"/>
            <p:cNvSpPr/>
            <p:nvPr/>
          </p:nvSpPr>
          <p:spPr>
            <a:xfrm>
              <a:off x="3878655" y="2670205"/>
              <a:ext cx="88790" cy="16204"/>
            </a:xfrm>
            <a:custGeom>
              <a:rect b="b" l="l" r="r" t="t"/>
              <a:pathLst>
                <a:path extrusionOk="0" h="582" w="3189">
                  <a:moveTo>
                    <a:pt x="291" y="1"/>
                  </a:moveTo>
                  <a:cubicBezTo>
                    <a:pt x="131" y="1"/>
                    <a:pt x="1" y="131"/>
                    <a:pt x="1" y="291"/>
                  </a:cubicBezTo>
                  <a:cubicBezTo>
                    <a:pt x="1" y="452"/>
                    <a:pt x="131" y="581"/>
                    <a:pt x="291" y="581"/>
                  </a:cubicBezTo>
                  <a:lnTo>
                    <a:pt x="2899" y="581"/>
                  </a:lnTo>
                  <a:cubicBezTo>
                    <a:pt x="3058" y="581"/>
                    <a:pt x="3189" y="452"/>
                    <a:pt x="3189" y="291"/>
                  </a:cubicBezTo>
                  <a:cubicBezTo>
                    <a:pt x="3189" y="131"/>
                    <a:pt x="3058" y="1"/>
                    <a:pt x="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0"/>
            <p:cNvSpPr/>
            <p:nvPr/>
          </p:nvSpPr>
          <p:spPr>
            <a:xfrm>
              <a:off x="3864594" y="2945238"/>
              <a:ext cx="100651" cy="16204"/>
            </a:xfrm>
            <a:custGeom>
              <a:rect b="b" l="l" r="r" t="t"/>
              <a:pathLst>
                <a:path extrusionOk="0" h="582" w="3615">
                  <a:moveTo>
                    <a:pt x="290" y="1"/>
                  </a:moveTo>
                  <a:cubicBezTo>
                    <a:pt x="130" y="1"/>
                    <a:pt x="1" y="131"/>
                    <a:pt x="1" y="291"/>
                  </a:cubicBezTo>
                  <a:cubicBezTo>
                    <a:pt x="1" y="451"/>
                    <a:pt x="130" y="581"/>
                    <a:pt x="290" y="581"/>
                  </a:cubicBezTo>
                  <a:lnTo>
                    <a:pt x="3324" y="581"/>
                  </a:lnTo>
                  <a:cubicBezTo>
                    <a:pt x="3484" y="581"/>
                    <a:pt x="3615" y="451"/>
                    <a:pt x="3615" y="291"/>
                  </a:cubicBezTo>
                  <a:cubicBezTo>
                    <a:pt x="3615" y="131"/>
                    <a:pt x="3484" y="1"/>
                    <a:pt x="3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0"/>
            <p:cNvSpPr/>
            <p:nvPr/>
          </p:nvSpPr>
          <p:spPr>
            <a:xfrm>
              <a:off x="3807516" y="2881171"/>
              <a:ext cx="146869" cy="16149"/>
            </a:xfrm>
            <a:custGeom>
              <a:rect b="b" l="l" r="r" t="t"/>
              <a:pathLst>
                <a:path extrusionOk="0" h="580" w="5275">
                  <a:moveTo>
                    <a:pt x="291" y="0"/>
                  </a:moveTo>
                  <a:cubicBezTo>
                    <a:pt x="131" y="0"/>
                    <a:pt x="1" y="130"/>
                    <a:pt x="1" y="291"/>
                  </a:cubicBezTo>
                  <a:cubicBezTo>
                    <a:pt x="1" y="450"/>
                    <a:pt x="131" y="580"/>
                    <a:pt x="291" y="580"/>
                  </a:cubicBezTo>
                  <a:lnTo>
                    <a:pt x="4984" y="580"/>
                  </a:lnTo>
                  <a:cubicBezTo>
                    <a:pt x="5144" y="580"/>
                    <a:pt x="5274" y="450"/>
                    <a:pt x="5274" y="291"/>
                  </a:cubicBezTo>
                  <a:cubicBezTo>
                    <a:pt x="5274" y="130"/>
                    <a:pt x="5144" y="0"/>
                    <a:pt x="49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0"/>
            <p:cNvSpPr/>
            <p:nvPr/>
          </p:nvSpPr>
          <p:spPr>
            <a:xfrm>
              <a:off x="3807516" y="2850154"/>
              <a:ext cx="98980" cy="16176"/>
            </a:xfrm>
            <a:custGeom>
              <a:rect b="b" l="l" r="r" t="t"/>
              <a:pathLst>
                <a:path extrusionOk="0" h="581" w="3555">
                  <a:moveTo>
                    <a:pt x="291" y="1"/>
                  </a:moveTo>
                  <a:cubicBezTo>
                    <a:pt x="131" y="1"/>
                    <a:pt x="1" y="130"/>
                    <a:pt x="1" y="290"/>
                  </a:cubicBezTo>
                  <a:cubicBezTo>
                    <a:pt x="1" y="451"/>
                    <a:pt x="131" y="580"/>
                    <a:pt x="291" y="580"/>
                  </a:cubicBezTo>
                  <a:lnTo>
                    <a:pt x="3264" y="580"/>
                  </a:lnTo>
                  <a:cubicBezTo>
                    <a:pt x="3424" y="580"/>
                    <a:pt x="3555" y="451"/>
                    <a:pt x="3555" y="290"/>
                  </a:cubicBezTo>
                  <a:cubicBezTo>
                    <a:pt x="3555" y="130"/>
                    <a:pt x="3424" y="1"/>
                    <a:pt x="32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0"/>
            <p:cNvSpPr/>
            <p:nvPr/>
          </p:nvSpPr>
          <p:spPr>
            <a:xfrm>
              <a:off x="3807516" y="2819137"/>
              <a:ext cx="34358" cy="16176"/>
            </a:xfrm>
            <a:custGeom>
              <a:rect b="b" l="l" r="r" t="t"/>
              <a:pathLst>
                <a:path extrusionOk="0" h="581" w="1234">
                  <a:moveTo>
                    <a:pt x="291" y="0"/>
                  </a:moveTo>
                  <a:cubicBezTo>
                    <a:pt x="131" y="0"/>
                    <a:pt x="1" y="131"/>
                    <a:pt x="1" y="290"/>
                  </a:cubicBezTo>
                  <a:cubicBezTo>
                    <a:pt x="1" y="451"/>
                    <a:pt x="131" y="581"/>
                    <a:pt x="291" y="581"/>
                  </a:cubicBezTo>
                  <a:lnTo>
                    <a:pt x="943" y="581"/>
                  </a:lnTo>
                  <a:cubicBezTo>
                    <a:pt x="1103" y="581"/>
                    <a:pt x="1234" y="451"/>
                    <a:pt x="1234" y="290"/>
                  </a:cubicBezTo>
                  <a:cubicBezTo>
                    <a:pt x="1234" y="131"/>
                    <a:pt x="1103" y="0"/>
                    <a:pt x="9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0"/>
            <p:cNvSpPr/>
            <p:nvPr/>
          </p:nvSpPr>
          <p:spPr>
            <a:xfrm>
              <a:off x="3922563" y="2850154"/>
              <a:ext cx="31824" cy="16176"/>
            </a:xfrm>
            <a:custGeom>
              <a:rect b="b" l="l" r="r" t="t"/>
              <a:pathLst>
                <a:path extrusionOk="0" h="581" w="1143">
                  <a:moveTo>
                    <a:pt x="291" y="1"/>
                  </a:moveTo>
                  <a:cubicBezTo>
                    <a:pt x="131" y="1"/>
                    <a:pt x="1" y="130"/>
                    <a:pt x="1" y="290"/>
                  </a:cubicBezTo>
                  <a:cubicBezTo>
                    <a:pt x="1" y="451"/>
                    <a:pt x="131" y="580"/>
                    <a:pt x="291" y="580"/>
                  </a:cubicBezTo>
                  <a:lnTo>
                    <a:pt x="852" y="580"/>
                  </a:lnTo>
                  <a:cubicBezTo>
                    <a:pt x="1012" y="580"/>
                    <a:pt x="1142" y="451"/>
                    <a:pt x="1142" y="290"/>
                  </a:cubicBezTo>
                  <a:cubicBezTo>
                    <a:pt x="1142" y="130"/>
                    <a:pt x="1012" y="1"/>
                    <a:pt x="8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0"/>
            <p:cNvSpPr/>
            <p:nvPr/>
          </p:nvSpPr>
          <p:spPr>
            <a:xfrm>
              <a:off x="3859081" y="2819137"/>
              <a:ext cx="52873" cy="16176"/>
            </a:xfrm>
            <a:custGeom>
              <a:rect b="b" l="l" r="r" t="t"/>
              <a:pathLst>
                <a:path extrusionOk="0" h="581" w="1899">
                  <a:moveTo>
                    <a:pt x="290" y="0"/>
                  </a:moveTo>
                  <a:cubicBezTo>
                    <a:pt x="131" y="0"/>
                    <a:pt x="0" y="131"/>
                    <a:pt x="0" y="290"/>
                  </a:cubicBezTo>
                  <a:cubicBezTo>
                    <a:pt x="0" y="451"/>
                    <a:pt x="131" y="581"/>
                    <a:pt x="290" y="581"/>
                  </a:cubicBezTo>
                  <a:lnTo>
                    <a:pt x="1610" y="581"/>
                  </a:lnTo>
                  <a:cubicBezTo>
                    <a:pt x="1770" y="581"/>
                    <a:pt x="1899" y="451"/>
                    <a:pt x="1899" y="290"/>
                  </a:cubicBezTo>
                  <a:cubicBezTo>
                    <a:pt x="1899" y="131"/>
                    <a:pt x="1770" y="0"/>
                    <a:pt x="16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0"/>
            <p:cNvSpPr/>
            <p:nvPr/>
          </p:nvSpPr>
          <p:spPr>
            <a:xfrm>
              <a:off x="3927965" y="2819137"/>
              <a:ext cx="25058" cy="16176"/>
            </a:xfrm>
            <a:custGeom>
              <a:rect b="b" l="l" r="r" t="t"/>
              <a:pathLst>
                <a:path extrusionOk="0" h="581" w="900">
                  <a:moveTo>
                    <a:pt x="291" y="0"/>
                  </a:moveTo>
                  <a:cubicBezTo>
                    <a:pt x="130" y="0"/>
                    <a:pt x="1" y="131"/>
                    <a:pt x="1" y="290"/>
                  </a:cubicBezTo>
                  <a:cubicBezTo>
                    <a:pt x="1" y="451"/>
                    <a:pt x="130" y="581"/>
                    <a:pt x="291" y="581"/>
                  </a:cubicBezTo>
                  <a:lnTo>
                    <a:pt x="609" y="581"/>
                  </a:lnTo>
                  <a:cubicBezTo>
                    <a:pt x="769" y="581"/>
                    <a:pt x="900" y="451"/>
                    <a:pt x="900" y="290"/>
                  </a:cubicBezTo>
                  <a:cubicBezTo>
                    <a:pt x="900" y="131"/>
                    <a:pt x="770" y="0"/>
                    <a:pt x="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0"/>
            <p:cNvSpPr/>
            <p:nvPr/>
          </p:nvSpPr>
          <p:spPr>
            <a:xfrm>
              <a:off x="3980616" y="2819137"/>
              <a:ext cx="16176" cy="78182"/>
            </a:xfrm>
            <a:custGeom>
              <a:rect b="b" l="l" r="r" t="t"/>
              <a:pathLst>
                <a:path extrusionOk="0" h="2808" w="581">
                  <a:moveTo>
                    <a:pt x="290" y="0"/>
                  </a:moveTo>
                  <a:cubicBezTo>
                    <a:pt x="129" y="0"/>
                    <a:pt x="0" y="131"/>
                    <a:pt x="0" y="290"/>
                  </a:cubicBezTo>
                  <a:lnTo>
                    <a:pt x="0" y="2519"/>
                  </a:lnTo>
                  <a:cubicBezTo>
                    <a:pt x="0" y="2678"/>
                    <a:pt x="129" y="2808"/>
                    <a:pt x="290" y="2808"/>
                  </a:cubicBezTo>
                  <a:cubicBezTo>
                    <a:pt x="450" y="2808"/>
                    <a:pt x="581" y="2678"/>
                    <a:pt x="581" y="2519"/>
                  </a:cubicBezTo>
                  <a:lnTo>
                    <a:pt x="581" y="290"/>
                  </a:lnTo>
                  <a:cubicBezTo>
                    <a:pt x="581" y="131"/>
                    <a:pt x="450"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0"/>
            <p:cNvSpPr/>
            <p:nvPr/>
          </p:nvSpPr>
          <p:spPr>
            <a:xfrm>
              <a:off x="4006148" y="2819137"/>
              <a:ext cx="16149" cy="78182"/>
            </a:xfrm>
            <a:custGeom>
              <a:rect b="b" l="l" r="r" t="t"/>
              <a:pathLst>
                <a:path extrusionOk="0" h="2808" w="580">
                  <a:moveTo>
                    <a:pt x="289" y="0"/>
                  </a:moveTo>
                  <a:cubicBezTo>
                    <a:pt x="130" y="0"/>
                    <a:pt x="0" y="131"/>
                    <a:pt x="0" y="290"/>
                  </a:cubicBezTo>
                  <a:lnTo>
                    <a:pt x="0" y="2519"/>
                  </a:lnTo>
                  <a:cubicBezTo>
                    <a:pt x="0" y="2678"/>
                    <a:pt x="130" y="2808"/>
                    <a:pt x="289" y="2808"/>
                  </a:cubicBezTo>
                  <a:cubicBezTo>
                    <a:pt x="450" y="2808"/>
                    <a:pt x="580" y="2678"/>
                    <a:pt x="580" y="2519"/>
                  </a:cubicBezTo>
                  <a:lnTo>
                    <a:pt x="580" y="290"/>
                  </a:lnTo>
                  <a:cubicBezTo>
                    <a:pt x="580" y="131"/>
                    <a:pt x="450"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70"/>
          <p:cNvGrpSpPr/>
          <p:nvPr/>
        </p:nvGrpSpPr>
        <p:grpSpPr>
          <a:xfrm>
            <a:off x="3241252" y="2640945"/>
            <a:ext cx="439384" cy="501877"/>
            <a:chOff x="2913006" y="2470849"/>
            <a:chExt cx="459463" cy="535278"/>
          </a:xfrm>
        </p:grpSpPr>
        <p:sp>
          <p:nvSpPr>
            <p:cNvPr id="4140" name="Google Shape;4140;p70"/>
            <p:cNvSpPr/>
            <p:nvPr/>
          </p:nvSpPr>
          <p:spPr>
            <a:xfrm>
              <a:off x="3284459" y="2562035"/>
              <a:ext cx="88010" cy="169700"/>
            </a:xfrm>
            <a:custGeom>
              <a:rect b="b" l="l" r="r" t="t"/>
              <a:pathLst>
                <a:path extrusionOk="0" h="6095" w="3161">
                  <a:moveTo>
                    <a:pt x="0" y="0"/>
                  </a:moveTo>
                  <a:lnTo>
                    <a:pt x="0" y="5945"/>
                  </a:lnTo>
                  <a:lnTo>
                    <a:pt x="37" y="5981"/>
                  </a:lnTo>
                  <a:cubicBezTo>
                    <a:pt x="113" y="6057"/>
                    <a:pt x="212" y="6095"/>
                    <a:pt x="311" y="6095"/>
                  </a:cubicBezTo>
                  <a:cubicBezTo>
                    <a:pt x="410" y="6095"/>
                    <a:pt x="509" y="6057"/>
                    <a:pt x="585" y="5981"/>
                  </a:cubicBezTo>
                  <a:lnTo>
                    <a:pt x="3009" y="3557"/>
                  </a:lnTo>
                  <a:cubicBezTo>
                    <a:pt x="3160" y="3405"/>
                    <a:pt x="3160" y="3160"/>
                    <a:pt x="3009" y="3010"/>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0"/>
            <p:cNvSpPr/>
            <p:nvPr/>
          </p:nvSpPr>
          <p:spPr>
            <a:xfrm>
              <a:off x="3270816" y="2483657"/>
              <a:ext cx="88010" cy="169700"/>
            </a:xfrm>
            <a:custGeom>
              <a:rect b="b" l="l" r="r" t="t"/>
              <a:pathLst>
                <a:path extrusionOk="0" h="6095" w="3161">
                  <a:moveTo>
                    <a:pt x="0" y="0"/>
                  </a:moveTo>
                  <a:lnTo>
                    <a:pt x="0" y="5945"/>
                  </a:lnTo>
                  <a:lnTo>
                    <a:pt x="37" y="5981"/>
                  </a:lnTo>
                  <a:cubicBezTo>
                    <a:pt x="112" y="6057"/>
                    <a:pt x="211" y="6095"/>
                    <a:pt x="310" y="6095"/>
                  </a:cubicBezTo>
                  <a:cubicBezTo>
                    <a:pt x="409" y="6095"/>
                    <a:pt x="508" y="6057"/>
                    <a:pt x="583" y="5981"/>
                  </a:cubicBezTo>
                  <a:lnTo>
                    <a:pt x="3009" y="3557"/>
                  </a:lnTo>
                  <a:cubicBezTo>
                    <a:pt x="3160" y="3405"/>
                    <a:pt x="3160" y="3160"/>
                    <a:pt x="3009" y="3009"/>
                  </a:cubicBezTo>
                  <a:lnTo>
                    <a:pt x="0"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0"/>
            <p:cNvSpPr/>
            <p:nvPr/>
          </p:nvSpPr>
          <p:spPr>
            <a:xfrm>
              <a:off x="3270816" y="2727005"/>
              <a:ext cx="88010" cy="169672"/>
            </a:xfrm>
            <a:custGeom>
              <a:rect b="b" l="l" r="r" t="t"/>
              <a:pathLst>
                <a:path extrusionOk="0" h="6094" w="3161">
                  <a:moveTo>
                    <a:pt x="0" y="0"/>
                  </a:moveTo>
                  <a:lnTo>
                    <a:pt x="0" y="5943"/>
                  </a:lnTo>
                  <a:lnTo>
                    <a:pt x="37" y="5980"/>
                  </a:lnTo>
                  <a:cubicBezTo>
                    <a:pt x="112" y="6056"/>
                    <a:pt x="211" y="6093"/>
                    <a:pt x="310" y="6093"/>
                  </a:cubicBezTo>
                  <a:cubicBezTo>
                    <a:pt x="409" y="6093"/>
                    <a:pt x="508" y="6056"/>
                    <a:pt x="583" y="5980"/>
                  </a:cubicBezTo>
                  <a:lnTo>
                    <a:pt x="3009" y="3555"/>
                  </a:lnTo>
                  <a:cubicBezTo>
                    <a:pt x="3160" y="3404"/>
                    <a:pt x="3160" y="3160"/>
                    <a:pt x="3009" y="300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0"/>
            <p:cNvSpPr/>
            <p:nvPr/>
          </p:nvSpPr>
          <p:spPr>
            <a:xfrm>
              <a:off x="2973314" y="2860344"/>
              <a:ext cx="344078" cy="145783"/>
            </a:xfrm>
            <a:custGeom>
              <a:rect b="b" l="l" r="r" t="t"/>
              <a:pathLst>
                <a:path extrusionOk="0" h="5236" w="12358">
                  <a:moveTo>
                    <a:pt x="1" y="1"/>
                  </a:moveTo>
                  <a:lnTo>
                    <a:pt x="1" y="4462"/>
                  </a:lnTo>
                  <a:cubicBezTo>
                    <a:pt x="1" y="4890"/>
                    <a:pt x="347" y="5235"/>
                    <a:pt x="774" y="5235"/>
                  </a:cubicBezTo>
                  <a:lnTo>
                    <a:pt x="11585" y="5235"/>
                  </a:lnTo>
                  <a:cubicBezTo>
                    <a:pt x="12012" y="5235"/>
                    <a:pt x="12357" y="4890"/>
                    <a:pt x="12357" y="4462"/>
                  </a:cubicBezTo>
                  <a:lnTo>
                    <a:pt x="12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0"/>
            <p:cNvSpPr/>
            <p:nvPr/>
          </p:nvSpPr>
          <p:spPr>
            <a:xfrm>
              <a:off x="3003133" y="2860344"/>
              <a:ext cx="284467" cy="117050"/>
            </a:xfrm>
            <a:custGeom>
              <a:rect b="b" l="l" r="r" t="t"/>
              <a:pathLst>
                <a:path extrusionOk="0" h="4204" w="10217">
                  <a:moveTo>
                    <a:pt x="387" y="1"/>
                  </a:moveTo>
                  <a:cubicBezTo>
                    <a:pt x="174" y="1"/>
                    <a:pt x="1" y="174"/>
                    <a:pt x="1" y="387"/>
                  </a:cubicBezTo>
                  <a:lnTo>
                    <a:pt x="1" y="3817"/>
                  </a:lnTo>
                  <a:cubicBezTo>
                    <a:pt x="1" y="4030"/>
                    <a:pt x="174" y="4204"/>
                    <a:pt x="387" y="4204"/>
                  </a:cubicBezTo>
                  <a:lnTo>
                    <a:pt x="9830" y="4204"/>
                  </a:lnTo>
                  <a:cubicBezTo>
                    <a:pt x="10043" y="4204"/>
                    <a:pt x="10217" y="4030"/>
                    <a:pt x="10217" y="3817"/>
                  </a:cubicBezTo>
                  <a:lnTo>
                    <a:pt x="10217" y="387"/>
                  </a:lnTo>
                  <a:cubicBezTo>
                    <a:pt x="10217" y="174"/>
                    <a:pt x="10043" y="1"/>
                    <a:pt x="9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0"/>
            <p:cNvSpPr/>
            <p:nvPr/>
          </p:nvSpPr>
          <p:spPr>
            <a:xfrm>
              <a:off x="3003133" y="2950973"/>
              <a:ext cx="284467" cy="26423"/>
            </a:xfrm>
            <a:custGeom>
              <a:rect b="b" l="l" r="r" t="t"/>
              <a:pathLst>
                <a:path extrusionOk="0" h="949" w="10217">
                  <a:moveTo>
                    <a:pt x="1" y="1"/>
                  </a:moveTo>
                  <a:lnTo>
                    <a:pt x="1" y="562"/>
                  </a:lnTo>
                  <a:cubicBezTo>
                    <a:pt x="1" y="775"/>
                    <a:pt x="174" y="949"/>
                    <a:pt x="387" y="949"/>
                  </a:cubicBezTo>
                  <a:lnTo>
                    <a:pt x="9830" y="949"/>
                  </a:lnTo>
                  <a:cubicBezTo>
                    <a:pt x="10043" y="949"/>
                    <a:pt x="10217" y="775"/>
                    <a:pt x="10217" y="562"/>
                  </a:cubicBezTo>
                  <a:lnTo>
                    <a:pt x="10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0"/>
            <p:cNvSpPr/>
            <p:nvPr/>
          </p:nvSpPr>
          <p:spPr>
            <a:xfrm>
              <a:off x="2973314" y="2470849"/>
              <a:ext cx="344078" cy="455253"/>
            </a:xfrm>
            <a:custGeom>
              <a:rect b="b" l="l" r="r" t="t"/>
              <a:pathLst>
                <a:path extrusionOk="0" h="16351" w="12358">
                  <a:moveTo>
                    <a:pt x="774" y="0"/>
                  </a:moveTo>
                  <a:cubicBezTo>
                    <a:pt x="347" y="0"/>
                    <a:pt x="1" y="347"/>
                    <a:pt x="1" y="774"/>
                  </a:cubicBezTo>
                  <a:lnTo>
                    <a:pt x="1" y="15578"/>
                  </a:lnTo>
                  <a:cubicBezTo>
                    <a:pt x="1" y="16005"/>
                    <a:pt x="347" y="16351"/>
                    <a:pt x="774" y="16351"/>
                  </a:cubicBezTo>
                  <a:lnTo>
                    <a:pt x="11585" y="16351"/>
                  </a:lnTo>
                  <a:cubicBezTo>
                    <a:pt x="12012" y="16351"/>
                    <a:pt x="12357" y="16005"/>
                    <a:pt x="12357" y="15578"/>
                  </a:cubicBezTo>
                  <a:lnTo>
                    <a:pt x="12357" y="774"/>
                  </a:lnTo>
                  <a:cubicBezTo>
                    <a:pt x="12357" y="347"/>
                    <a:pt x="12012" y="0"/>
                    <a:pt x="1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0"/>
            <p:cNvSpPr/>
            <p:nvPr/>
          </p:nvSpPr>
          <p:spPr>
            <a:xfrm>
              <a:off x="2913006" y="2492650"/>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8"/>
                    <a:pt x="2167" y="968"/>
                  </a:cubicBezTo>
                  <a:cubicBezTo>
                    <a:pt x="2829" y="968"/>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0"/>
            <p:cNvSpPr/>
            <p:nvPr/>
          </p:nvSpPr>
          <p:spPr>
            <a:xfrm>
              <a:off x="2913006" y="2586398"/>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0"/>
            <p:cNvSpPr/>
            <p:nvPr/>
          </p:nvSpPr>
          <p:spPr>
            <a:xfrm>
              <a:off x="2913006" y="2680173"/>
              <a:ext cx="120697" cy="120697"/>
            </a:xfrm>
            <a:custGeom>
              <a:rect b="b" l="l" r="r" t="t"/>
              <a:pathLst>
                <a:path extrusionOk="0" h="4335" w="4335">
                  <a:moveTo>
                    <a:pt x="2167" y="0"/>
                  </a:moveTo>
                  <a:cubicBezTo>
                    <a:pt x="973" y="0"/>
                    <a:pt x="1" y="972"/>
                    <a:pt x="1" y="2168"/>
                  </a:cubicBezTo>
                  <a:cubicBezTo>
                    <a:pt x="1" y="3363"/>
                    <a:pt x="973" y="4335"/>
                    <a:pt x="2167" y="4335"/>
                  </a:cubicBezTo>
                  <a:lnTo>
                    <a:pt x="2167" y="3368"/>
                  </a:lnTo>
                  <a:cubicBezTo>
                    <a:pt x="1506" y="3368"/>
                    <a:pt x="967" y="2830"/>
                    <a:pt x="967" y="2168"/>
                  </a:cubicBezTo>
                  <a:cubicBezTo>
                    <a:pt x="967" y="1505"/>
                    <a:pt x="1506" y="967"/>
                    <a:pt x="2167" y="967"/>
                  </a:cubicBezTo>
                  <a:cubicBezTo>
                    <a:pt x="2829" y="967"/>
                    <a:pt x="3368" y="1505"/>
                    <a:pt x="3368" y="2168"/>
                  </a:cubicBezTo>
                  <a:cubicBezTo>
                    <a:pt x="3368" y="2435"/>
                    <a:pt x="3584" y="2651"/>
                    <a:pt x="3851" y="2651"/>
                  </a:cubicBezTo>
                  <a:cubicBezTo>
                    <a:pt x="4118" y="2651"/>
                    <a:pt x="4334" y="2435"/>
                    <a:pt x="4334" y="2168"/>
                  </a:cubicBezTo>
                  <a:cubicBezTo>
                    <a:pt x="4334" y="972"/>
                    <a:pt x="3362" y="0"/>
                    <a:pt x="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0"/>
            <p:cNvSpPr/>
            <p:nvPr/>
          </p:nvSpPr>
          <p:spPr>
            <a:xfrm>
              <a:off x="2913006" y="2773920"/>
              <a:ext cx="120697" cy="120725"/>
            </a:xfrm>
            <a:custGeom>
              <a:rect b="b" l="l" r="r" t="t"/>
              <a:pathLst>
                <a:path extrusionOk="0" h="4336" w="4335">
                  <a:moveTo>
                    <a:pt x="2167" y="1"/>
                  </a:moveTo>
                  <a:cubicBezTo>
                    <a:pt x="973" y="1"/>
                    <a:pt x="1" y="973"/>
                    <a:pt x="1" y="2168"/>
                  </a:cubicBezTo>
                  <a:cubicBezTo>
                    <a:pt x="1" y="3363"/>
                    <a:pt x="973" y="4335"/>
                    <a:pt x="2167" y="4335"/>
                  </a:cubicBezTo>
                  <a:lnTo>
                    <a:pt x="2167" y="3368"/>
                  </a:lnTo>
                  <a:cubicBezTo>
                    <a:pt x="1506" y="3368"/>
                    <a:pt x="967" y="2830"/>
                    <a:pt x="967" y="2168"/>
                  </a:cubicBezTo>
                  <a:cubicBezTo>
                    <a:pt x="967" y="1506"/>
                    <a:pt x="1506" y="968"/>
                    <a:pt x="2167" y="968"/>
                  </a:cubicBezTo>
                  <a:cubicBezTo>
                    <a:pt x="2829" y="968"/>
                    <a:pt x="3368" y="1506"/>
                    <a:pt x="3368" y="2168"/>
                  </a:cubicBezTo>
                  <a:cubicBezTo>
                    <a:pt x="3368" y="2435"/>
                    <a:pt x="3584" y="2651"/>
                    <a:pt x="3851" y="2651"/>
                  </a:cubicBezTo>
                  <a:cubicBezTo>
                    <a:pt x="4118" y="2651"/>
                    <a:pt x="4334" y="2435"/>
                    <a:pt x="4334" y="2168"/>
                  </a:cubicBezTo>
                  <a:cubicBezTo>
                    <a:pt x="4334" y="973"/>
                    <a:pt x="3362" y="1"/>
                    <a:pt x="2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0"/>
            <p:cNvSpPr/>
            <p:nvPr/>
          </p:nvSpPr>
          <p:spPr>
            <a:xfrm>
              <a:off x="3150562" y="2834005"/>
              <a:ext cx="120280" cy="48028"/>
            </a:xfrm>
            <a:custGeom>
              <a:rect b="b" l="l" r="r" t="t"/>
              <a:pathLst>
                <a:path extrusionOk="0" h="1725" w="4320">
                  <a:moveTo>
                    <a:pt x="388" y="0"/>
                  </a:moveTo>
                  <a:cubicBezTo>
                    <a:pt x="173" y="0"/>
                    <a:pt x="0" y="173"/>
                    <a:pt x="0" y="387"/>
                  </a:cubicBezTo>
                  <a:lnTo>
                    <a:pt x="0" y="1337"/>
                  </a:lnTo>
                  <a:cubicBezTo>
                    <a:pt x="0" y="1552"/>
                    <a:pt x="173" y="1725"/>
                    <a:pt x="388" y="1725"/>
                  </a:cubicBezTo>
                  <a:lnTo>
                    <a:pt x="3931" y="1725"/>
                  </a:lnTo>
                  <a:cubicBezTo>
                    <a:pt x="4146" y="1725"/>
                    <a:pt x="4319" y="1552"/>
                    <a:pt x="4319" y="1337"/>
                  </a:cubicBezTo>
                  <a:lnTo>
                    <a:pt x="4319" y="387"/>
                  </a:lnTo>
                  <a:cubicBezTo>
                    <a:pt x="4319" y="173"/>
                    <a:pt x="4146" y="0"/>
                    <a:pt x="3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2" name="Google Shape;4152;p70"/>
          <p:cNvGrpSpPr/>
          <p:nvPr/>
        </p:nvGrpSpPr>
        <p:grpSpPr>
          <a:xfrm>
            <a:off x="5353832" y="2679501"/>
            <a:ext cx="530229" cy="501824"/>
            <a:chOff x="5147737" y="2470905"/>
            <a:chExt cx="554459" cy="535221"/>
          </a:xfrm>
        </p:grpSpPr>
        <p:sp>
          <p:nvSpPr>
            <p:cNvPr id="4153" name="Google Shape;4153;p70"/>
            <p:cNvSpPr/>
            <p:nvPr/>
          </p:nvSpPr>
          <p:spPr>
            <a:xfrm>
              <a:off x="5295332" y="2714642"/>
              <a:ext cx="146507" cy="146981"/>
            </a:xfrm>
            <a:custGeom>
              <a:rect b="b" l="l" r="r" t="t"/>
              <a:pathLst>
                <a:path extrusionOk="0" h="5279" w="5262">
                  <a:moveTo>
                    <a:pt x="4328" y="0"/>
                  </a:moveTo>
                  <a:lnTo>
                    <a:pt x="1" y="4342"/>
                  </a:lnTo>
                  <a:lnTo>
                    <a:pt x="934" y="5279"/>
                  </a:lnTo>
                  <a:lnTo>
                    <a:pt x="5261" y="936"/>
                  </a:lnTo>
                  <a:lnTo>
                    <a:pt x="43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0"/>
            <p:cNvSpPr/>
            <p:nvPr/>
          </p:nvSpPr>
          <p:spPr>
            <a:xfrm>
              <a:off x="5147737" y="2788844"/>
              <a:ext cx="220123" cy="217283"/>
            </a:xfrm>
            <a:custGeom>
              <a:rect b="b" l="l" r="r" t="t"/>
              <a:pathLst>
                <a:path extrusionOk="0" h="7804" w="7906">
                  <a:moveTo>
                    <a:pt x="5646" y="0"/>
                  </a:moveTo>
                  <a:lnTo>
                    <a:pt x="487" y="5562"/>
                  </a:lnTo>
                  <a:cubicBezTo>
                    <a:pt x="0" y="6087"/>
                    <a:pt x="15" y="6906"/>
                    <a:pt x="520" y="7413"/>
                  </a:cubicBezTo>
                  <a:cubicBezTo>
                    <a:pt x="779" y="7673"/>
                    <a:pt x="1119" y="7803"/>
                    <a:pt x="1459" y="7803"/>
                  </a:cubicBezTo>
                  <a:cubicBezTo>
                    <a:pt x="1784" y="7803"/>
                    <a:pt x="2109" y="7685"/>
                    <a:pt x="2365" y="7446"/>
                  </a:cubicBezTo>
                  <a:lnTo>
                    <a:pt x="7906" y="2269"/>
                  </a:lnTo>
                  <a:lnTo>
                    <a:pt x="56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0"/>
            <p:cNvSpPr/>
            <p:nvPr/>
          </p:nvSpPr>
          <p:spPr>
            <a:xfrm>
              <a:off x="5291044" y="2752230"/>
              <a:ext cx="114154" cy="112901"/>
            </a:xfrm>
            <a:custGeom>
              <a:rect b="b" l="l" r="r" t="t"/>
              <a:pathLst>
                <a:path extrusionOk="0" h="4055" w="4100">
                  <a:moveTo>
                    <a:pt x="1720" y="1"/>
                  </a:moveTo>
                  <a:cubicBezTo>
                    <a:pt x="1640" y="1"/>
                    <a:pt x="1560" y="31"/>
                    <a:pt x="1499" y="93"/>
                  </a:cubicBezTo>
                  <a:lnTo>
                    <a:pt x="122" y="1475"/>
                  </a:lnTo>
                  <a:cubicBezTo>
                    <a:pt x="0" y="1598"/>
                    <a:pt x="0" y="1797"/>
                    <a:pt x="122" y="1920"/>
                  </a:cubicBezTo>
                  <a:lnTo>
                    <a:pt x="2156" y="3962"/>
                  </a:lnTo>
                  <a:cubicBezTo>
                    <a:pt x="2218" y="4023"/>
                    <a:pt x="2298" y="4054"/>
                    <a:pt x="2378" y="4054"/>
                  </a:cubicBezTo>
                  <a:cubicBezTo>
                    <a:pt x="2459" y="4054"/>
                    <a:pt x="2539" y="4023"/>
                    <a:pt x="2600" y="3962"/>
                  </a:cubicBezTo>
                  <a:lnTo>
                    <a:pt x="3977" y="2580"/>
                  </a:lnTo>
                  <a:cubicBezTo>
                    <a:pt x="4099" y="2457"/>
                    <a:pt x="4099" y="2258"/>
                    <a:pt x="3977" y="2135"/>
                  </a:cubicBezTo>
                  <a:lnTo>
                    <a:pt x="1942" y="93"/>
                  </a:lnTo>
                  <a:cubicBezTo>
                    <a:pt x="1881" y="31"/>
                    <a:pt x="1801" y="1"/>
                    <a:pt x="17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0"/>
            <p:cNvSpPr/>
            <p:nvPr/>
          </p:nvSpPr>
          <p:spPr>
            <a:xfrm>
              <a:off x="5352410" y="2470905"/>
              <a:ext cx="349785" cy="318546"/>
            </a:xfrm>
            <a:custGeom>
              <a:rect b="b" l="l" r="r" t="t"/>
              <a:pathLst>
                <a:path extrusionOk="0" h="11441" w="12563">
                  <a:moveTo>
                    <a:pt x="6261" y="0"/>
                  </a:moveTo>
                  <a:cubicBezTo>
                    <a:pt x="4800" y="0"/>
                    <a:pt x="3342" y="556"/>
                    <a:pt x="2230" y="1668"/>
                  </a:cubicBezTo>
                  <a:cubicBezTo>
                    <a:pt x="0" y="3899"/>
                    <a:pt x="6" y="7520"/>
                    <a:pt x="2244" y="9758"/>
                  </a:cubicBezTo>
                  <a:cubicBezTo>
                    <a:pt x="3366" y="10880"/>
                    <a:pt x="4835" y="11441"/>
                    <a:pt x="6302" y="11441"/>
                  </a:cubicBezTo>
                  <a:cubicBezTo>
                    <a:pt x="7762" y="11441"/>
                    <a:pt x="9221" y="10885"/>
                    <a:pt x="10333" y="9773"/>
                  </a:cubicBezTo>
                  <a:cubicBezTo>
                    <a:pt x="12562" y="7542"/>
                    <a:pt x="12556" y="3921"/>
                    <a:pt x="10318" y="1683"/>
                  </a:cubicBezTo>
                  <a:cubicBezTo>
                    <a:pt x="9197" y="561"/>
                    <a:pt x="7728" y="0"/>
                    <a:pt x="6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0"/>
            <p:cNvSpPr/>
            <p:nvPr/>
          </p:nvSpPr>
          <p:spPr>
            <a:xfrm>
              <a:off x="5391084" y="2506154"/>
              <a:ext cx="272439" cy="248049"/>
            </a:xfrm>
            <a:custGeom>
              <a:rect b="b" l="l" r="r" t="t"/>
              <a:pathLst>
                <a:path extrusionOk="0" h="8909" w="9785">
                  <a:moveTo>
                    <a:pt x="4876" y="0"/>
                  </a:moveTo>
                  <a:cubicBezTo>
                    <a:pt x="3739" y="0"/>
                    <a:pt x="2603" y="433"/>
                    <a:pt x="1737" y="1299"/>
                  </a:cubicBezTo>
                  <a:cubicBezTo>
                    <a:pt x="0" y="3035"/>
                    <a:pt x="5" y="5856"/>
                    <a:pt x="1748" y="7598"/>
                  </a:cubicBezTo>
                  <a:cubicBezTo>
                    <a:pt x="2622" y="8472"/>
                    <a:pt x="3766" y="8908"/>
                    <a:pt x="4909" y="8908"/>
                  </a:cubicBezTo>
                  <a:cubicBezTo>
                    <a:pt x="6046" y="8908"/>
                    <a:pt x="7182" y="8476"/>
                    <a:pt x="8047" y="7610"/>
                  </a:cubicBezTo>
                  <a:cubicBezTo>
                    <a:pt x="9784" y="5873"/>
                    <a:pt x="9779" y="3052"/>
                    <a:pt x="8036" y="1311"/>
                  </a:cubicBezTo>
                  <a:cubicBezTo>
                    <a:pt x="7163" y="437"/>
                    <a:pt x="6019" y="0"/>
                    <a:pt x="48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0"/>
            <p:cNvSpPr/>
            <p:nvPr/>
          </p:nvSpPr>
          <p:spPr>
            <a:xfrm>
              <a:off x="5471188" y="2610955"/>
              <a:ext cx="112177" cy="73198"/>
            </a:xfrm>
            <a:custGeom>
              <a:rect b="b" l="l" r="r" t="t"/>
              <a:pathLst>
                <a:path extrusionOk="0" h="2629" w="4029">
                  <a:moveTo>
                    <a:pt x="239" y="1"/>
                  </a:moveTo>
                  <a:cubicBezTo>
                    <a:pt x="239" y="1"/>
                    <a:pt x="11" y="797"/>
                    <a:pt x="0" y="1950"/>
                  </a:cubicBezTo>
                  <a:cubicBezTo>
                    <a:pt x="0" y="1994"/>
                    <a:pt x="21" y="2034"/>
                    <a:pt x="56" y="2058"/>
                  </a:cubicBezTo>
                  <a:cubicBezTo>
                    <a:pt x="236" y="2187"/>
                    <a:pt x="860" y="2567"/>
                    <a:pt x="2014" y="2629"/>
                  </a:cubicBezTo>
                  <a:cubicBezTo>
                    <a:pt x="3168" y="2578"/>
                    <a:pt x="3793" y="2205"/>
                    <a:pt x="3974" y="2078"/>
                  </a:cubicBezTo>
                  <a:cubicBezTo>
                    <a:pt x="4009" y="2052"/>
                    <a:pt x="4029" y="2012"/>
                    <a:pt x="4029" y="1969"/>
                  </a:cubicBezTo>
                  <a:cubicBezTo>
                    <a:pt x="4022" y="817"/>
                    <a:pt x="3796" y="18"/>
                    <a:pt x="3796" y="18"/>
                  </a:cubicBezTo>
                  <a:lnTo>
                    <a:pt x="2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0"/>
            <p:cNvSpPr/>
            <p:nvPr/>
          </p:nvSpPr>
          <p:spPr>
            <a:xfrm>
              <a:off x="5438556" y="2576096"/>
              <a:ext cx="177607" cy="62701"/>
            </a:xfrm>
            <a:custGeom>
              <a:rect b="b" l="l" r="r" t="t"/>
              <a:pathLst>
                <a:path extrusionOk="0" h="2252" w="6379">
                  <a:moveTo>
                    <a:pt x="3189" y="1"/>
                  </a:moveTo>
                  <a:cubicBezTo>
                    <a:pt x="3162" y="1"/>
                    <a:pt x="3134" y="5"/>
                    <a:pt x="3108" y="13"/>
                  </a:cubicBezTo>
                  <a:lnTo>
                    <a:pt x="120" y="988"/>
                  </a:lnTo>
                  <a:cubicBezTo>
                    <a:pt x="0" y="1027"/>
                    <a:pt x="0" y="1197"/>
                    <a:pt x="120" y="1237"/>
                  </a:cubicBezTo>
                  <a:lnTo>
                    <a:pt x="3105" y="2238"/>
                  </a:lnTo>
                  <a:cubicBezTo>
                    <a:pt x="3133" y="2247"/>
                    <a:pt x="3161" y="2252"/>
                    <a:pt x="3189" y="2252"/>
                  </a:cubicBezTo>
                  <a:cubicBezTo>
                    <a:pt x="3217" y="2252"/>
                    <a:pt x="3244" y="2248"/>
                    <a:pt x="3270" y="2239"/>
                  </a:cubicBezTo>
                  <a:lnTo>
                    <a:pt x="6258" y="1266"/>
                  </a:lnTo>
                  <a:cubicBezTo>
                    <a:pt x="6379" y="1227"/>
                    <a:pt x="6379" y="1057"/>
                    <a:pt x="6259" y="1017"/>
                  </a:cubicBezTo>
                  <a:lnTo>
                    <a:pt x="3273" y="15"/>
                  </a:lnTo>
                  <a:cubicBezTo>
                    <a:pt x="3246" y="5"/>
                    <a:pt x="3218" y="1"/>
                    <a:pt x="31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70"/>
          <p:cNvGrpSpPr/>
          <p:nvPr/>
        </p:nvGrpSpPr>
        <p:grpSpPr>
          <a:xfrm>
            <a:off x="919094" y="2714448"/>
            <a:ext cx="518274" cy="373256"/>
            <a:chOff x="539116" y="2470849"/>
            <a:chExt cx="541957" cy="398098"/>
          </a:xfrm>
        </p:grpSpPr>
        <p:sp>
          <p:nvSpPr>
            <p:cNvPr id="4161" name="Google Shape;4161;p70"/>
            <p:cNvSpPr/>
            <p:nvPr/>
          </p:nvSpPr>
          <p:spPr>
            <a:xfrm>
              <a:off x="1017541" y="2567966"/>
              <a:ext cx="35276" cy="272717"/>
            </a:xfrm>
            <a:custGeom>
              <a:rect b="b" l="l" r="r" t="t"/>
              <a:pathLst>
                <a:path extrusionOk="0" h="9795" w="1267">
                  <a:moveTo>
                    <a:pt x="1" y="1"/>
                  </a:moveTo>
                  <a:lnTo>
                    <a:pt x="1" y="9794"/>
                  </a:lnTo>
                  <a:lnTo>
                    <a:pt x="1267" y="9794"/>
                  </a:lnTo>
                  <a:lnTo>
                    <a:pt x="12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0"/>
            <p:cNvSpPr/>
            <p:nvPr/>
          </p:nvSpPr>
          <p:spPr>
            <a:xfrm>
              <a:off x="750973" y="2567966"/>
              <a:ext cx="35276" cy="272717"/>
            </a:xfrm>
            <a:custGeom>
              <a:rect b="b" l="l" r="r" t="t"/>
              <a:pathLst>
                <a:path extrusionOk="0" h="9795" w="1267">
                  <a:moveTo>
                    <a:pt x="1" y="1"/>
                  </a:moveTo>
                  <a:lnTo>
                    <a:pt x="1" y="9794"/>
                  </a:lnTo>
                  <a:lnTo>
                    <a:pt x="1267" y="9794"/>
                  </a:lnTo>
                  <a:lnTo>
                    <a:pt x="12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0"/>
            <p:cNvSpPr/>
            <p:nvPr/>
          </p:nvSpPr>
          <p:spPr>
            <a:xfrm>
              <a:off x="934931" y="2500669"/>
              <a:ext cx="82637" cy="251418"/>
            </a:xfrm>
            <a:custGeom>
              <a:rect b="b" l="l" r="r" t="t"/>
              <a:pathLst>
                <a:path extrusionOk="0" h="9030" w="2968">
                  <a:moveTo>
                    <a:pt x="0" y="0"/>
                  </a:moveTo>
                  <a:lnTo>
                    <a:pt x="0" y="7545"/>
                  </a:lnTo>
                  <a:cubicBezTo>
                    <a:pt x="0" y="8365"/>
                    <a:pt x="664" y="9029"/>
                    <a:pt x="1483" y="9029"/>
                  </a:cubicBezTo>
                  <a:cubicBezTo>
                    <a:pt x="2303" y="9029"/>
                    <a:pt x="2968" y="8365"/>
                    <a:pt x="2968" y="7545"/>
                  </a:cubicBezTo>
                  <a:lnTo>
                    <a:pt x="29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0"/>
            <p:cNvSpPr/>
            <p:nvPr/>
          </p:nvSpPr>
          <p:spPr>
            <a:xfrm>
              <a:off x="934931" y="2575957"/>
              <a:ext cx="82637" cy="176132"/>
            </a:xfrm>
            <a:custGeom>
              <a:rect b="b" l="l" r="r" t="t"/>
              <a:pathLst>
                <a:path extrusionOk="0" h="6326" w="2968">
                  <a:moveTo>
                    <a:pt x="0" y="0"/>
                  </a:moveTo>
                  <a:lnTo>
                    <a:pt x="0" y="4841"/>
                  </a:lnTo>
                  <a:cubicBezTo>
                    <a:pt x="0" y="5661"/>
                    <a:pt x="664" y="6325"/>
                    <a:pt x="1483" y="6325"/>
                  </a:cubicBezTo>
                  <a:cubicBezTo>
                    <a:pt x="2303" y="6325"/>
                    <a:pt x="2968" y="5661"/>
                    <a:pt x="2968" y="4841"/>
                  </a:cubicBezTo>
                  <a:lnTo>
                    <a:pt x="29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0"/>
            <p:cNvSpPr/>
            <p:nvPr/>
          </p:nvSpPr>
          <p:spPr>
            <a:xfrm>
              <a:off x="926857" y="2567854"/>
              <a:ext cx="98813" cy="16176"/>
            </a:xfrm>
            <a:custGeom>
              <a:rect b="b" l="l" r="r" t="t"/>
              <a:pathLst>
                <a:path extrusionOk="0" h="581" w="3549">
                  <a:moveTo>
                    <a:pt x="290" y="1"/>
                  </a:moveTo>
                  <a:cubicBezTo>
                    <a:pt x="129" y="1"/>
                    <a:pt x="0" y="130"/>
                    <a:pt x="0" y="291"/>
                  </a:cubicBezTo>
                  <a:cubicBezTo>
                    <a:pt x="0" y="451"/>
                    <a:pt x="129" y="580"/>
                    <a:pt x="290" y="580"/>
                  </a:cubicBezTo>
                  <a:lnTo>
                    <a:pt x="3258" y="580"/>
                  </a:lnTo>
                  <a:cubicBezTo>
                    <a:pt x="3418" y="580"/>
                    <a:pt x="3548" y="451"/>
                    <a:pt x="3548" y="291"/>
                  </a:cubicBezTo>
                  <a:cubicBezTo>
                    <a:pt x="3548" y="130"/>
                    <a:pt x="3418" y="1"/>
                    <a:pt x="32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0"/>
            <p:cNvSpPr/>
            <p:nvPr/>
          </p:nvSpPr>
          <p:spPr>
            <a:xfrm>
              <a:off x="916054" y="2470849"/>
              <a:ext cx="120363" cy="39481"/>
            </a:xfrm>
            <a:custGeom>
              <a:rect b="b" l="l" r="r" t="t"/>
              <a:pathLst>
                <a:path extrusionOk="0" h="1418" w="4323">
                  <a:moveTo>
                    <a:pt x="710" y="0"/>
                  </a:moveTo>
                  <a:cubicBezTo>
                    <a:pt x="319" y="0"/>
                    <a:pt x="0" y="317"/>
                    <a:pt x="0" y="709"/>
                  </a:cubicBezTo>
                  <a:cubicBezTo>
                    <a:pt x="0" y="1100"/>
                    <a:pt x="319" y="1418"/>
                    <a:pt x="710" y="1418"/>
                  </a:cubicBezTo>
                  <a:lnTo>
                    <a:pt x="3614" y="1418"/>
                  </a:lnTo>
                  <a:cubicBezTo>
                    <a:pt x="4006" y="1418"/>
                    <a:pt x="4323" y="1100"/>
                    <a:pt x="4323" y="709"/>
                  </a:cubicBezTo>
                  <a:cubicBezTo>
                    <a:pt x="4323" y="317"/>
                    <a:pt x="4006"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0"/>
            <p:cNvSpPr/>
            <p:nvPr/>
          </p:nvSpPr>
          <p:spPr>
            <a:xfrm>
              <a:off x="965726" y="2621981"/>
              <a:ext cx="21522" cy="16204"/>
            </a:xfrm>
            <a:custGeom>
              <a:rect b="b" l="l" r="r" t="t"/>
              <a:pathLst>
                <a:path extrusionOk="0" h="582" w="773">
                  <a:moveTo>
                    <a:pt x="291" y="1"/>
                  </a:moveTo>
                  <a:cubicBezTo>
                    <a:pt x="131" y="1"/>
                    <a:pt x="1" y="132"/>
                    <a:pt x="1" y="291"/>
                  </a:cubicBezTo>
                  <a:cubicBezTo>
                    <a:pt x="1" y="452"/>
                    <a:pt x="131" y="582"/>
                    <a:pt x="291" y="582"/>
                  </a:cubicBezTo>
                  <a:lnTo>
                    <a:pt x="484" y="582"/>
                  </a:lnTo>
                  <a:cubicBezTo>
                    <a:pt x="643" y="582"/>
                    <a:pt x="773" y="452"/>
                    <a:pt x="773" y="291"/>
                  </a:cubicBezTo>
                  <a:cubicBezTo>
                    <a:pt x="773" y="132"/>
                    <a:pt x="643" y="1"/>
                    <a:pt x="4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0"/>
            <p:cNvSpPr/>
            <p:nvPr/>
          </p:nvSpPr>
          <p:spPr>
            <a:xfrm>
              <a:off x="978283" y="2659318"/>
              <a:ext cx="21522" cy="16176"/>
            </a:xfrm>
            <a:custGeom>
              <a:rect b="b" l="l" r="r" t="t"/>
              <a:pathLst>
                <a:path extrusionOk="0" h="581" w="773">
                  <a:moveTo>
                    <a:pt x="291" y="0"/>
                  </a:moveTo>
                  <a:cubicBezTo>
                    <a:pt x="130" y="0"/>
                    <a:pt x="1" y="131"/>
                    <a:pt x="1" y="291"/>
                  </a:cubicBezTo>
                  <a:cubicBezTo>
                    <a:pt x="1" y="452"/>
                    <a:pt x="130" y="581"/>
                    <a:pt x="291" y="581"/>
                  </a:cubicBezTo>
                  <a:lnTo>
                    <a:pt x="483" y="581"/>
                  </a:lnTo>
                  <a:cubicBezTo>
                    <a:pt x="642" y="581"/>
                    <a:pt x="773" y="452"/>
                    <a:pt x="773" y="291"/>
                  </a:cubicBezTo>
                  <a:cubicBezTo>
                    <a:pt x="773" y="131"/>
                    <a:pt x="642" y="0"/>
                    <a:pt x="4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0"/>
            <p:cNvSpPr/>
            <p:nvPr/>
          </p:nvSpPr>
          <p:spPr>
            <a:xfrm>
              <a:off x="960408" y="2704229"/>
              <a:ext cx="21522" cy="16204"/>
            </a:xfrm>
            <a:custGeom>
              <a:rect b="b" l="l" r="r" t="t"/>
              <a:pathLst>
                <a:path extrusionOk="0" h="582" w="773">
                  <a:moveTo>
                    <a:pt x="290" y="1"/>
                  </a:moveTo>
                  <a:cubicBezTo>
                    <a:pt x="129" y="1"/>
                    <a:pt x="0" y="131"/>
                    <a:pt x="0" y="291"/>
                  </a:cubicBezTo>
                  <a:cubicBezTo>
                    <a:pt x="0" y="451"/>
                    <a:pt x="129" y="582"/>
                    <a:pt x="290" y="582"/>
                  </a:cubicBezTo>
                  <a:lnTo>
                    <a:pt x="482" y="582"/>
                  </a:lnTo>
                  <a:cubicBezTo>
                    <a:pt x="643" y="582"/>
                    <a:pt x="772" y="451"/>
                    <a:pt x="772" y="291"/>
                  </a:cubicBezTo>
                  <a:cubicBezTo>
                    <a:pt x="772" y="131"/>
                    <a:pt x="643" y="1"/>
                    <a:pt x="4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0"/>
            <p:cNvSpPr/>
            <p:nvPr/>
          </p:nvSpPr>
          <p:spPr>
            <a:xfrm>
              <a:off x="786222" y="2500669"/>
              <a:ext cx="82692" cy="251418"/>
            </a:xfrm>
            <a:custGeom>
              <a:rect b="b" l="l" r="r" t="t"/>
              <a:pathLst>
                <a:path extrusionOk="0" h="9030" w="2970">
                  <a:moveTo>
                    <a:pt x="1" y="0"/>
                  </a:moveTo>
                  <a:lnTo>
                    <a:pt x="1" y="7545"/>
                  </a:lnTo>
                  <a:cubicBezTo>
                    <a:pt x="1" y="8365"/>
                    <a:pt x="665" y="9029"/>
                    <a:pt x="1485" y="9029"/>
                  </a:cubicBezTo>
                  <a:cubicBezTo>
                    <a:pt x="2304" y="9029"/>
                    <a:pt x="2969" y="8365"/>
                    <a:pt x="2969" y="7545"/>
                  </a:cubicBezTo>
                  <a:lnTo>
                    <a:pt x="29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0"/>
            <p:cNvSpPr/>
            <p:nvPr/>
          </p:nvSpPr>
          <p:spPr>
            <a:xfrm>
              <a:off x="786222" y="2575957"/>
              <a:ext cx="82692" cy="176132"/>
            </a:xfrm>
            <a:custGeom>
              <a:rect b="b" l="l" r="r" t="t"/>
              <a:pathLst>
                <a:path extrusionOk="0" h="6326" w="2970">
                  <a:moveTo>
                    <a:pt x="1" y="0"/>
                  </a:moveTo>
                  <a:lnTo>
                    <a:pt x="1" y="4841"/>
                  </a:lnTo>
                  <a:cubicBezTo>
                    <a:pt x="1" y="5661"/>
                    <a:pt x="665" y="6325"/>
                    <a:pt x="1485" y="6325"/>
                  </a:cubicBezTo>
                  <a:cubicBezTo>
                    <a:pt x="2304" y="6325"/>
                    <a:pt x="2969" y="5661"/>
                    <a:pt x="2969" y="4841"/>
                  </a:cubicBezTo>
                  <a:lnTo>
                    <a:pt x="29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0"/>
            <p:cNvSpPr/>
            <p:nvPr/>
          </p:nvSpPr>
          <p:spPr>
            <a:xfrm>
              <a:off x="778148" y="2567854"/>
              <a:ext cx="98841" cy="16176"/>
            </a:xfrm>
            <a:custGeom>
              <a:rect b="b" l="l" r="r" t="t"/>
              <a:pathLst>
                <a:path extrusionOk="0" h="581" w="3550">
                  <a:moveTo>
                    <a:pt x="291" y="1"/>
                  </a:moveTo>
                  <a:cubicBezTo>
                    <a:pt x="131" y="1"/>
                    <a:pt x="0" y="130"/>
                    <a:pt x="0" y="291"/>
                  </a:cubicBezTo>
                  <a:cubicBezTo>
                    <a:pt x="0" y="451"/>
                    <a:pt x="131" y="580"/>
                    <a:pt x="291" y="580"/>
                  </a:cubicBezTo>
                  <a:lnTo>
                    <a:pt x="3259" y="580"/>
                  </a:lnTo>
                  <a:cubicBezTo>
                    <a:pt x="3419" y="580"/>
                    <a:pt x="3549" y="451"/>
                    <a:pt x="3549" y="291"/>
                  </a:cubicBezTo>
                  <a:cubicBezTo>
                    <a:pt x="3549" y="130"/>
                    <a:pt x="3419" y="1"/>
                    <a:pt x="3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0"/>
            <p:cNvSpPr/>
            <p:nvPr/>
          </p:nvSpPr>
          <p:spPr>
            <a:xfrm>
              <a:off x="767372" y="2470849"/>
              <a:ext cx="120391" cy="39481"/>
            </a:xfrm>
            <a:custGeom>
              <a:rect b="b" l="l" r="r" t="t"/>
              <a:pathLst>
                <a:path extrusionOk="0" h="1418" w="4324">
                  <a:moveTo>
                    <a:pt x="709" y="0"/>
                  </a:moveTo>
                  <a:cubicBezTo>
                    <a:pt x="318" y="0"/>
                    <a:pt x="1" y="317"/>
                    <a:pt x="1" y="709"/>
                  </a:cubicBezTo>
                  <a:cubicBezTo>
                    <a:pt x="1" y="1100"/>
                    <a:pt x="318" y="1418"/>
                    <a:pt x="709" y="1418"/>
                  </a:cubicBezTo>
                  <a:lnTo>
                    <a:pt x="3614" y="1418"/>
                  </a:lnTo>
                  <a:cubicBezTo>
                    <a:pt x="4006" y="1418"/>
                    <a:pt x="4323" y="1100"/>
                    <a:pt x="4323" y="709"/>
                  </a:cubicBezTo>
                  <a:cubicBezTo>
                    <a:pt x="4323" y="317"/>
                    <a:pt x="4006"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0"/>
            <p:cNvSpPr/>
            <p:nvPr/>
          </p:nvSpPr>
          <p:spPr>
            <a:xfrm>
              <a:off x="817044" y="2621981"/>
              <a:ext cx="21550" cy="16204"/>
            </a:xfrm>
            <a:custGeom>
              <a:rect b="b" l="l" r="r" t="t"/>
              <a:pathLst>
                <a:path extrusionOk="0" h="582" w="774">
                  <a:moveTo>
                    <a:pt x="291" y="1"/>
                  </a:moveTo>
                  <a:cubicBezTo>
                    <a:pt x="130" y="1"/>
                    <a:pt x="1" y="132"/>
                    <a:pt x="1" y="291"/>
                  </a:cubicBezTo>
                  <a:cubicBezTo>
                    <a:pt x="1" y="452"/>
                    <a:pt x="130" y="582"/>
                    <a:pt x="291" y="582"/>
                  </a:cubicBezTo>
                  <a:lnTo>
                    <a:pt x="483" y="582"/>
                  </a:lnTo>
                  <a:cubicBezTo>
                    <a:pt x="644" y="582"/>
                    <a:pt x="773" y="452"/>
                    <a:pt x="773" y="291"/>
                  </a:cubicBezTo>
                  <a:cubicBezTo>
                    <a:pt x="773" y="132"/>
                    <a:pt x="644" y="1"/>
                    <a:pt x="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0"/>
            <p:cNvSpPr/>
            <p:nvPr/>
          </p:nvSpPr>
          <p:spPr>
            <a:xfrm>
              <a:off x="829601" y="2659318"/>
              <a:ext cx="21522" cy="16176"/>
            </a:xfrm>
            <a:custGeom>
              <a:rect b="b" l="l" r="r" t="t"/>
              <a:pathLst>
                <a:path extrusionOk="0" h="581" w="773">
                  <a:moveTo>
                    <a:pt x="290" y="0"/>
                  </a:moveTo>
                  <a:cubicBezTo>
                    <a:pt x="131" y="0"/>
                    <a:pt x="0" y="131"/>
                    <a:pt x="0" y="291"/>
                  </a:cubicBezTo>
                  <a:cubicBezTo>
                    <a:pt x="0" y="452"/>
                    <a:pt x="131" y="581"/>
                    <a:pt x="290" y="581"/>
                  </a:cubicBezTo>
                  <a:lnTo>
                    <a:pt x="483" y="581"/>
                  </a:lnTo>
                  <a:cubicBezTo>
                    <a:pt x="643" y="581"/>
                    <a:pt x="772" y="452"/>
                    <a:pt x="772" y="291"/>
                  </a:cubicBezTo>
                  <a:cubicBezTo>
                    <a:pt x="772" y="131"/>
                    <a:pt x="643" y="0"/>
                    <a:pt x="4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0"/>
            <p:cNvSpPr/>
            <p:nvPr/>
          </p:nvSpPr>
          <p:spPr>
            <a:xfrm>
              <a:off x="811726" y="2704229"/>
              <a:ext cx="21522" cy="16204"/>
            </a:xfrm>
            <a:custGeom>
              <a:rect b="b" l="l" r="r" t="t"/>
              <a:pathLst>
                <a:path extrusionOk="0" h="582" w="773">
                  <a:moveTo>
                    <a:pt x="290" y="1"/>
                  </a:moveTo>
                  <a:cubicBezTo>
                    <a:pt x="130" y="1"/>
                    <a:pt x="0" y="131"/>
                    <a:pt x="0" y="291"/>
                  </a:cubicBezTo>
                  <a:cubicBezTo>
                    <a:pt x="0" y="451"/>
                    <a:pt x="130" y="582"/>
                    <a:pt x="290" y="582"/>
                  </a:cubicBezTo>
                  <a:lnTo>
                    <a:pt x="482" y="582"/>
                  </a:lnTo>
                  <a:cubicBezTo>
                    <a:pt x="642" y="582"/>
                    <a:pt x="773" y="451"/>
                    <a:pt x="773" y="291"/>
                  </a:cubicBezTo>
                  <a:cubicBezTo>
                    <a:pt x="773" y="131"/>
                    <a:pt x="642" y="1"/>
                    <a:pt x="4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0"/>
            <p:cNvSpPr/>
            <p:nvPr/>
          </p:nvSpPr>
          <p:spPr>
            <a:xfrm>
              <a:off x="722712" y="2546471"/>
              <a:ext cx="358361" cy="43045"/>
            </a:xfrm>
            <a:custGeom>
              <a:rect b="b" l="l" r="r" t="t"/>
              <a:pathLst>
                <a:path extrusionOk="0" h="1546" w="12871">
                  <a:moveTo>
                    <a:pt x="400" y="1"/>
                  </a:moveTo>
                  <a:cubicBezTo>
                    <a:pt x="179" y="1"/>
                    <a:pt x="1" y="179"/>
                    <a:pt x="1" y="399"/>
                  </a:cubicBezTo>
                  <a:lnTo>
                    <a:pt x="1" y="1147"/>
                  </a:lnTo>
                  <a:cubicBezTo>
                    <a:pt x="1" y="1368"/>
                    <a:pt x="179" y="1546"/>
                    <a:pt x="400" y="1546"/>
                  </a:cubicBezTo>
                  <a:lnTo>
                    <a:pt x="12473" y="1546"/>
                  </a:lnTo>
                  <a:cubicBezTo>
                    <a:pt x="12692" y="1546"/>
                    <a:pt x="12871" y="1368"/>
                    <a:pt x="12871" y="1147"/>
                  </a:cubicBezTo>
                  <a:lnTo>
                    <a:pt x="12871" y="399"/>
                  </a:lnTo>
                  <a:cubicBezTo>
                    <a:pt x="12871" y="179"/>
                    <a:pt x="12692" y="1"/>
                    <a:pt x="12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0"/>
            <p:cNvSpPr/>
            <p:nvPr/>
          </p:nvSpPr>
          <p:spPr>
            <a:xfrm>
              <a:off x="722712" y="2825875"/>
              <a:ext cx="358361" cy="43072"/>
            </a:xfrm>
            <a:custGeom>
              <a:rect b="b" l="l" r="r" t="t"/>
              <a:pathLst>
                <a:path extrusionOk="0" h="1547" w="12871">
                  <a:moveTo>
                    <a:pt x="400" y="1"/>
                  </a:moveTo>
                  <a:cubicBezTo>
                    <a:pt x="179" y="1"/>
                    <a:pt x="1" y="179"/>
                    <a:pt x="1" y="400"/>
                  </a:cubicBezTo>
                  <a:lnTo>
                    <a:pt x="1" y="1147"/>
                  </a:lnTo>
                  <a:cubicBezTo>
                    <a:pt x="1" y="1368"/>
                    <a:pt x="179" y="1546"/>
                    <a:pt x="400" y="1546"/>
                  </a:cubicBezTo>
                  <a:lnTo>
                    <a:pt x="12473" y="1546"/>
                  </a:lnTo>
                  <a:cubicBezTo>
                    <a:pt x="12692" y="1546"/>
                    <a:pt x="12871" y="1368"/>
                    <a:pt x="12871" y="1147"/>
                  </a:cubicBezTo>
                  <a:lnTo>
                    <a:pt x="12871" y="400"/>
                  </a:lnTo>
                  <a:cubicBezTo>
                    <a:pt x="12871" y="179"/>
                    <a:pt x="12692" y="1"/>
                    <a:pt x="12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0"/>
            <p:cNvSpPr/>
            <p:nvPr/>
          </p:nvSpPr>
          <p:spPr>
            <a:xfrm>
              <a:off x="577678" y="2532438"/>
              <a:ext cx="207816" cy="236355"/>
            </a:xfrm>
            <a:custGeom>
              <a:rect b="b" l="l" r="r" t="t"/>
              <a:pathLst>
                <a:path extrusionOk="0" h="8489" w="7464">
                  <a:moveTo>
                    <a:pt x="2192" y="1"/>
                  </a:moveTo>
                  <a:lnTo>
                    <a:pt x="2192" y="4115"/>
                  </a:lnTo>
                  <a:lnTo>
                    <a:pt x="1" y="8488"/>
                  </a:lnTo>
                  <a:lnTo>
                    <a:pt x="7464" y="8488"/>
                  </a:lnTo>
                  <a:lnTo>
                    <a:pt x="5272" y="4115"/>
                  </a:lnTo>
                  <a:lnTo>
                    <a:pt x="5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0"/>
            <p:cNvSpPr/>
            <p:nvPr/>
          </p:nvSpPr>
          <p:spPr>
            <a:xfrm>
              <a:off x="539116" y="2755989"/>
              <a:ext cx="284968" cy="112957"/>
            </a:xfrm>
            <a:custGeom>
              <a:rect b="b" l="l" r="r" t="t"/>
              <a:pathLst>
                <a:path extrusionOk="0" h="4057" w="10235">
                  <a:moveTo>
                    <a:pt x="1615" y="1"/>
                  </a:moveTo>
                  <a:lnTo>
                    <a:pt x="354" y="2517"/>
                  </a:lnTo>
                  <a:cubicBezTo>
                    <a:pt x="0" y="3224"/>
                    <a:pt x="514" y="4056"/>
                    <a:pt x="1304" y="4056"/>
                  </a:cubicBezTo>
                  <a:lnTo>
                    <a:pt x="8930" y="4056"/>
                  </a:lnTo>
                  <a:cubicBezTo>
                    <a:pt x="9721" y="4056"/>
                    <a:pt x="10234" y="3224"/>
                    <a:pt x="9881" y="2517"/>
                  </a:cubicBezTo>
                  <a:lnTo>
                    <a:pt x="8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0"/>
            <p:cNvSpPr/>
            <p:nvPr/>
          </p:nvSpPr>
          <p:spPr>
            <a:xfrm>
              <a:off x="632056" y="2727617"/>
              <a:ext cx="56827" cy="56827"/>
            </a:xfrm>
            <a:custGeom>
              <a:rect b="b" l="l" r="r" t="t"/>
              <a:pathLst>
                <a:path extrusionOk="0" h="2041" w="2041">
                  <a:moveTo>
                    <a:pt x="1021" y="0"/>
                  </a:moveTo>
                  <a:cubicBezTo>
                    <a:pt x="458" y="0"/>
                    <a:pt x="0" y="456"/>
                    <a:pt x="0" y="1020"/>
                  </a:cubicBezTo>
                  <a:cubicBezTo>
                    <a:pt x="0" y="1584"/>
                    <a:pt x="458" y="2041"/>
                    <a:pt x="1021" y="2041"/>
                  </a:cubicBezTo>
                  <a:cubicBezTo>
                    <a:pt x="1585" y="2041"/>
                    <a:pt x="2041" y="1584"/>
                    <a:pt x="2041" y="1020"/>
                  </a:cubicBezTo>
                  <a:cubicBezTo>
                    <a:pt x="2041" y="456"/>
                    <a:pt x="1585" y="0"/>
                    <a:pt x="1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0"/>
            <p:cNvSpPr/>
            <p:nvPr/>
          </p:nvSpPr>
          <p:spPr>
            <a:xfrm>
              <a:off x="632056" y="2755989"/>
              <a:ext cx="56827" cy="28455"/>
            </a:xfrm>
            <a:custGeom>
              <a:rect b="b" l="l" r="r" t="t"/>
              <a:pathLst>
                <a:path extrusionOk="0" h="1022" w="2041">
                  <a:moveTo>
                    <a:pt x="0" y="1"/>
                  </a:moveTo>
                  <a:cubicBezTo>
                    <a:pt x="0" y="565"/>
                    <a:pt x="458" y="1022"/>
                    <a:pt x="1021" y="1022"/>
                  </a:cubicBezTo>
                  <a:cubicBezTo>
                    <a:pt x="1585" y="1022"/>
                    <a:pt x="2041" y="565"/>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0"/>
            <p:cNvSpPr/>
            <p:nvPr/>
          </p:nvSpPr>
          <p:spPr>
            <a:xfrm>
              <a:off x="611006" y="2512809"/>
              <a:ext cx="141189" cy="46330"/>
            </a:xfrm>
            <a:custGeom>
              <a:rect b="b" l="l" r="r" t="t"/>
              <a:pathLst>
                <a:path extrusionOk="0" h="1664" w="5071">
                  <a:moveTo>
                    <a:pt x="831" y="1"/>
                  </a:moveTo>
                  <a:cubicBezTo>
                    <a:pt x="372" y="1"/>
                    <a:pt x="0" y="373"/>
                    <a:pt x="0" y="831"/>
                  </a:cubicBezTo>
                  <a:cubicBezTo>
                    <a:pt x="0" y="1291"/>
                    <a:pt x="372" y="1663"/>
                    <a:pt x="831" y="1663"/>
                  </a:cubicBezTo>
                  <a:lnTo>
                    <a:pt x="4240" y="1663"/>
                  </a:lnTo>
                  <a:cubicBezTo>
                    <a:pt x="4698" y="1663"/>
                    <a:pt x="5070" y="1291"/>
                    <a:pt x="5070" y="831"/>
                  </a:cubicBezTo>
                  <a:cubicBezTo>
                    <a:pt x="5070" y="373"/>
                    <a:pt x="4698" y="1"/>
                    <a:pt x="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0"/>
            <p:cNvSpPr/>
            <p:nvPr/>
          </p:nvSpPr>
          <p:spPr>
            <a:xfrm>
              <a:off x="596862" y="2804380"/>
              <a:ext cx="21522" cy="16204"/>
            </a:xfrm>
            <a:custGeom>
              <a:rect b="b" l="l" r="r" t="t"/>
              <a:pathLst>
                <a:path extrusionOk="0" h="582" w="773">
                  <a:moveTo>
                    <a:pt x="290" y="1"/>
                  </a:moveTo>
                  <a:cubicBezTo>
                    <a:pt x="130" y="1"/>
                    <a:pt x="1" y="131"/>
                    <a:pt x="1" y="291"/>
                  </a:cubicBezTo>
                  <a:cubicBezTo>
                    <a:pt x="1" y="451"/>
                    <a:pt x="130" y="581"/>
                    <a:pt x="290" y="581"/>
                  </a:cubicBezTo>
                  <a:lnTo>
                    <a:pt x="483" y="581"/>
                  </a:lnTo>
                  <a:cubicBezTo>
                    <a:pt x="642" y="581"/>
                    <a:pt x="773" y="451"/>
                    <a:pt x="773" y="291"/>
                  </a:cubicBezTo>
                  <a:cubicBezTo>
                    <a:pt x="773" y="131"/>
                    <a:pt x="642" y="1"/>
                    <a:pt x="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0"/>
            <p:cNvSpPr/>
            <p:nvPr/>
          </p:nvSpPr>
          <p:spPr>
            <a:xfrm>
              <a:off x="636761" y="2822311"/>
              <a:ext cx="21522" cy="16204"/>
            </a:xfrm>
            <a:custGeom>
              <a:rect b="b" l="l" r="r" t="t"/>
              <a:pathLst>
                <a:path extrusionOk="0" h="582" w="773">
                  <a:moveTo>
                    <a:pt x="291" y="1"/>
                  </a:moveTo>
                  <a:cubicBezTo>
                    <a:pt x="130" y="1"/>
                    <a:pt x="1" y="131"/>
                    <a:pt x="1" y="291"/>
                  </a:cubicBezTo>
                  <a:cubicBezTo>
                    <a:pt x="1" y="452"/>
                    <a:pt x="130" y="581"/>
                    <a:pt x="291" y="581"/>
                  </a:cubicBezTo>
                  <a:lnTo>
                    <a:pt x="483" y="581"/>
                  </a:lnTo>
                  <a:cubicBezTo>
                    <a:pt x="642" y="581"/>
                    <a:pt x="773" y="452"/>
                    <a:pt x="773" y="291"/>
                  </a:cubicBezTo>
                  <a:cubicBezTo>
                    <a:pt x="773" y="131"/>
                    <a:pt x="642" y="1"/>
                    <a:pt x="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0"/>
            <p:cNvSpPr/>
            <p:nvPr/>
          </p:nvSpPr>
          <p:spPr>
            <a:xfrm>
              <a:off x="705700" y="2790013"/>
              <a:ext cx="37560" cy="37560"/>
            </a:xfrm>
            <a:custGeom>
              <a:rect b="b" l="l" r="r" t="t"/>
              <a:pathLst>
                <a:path extrusionOk="0" h="1349" w="1349">
                  <a:moveTo>
                    <a:pt x="674" y="1"/>
                  </a:moveTo>
                  <a:cubicBezTo>
                    <a:pt x="302" y="1"/>
                    <a:pt x="1" y="303"/>
                    <a:pt x="1" y="675"/>
                  </a:cubicBezTo>
                  <a:cubicBezTo>
                    <a:pt x="1" y="1047"/>
                    <a:pt x="302" y="1348"/>
                    <a:pt x="674" y="1348"/>
                  </a:cubicBezTo>
                  <a:cubicBezTo>
                    <a:pt x="1047" y="1348"/>
                    <a:pt x="1348" y="1047"/>
                    <a:pt x="1348" y="675"/>
                  </a:cubicBezTo>
                  <a:cubicBezTo>
                    <a:pt x="1348" y="303"/>
                    <a:pt x="1047"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70"/>
          <p:cNvGrpSpPr/>
          <p:nvPr/>
        </p:nvGrpSpPr>
        <p:grpSpPr>
          <a:xfrm>
            <a:off x="4668750" y="2617187"/>
            <a:ext cx="515189" cy="478095"/>
            <a:chOff x="4335920" y="2470849"/>
            <a:chExt cx="538731" cy="509913"/>
          </a:xfrm>
        </p:grpSpPr>
        <p:sp>
          <p:nvSpPr>
            <p:cNvPr id="4188" name="Google Shape;4188;p70"/>
            <p:cNvSpPr/>
            <p:nvPr/>
          </p:nvSpPr>
          <p:spPr>
            <a:xfrm>
              <a:off x="4335920" y="2879834"/>
              <a:ext cx="100400" cy="98646"/>
            </a:xfrm>
            <a:custGeom>
              <a:rect b="b" l="l" r="r" t="t"/>
              <a:pathLst>
                <a:path extrusionOk="0" h="3543" w="3606">
                  <a:moveTo>
                    <a:pt x="198" y="1"/>
                  </a:moveTo>
                  <a:cubicBezTo>
                    <a:pt x="0" y="1018"/>
                    <a:pt x="21" y="2069"/>
                    <a:pt x="258" y="3080"/>
                  </a:cubicBezTo>
                  <a:cubicBezTo>
                    <a:pt x="289" y="3213"/>
                    <a:pt x="393" y="3317"/>
                    <a:pt x="526" y="3349"/>
                  </a:cubicBezTo>
                  <a:cubicBezTo>
                    <a:pt x="1078" y="3478"/>
                    <a:pt x="1643" y="3543"/>
                    <a:pt x="2207" y="3543"/>
                  </a:cubicBezTo>
                  <a:cubicBezTo>
                    <a:pt x="2676" y="3543"/>
                    <a:pt x="3144" y="3498"/>
                    <a:pt x="3606" y="3408"/>
                  </a:cubicBezTo>
                  <a:cubicBezTo>
                    <a:pt x="3009" y="2943"/>
                    <a:pt x="2391" y="2392"/>
                    <a:pt x="1803" y="1803"/>
                  </a:cubicBezTo>
                  <a:cubicBezTo>
                    <a:pt x="1214" y="1214"/>
                    <a:pt x="664" y="597"/>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0"/>
            <p:cNvSpPr/>
            <p:nvPr/>
          </p:nvSpPr>
          <p:spPr>
            <a:xfrm>
              <a:off x="4347168" y="2724610"/>
              <a:ext cx="244374" cy="244401"/>
            </a:xfrm>
            <a:custGeom>
              <a:rect b="b" l="l" r="r" t="t"/>
              <a:pathLst>
                <a:path extrusionOk="0" h="8778" w="8777">
                  <a:moveTo>
                    <a:pt x="4770" y="1"/>
                  </a:moveTo>
                  <a:cubicBezTo>
                    <a:pt x="3683" y="343"/>
                    <a:pt x="2662" y="945"/>
                    <a:pt x="1801" y="1805"/>
                  </a:cubicBezTo>
                  <a:cubicBezTo>
                    <a:pt x="943" y="2663"/>
                    <a:pt x="343" y="3683"/>
                    <a:pt x="0" y="4766"/>
                  </a:cubicBezTo>
                  <a:cubicBezTo>
                    <a:pt x="509" y="5465"/>
                    <a:pt x="1151" y="6210"/>
                    <a:pt x="1860" y="6917"/>
                  </a:cubicBezTo>
                  <a:cubicBezTo>
                    <a:pt x="2567" y="7626"/>
                    <a:pt x="3314" y="8270"/>
                    <a:pt x="4011" y="8777"/>
                  </a:cubicBezTo>
                  <a:cubicBezTo>
                    <a:pt x="5094" y="8436"/>
                    <a:pt x="6114" y="7835"/>
                    <a:pt x="6973" y="6976"/>
                  </a:cubicBezTo>
                  <a:cubicBezTo>
                    <a:pt x="7834" y="6115"/>
                    <a:pt x="8434" y="5093"/>
                    <a:pt x="8777" y="4007"/>
                  </a:cubicBezTo>
                  <a:cubicBezTo>
                    <a:pt x="8264" y="3310"/>
                    <a:pt x="7622" y="2568"/>
                    <a:pt x="6915" y="1862"/>
                  </a:cubicBezTo>
                  <a:cubicBezTo>
                    <a:pt x="6209" y="1156"/>
                    <a:pt x="5468" y="514"/>
                    <a:pt x="4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0"/>
            <p:cNvSpPr/>
            <p:nvPr/>
          </p:nvSpPr>
          <p:spPr>
            <a:xfrm>
              <a:off x="4502922" y="2715227"/>
              <a:ext cx="99760" cy="98006"/>
            </a:xfrm>
            <a:custGeom>
              <a:rect b="b" l="l" r="r" t="t"/>
              <a:pathLst>
                <a:path extrusionOk="0" h="3520" w="3583">
                  <a:moveTo>
                    <a:pt x="1379" y="0"/>
                  </a:moveTo>
                  <a:cubicBezTo>
                    <a:pt x="917" y="0"/>
                    <a:pt x="456" y="44"/>
                    <a:pt x="1" y="130"/>
                  </a:cubicBezTo>
                  <a:cubicBezTo>
                    <a:pt x="594" y="598"/>
                    <a:pt x="1207" y="1145"/>
                    <a:pt x="1791" y="1729"/>
                  </a:cubicBezTo>
                  <a:cubicBezTo>
                    <a:pt x="2375" y="2314"/>
                    <a:pt x="2923" y="2926"/>
                    <a:pt x="3390" y="3520"/>
                  </a:cubicBezTo>
                  <a:cubicBezTo>
                    <a:pt x="3583" y="2509"/>
                    <a:pt x="3562" y="1466"/>
                    <a:pt x="3325" y="462"/>
                  </a:cubicBezTo>
                  <a:cubicBezTo>
                    <a:pt x="3295" y="330"/>
                    <a:pt x="3190" y="226"/>
                    <a:pt x="3058" y="195"/>
                  </a:cubicBezTo>
                  <a:cubicBezTo>
                    <a:pt x="2506" y="65"/>
                    <a:pt x="1943" y="0"/>
                    <a:pt x="1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0"/>
            <p:cNvSpPr/>
            <p:nvPr/>
          </p:nvSpPr>
          <p:spPr>
            <a:xfrm>
              <a:off x="4467339" y="2717204"/>
              <a:ext cx="131611" cy="131611"/>
            </a:xfrm>
            <a:custGeom>
              <a:rect b="b" l="l" r="r" t="t"/>
              <a:pathLst>
                <a:path extrusionOk="0" h="4727" w="4727">
                  <a:moveTo>
                    <a:pt x="1636" y="1"/>
                  </a:moveTo>
                  <a:cubicBezTo>
                    <a:pt x="1080" y="79"/>
                    <a:pt x="530" y="220"/>
                    <a:pt x="0" y="427"/>
                  </a:cubicBezTo>
                  <a:cubicBezTo>
                    <a:pt x="95" y="480"/>
                    <a:pt x="198" y="542"/>
                    <a:pt x="309" y="613"/>
                  </a:cubicBezTo>
                  <a:cubicBezTo>
                    <a:pt x="957" y="1029"/>
                    <a:pt x="1697" y="1640"/>
                    <a:pt x="2392" y="2335"/>
                  </a:cubicBezTo>
                  <a:cubicBezTo>
                    <a:pt x="3087" y="3030"/>
                    <a:pt x="3698" y="3771"/>
                    <a:pt x="4114" y="4418"/>
                  </a:cubicBezTo>
                  <a:cubicBezTo>
                    <a:pt x="4185" y="4529"/>
                    <a:pt x="4247" y="4632"/>
                    <a:pt x="4301" y="4727"/>
                  </a:cubicBezTo>
                  <a:cubicBezTo>
                    <a:pt x="4507" y="4198"/>
                    <a:pt x="4648" y="3648"/>
                    <a:pt x="4726" y="3091"/>
                  </a:cubicBezTo>
                  <a:cubicBezTo>
                    <a:pt x="4322" y="2551"/>
                    <a:pt x="3830" y="1989"/>
                    <a:pt x="3285" y="1442"/>
                  </a:cubicBezTo>
                  <a:cubicBezTo>
                    <a:pt x="2738" y="897"/>
                    <a:pt x="2176" y="406"/>
                    <a:pt x="1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0"/>
            <p:cNvSpPr/>
            <p:nvPr/>
          </p:nvSpPr>
          <p:spPr>
            <a:xfrm>
              <a:off x="4566292" y="2774198"/>
              <a:ext cx="32659" cy="74618"/>
            </a:xfrm>
            <a:custGeom>
              <a:rect b="b" l="l" r="r" t="t"/>
              <a:pathLst>
                <a:path extrusionOk="0" h="2680" w="1173">
                  <a:moveTo>
                    <a:pt x="307" y="0"/>
                  </a:moveTo>
                  <a:cubicBezTo>
                    <a:pt x="267" y="538"/>
                    <a:pt x="165" y="1072"/>
                    <a:pt x="0" y="1591"/>
                  </a:cubicBezTo>
                  <a:cubicBezTo>
                    <a:pt x="211" y="1859"/>
                    <a:pt x="400" y="2123"/>
                    <a:pt x="560" y="2371"/>
                  </a:cubicBezTo>
                  <a:cubicBezTo>
                    <a:pt x="631" y="2482"/>
                    <a:pt x="693" y="2585"/>
                    <a:pt x="747" y="2680"/>
                  </a:cubicBezTo>
                  <a:cubicBezTo>
                    <a:pt x="953" y="2151"/>
                    <a:pt x="1094" y="1601"/>
                    <a:pt x="1172" y="1044"/>
                  </a:cubicBezTo>
                  <a:cubicBezTo>
                    <a:pt x="916" y="703"/>
                    <a:pt x="625" y="350"/>
                    <a:pt x="307" y="0"/>
                  </a:cubicBezTo>
                  <a:close/>
                </a:path>
              </a:pathLst>
            </a:custGeom>
            <a:solidFill>
              <a:srgbClr val="E0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0"/>
            <p:cNvSpPr/>
            <p:nvPr/>
          </p:nvSpPr>
          <p:spPr>
            <a:xfrm>
              <a:off x="4339651" y="2844892"/>
              <a:ext cx="131611" cy="131611"/>
            </a:xfrm>
            <a:custGeom>
              <a:rect b="b" l="l" r="r" t="t"/>
              <a:pathLst>
                <a:path extrusionOk="0" h="4727" w="4727">
                  <a:moveTo>
                    <a:pt x="427" y="1"/>
                  </a:moveTo>
                  <a:cubicBezTo>
                    <a:pt x="221" y="530"/>
                    <a:pt x="79" y="1079"/>
                    <a:pt x="0" y="1635"/>
                  </a:cubicBezTo>
                  <a:cubicBezTo>
                    <a:pt x="407" y="2175"/>
                    <a:pt x="898" y="2739"/>
                    <a:pt x="1443" y="3284"/>
                  </a:cubicBezTo>
                  <a:cubicBezTo>
                    <a:pt x="1988" y="3829"/>
                    <a:pt x="2552" y="4321"/>
                    <a:pt x="3092" y="4727"/>
                  </a:cubicBezTo>
                  <a:cubicBezTo>
                    <a:pt x="3648" y="4649"/>
                    <a:pt x="4197" y="4507"/>
                    <a:pt x="4727" y="4301"/>
                  </a:cubicBezTo>
                  <a:cubicBezTo>
                    <a:pt x="4633" y="4248"/>
                    <a:pt x="4529" y="4185"/>
                    <a:pt x="4418" y="4113"/>
                  </a:cubicBezTo>
                  <a:cubicBezTo>
                    <a:pt x="3770" y="3699"/>
                    <a:pt x="3031" y="3088"/>
                    <a:pt x="2336" y="2391"/>
                  </a:cubicBezTo>
                  <a:cubicBezTo>
                    <a:pt x="1641" y="1696"/>
                    <a:pt x="1029" y="957"/>
                    <a:pt x="614" y="309"/>
                  </a:cubicBezTo>
                  <a:cubicBezTo>
                    <a:pt x="542" y="198"/>
                    <a:pt x="481" y="96"/>
                    <a:pt x="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0"/>
            <p:cNvSpPr/>
            <p:nvPr/>
          </p:nvSpPr>
          <p:spPr>
            <a:xfrm>
              <a:off x="4426966" y="2805299"/>
              <a:ext cx="84669" cy="83138"/>
            </a:xfrm>
            <a:custGeom>
              <a:rect b="b" l="l" r="r" t="t"/>
              <a:pathLst>
                <a:path extrusionOk="0" h="2986" w="3041">
                  <a:moveTo>
                    <a:pt x="2725" y="1"/>
                  </a:moveTo>
                  <a:cubicBezTo>
                    <a:pt x="2652" y="1"/>
                    <a:pt x="2579" y="29"/>
                    <a:pt x="2522" y="85"/>
                  </a:cubicBezTo>
                  <a:lnTo>
                    <a:pt x="114" y="2494"/>
                  </a:lnTo>
                  <a:cubicBezTo>
                    <a:pt x="0" y="2606"/>
                    <a:pt x="0" y="2788"/>
                    <a:pt x="114" y="2901"/>
                  </a:cubicBezTo>
                  <a:cubicBezTo>
                    <a:pt x="170" y="2957"/>
                    <a:pt x="243" y="2985"/>
                    <a:pt x="316" y="2985"/>
                  </a:cubicBezTo>
                  <a:cubicBezTo>
                    <a:pt x="390" y="2985"/>
                    <a:pt x="464" y="2957"/>
                    <a:pt x="520" y="2901"/>
                  </a:cubicBezTo>
                  <a:lnTo>
                    <a:pt x="2929" y="492"/>
                  </a:lnTo>
                  <a:cubicBezTo>
                    <a:pt x="3041" y="379"/>
                    <a:pt x="3041" y="197"/>
                    <a:pt x="2929" y="85"/>
                  </a:cubicBezTo>
                  <a:cubicBezTo>
                    <a:pt x="2872" y="29"/>
                    <a:pt x="2799"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0"/>
            <p:cNvSpPr/>
            <p:nvPr/>
          </p:nvSpPr>
          <p:spPr>
            <a:xfrm>
              <a:off x="4466559" y="2803712"/>
              <a:ext cx="46887" cy="44882"/>
            </a:xfrm>
            <a:custGeom>
              <a:rect b="b" l="l" r="r" t="t"/>
              <a:pathLst>
                <a:path extrusionOk="0" h="1612" w="1684">
                  <a:moveTo>
                    <a:pt x="325" y="1"/>
                  </a:moveTo>
                  <a:cubicBezTo>
                    <a:pt x="241" y="1"/>
                    <a:pt x="157" y="37"/>
                    <a:pt x="100" y="108"/>
                  </a:cubicBezTo>
                  <a:cubicBezTo>
                    <a:pt x="0" y="231"/>
                    <a:pt x="20" y="413"/>
                    <a:pt x="143" y="513"/>
                  </a:cubicBezTo>
                  <a:cubicBezTo>
                    <a:pt x="295" y="635"/>
                    <a:pt x="480" y="804"/>
                    <a:pt x="663" y="986"/>
                  </a:cubicBezTo>
                  <a:cubicBezTo>
                    <a:pt x="845" y="1170"/>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0"/>
            <p:cNvSpPr/>
            <p:nvPr/>
          </p:nvSpPr>
          <p:spPr>
            <a:xfrm>
              <a:off x="4445538" y="2824733"/>
              <a:ext cx="46887" cy="44882"/>
            </a:xfrm>
            <a:custGeom>
              <a:rect b="b" l="l" r="r" t="t"/>
              <a:pathLst>
                <a:path extrusionOk="0" h="1612" w="1684">
                  <a:moveTo>
                    <a:pt x="325" y="1"/>
                  </a:moveTo>
                  <a:cubicBezTo>
                    <a:pt x="241" y="1"/>
                    <a:pt x="157" y="37"/>
                    <a:pt x="100" y="108"/>
                  </a:cubicBezTo>
                  <a:cubicBezTo>
                    <a:pt x="0" y="231"/>
                    <a:pt x="20" y="412"/>
                    <a:pt x="143" y="513"/>
                  </a:cubicBezTo>
                  <a:cubicBezTo>
                    <a:pt x="294" y="634"/>
                    <a:pt x="480" y="803"/>
                    <a:pt x="663" y="986"/>
                  </a:cubicBezTo>
                  <a:cubicBezTo>
                    <a:pt x="846" y="1169"/>
                    <a:pt x="1014" y="1354"/>
                    <a:pt x="1136" y="1505"/>
                  </a:cubicBezTo>
                  <a:cubicBezTo>
                    <a:pt x="1193" y="1575"/>
                    <a:pt x="1276" y="1611"/>
                    <a:pt x="1360" y="1611"/>
                  </a:cubicBezTo>
                  <a:cubicBezTo>
                    <a:pt x="1424" y="1611"/>
                    <a:pt x="1487"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0"/>
            <p:cNvSpPr/>
            <p:nvPr/>
          </p:nvSpPr>
          <p:spPr>
            <a:xfrm>
              <a:off x="4424516" y="2845755"/>
              <a:ext cx="46887" cy="44882"/>
            </a:xfrm>
            <a:custGeom>
              <a:rect b="b" l="l" r="r" t="t"/>
              <a:pathLst>
                <a:path extrusionOk="0" h="1612" w="1684">
                  <a:moveTo>
                    <a:pt x="325" y="1"/>
                  </a:moveTo>
                  <a:cubicBezTo>
                    <a:pt x="241" y="1"/>
                    <a:pt x="157" y="37"/>
                    <a:pt x="100" y="108"/>
                  </a:cubicBezTo>
                  <a:cubicBezTo>
                    <a:pt x="0" y="231"/>
                    <a:pt x="20" y="412"/>
                    <a:pt x="143" y="512"/>
                  </a:cubicBezTo>
                  <a:cubicBezTo>
                    <a:pt x="296" y="634"/>
                    <a:pt x="480" y="803"/>
                    <a:pt x="663" y="986"/>
                  </a:cubicBezTo>
                  <a:cubicBezTo>
                    <a:pt x="846" y="1169"/>
                    <a:pt x="1014" y="1354"/>
                    <a:pt x="1137" y="1505"/>
                  </a:cubicBezTo>
                  <a:cubicBezTo>
                    <a:pt x="1193" y="1575"/>
                    <a:pt x="1276" y="1611"/>
                    <a:pt x="1360" y="1611"/>
                  </a:cubicBezTo>
                  <a:cubicBezTo>
                    <a:pt x="1424" y="1611"/>
                    <a:pt x="1488" y="1591"/>
                    <a:pt x="1541" y="1548"/>
                  </a:cubicBezTo>
                  <a:cubicBezTo>
                    <a:pt x="1664" y="1448"/>
                    <a:pt x="1683" y="1266"/>
                    <a:pt x="1583" y="1143"/>
                  </a:cubicBezTo>
                  <a:cubicBezTo>
                    <a:pt x="1448" y="976"/>
                    <a:pt x="1265" y="776"/>
                    <a:pt x="1069" y="580"/>
                  </a:cubicBezTo>
                  <a:cubicBezTo>
                    <a:pt x="872" y="383"/>
                    <a:pt x="672" y="200"/>
                    <a:pt x="505" y="65"/>
                  </a:cubicBezTo>
                  <a:cubicBezTo>
                    <a:pt x="452" y="22"/>
                    <a:pt x="388"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0"/>
            <p:cNvSpPr/>
            <p:nvPr/>
          </p:nvSpPr>
          <p:spPr>
            <a:xfrm>
              <a:off x="4498105" y="2478924"/>
              <a:ext cx="314370" cy="301618"/>
            </a:xfrm>
            <a:custGeom>
              <a:rect b="b" l="l" r="r" t="t"/>
              <a:pathLst>
                <a:path extrusionOk="0" h="10833" w="11291">
                  <a:moveTo>
                    <a:pt x="4894" y="0"/>
                  </a:moveTo>
                  <a:cubicBezTo>
                    <a:pt x="4176" y="0"/>
                    <a:pt x="3470" y="175"/>
                    <a:pt x="2831" y="543"/>
                  </a:cubicBezTo>
                  <a:cubicBezTo>
                    <a:pt x="572" y="1848"/>
                    <a:pt x="0" y="5088"/>
                    <a:pt x="1553" y="7778"/>
                  </a:cubicBezTo>
                  <a:cubicBezTo>
                    <a:pt x="2667" y="9708"/>
                    <a:pt x="4573" y="10832"/>
                    <a:pt x="6395" y="10832"/>
                  </a:cubicBezTo>
                  <a:cubicBezTo>
                    <a:pt x="7114" y="10832"/>
                    <a:pt x="7819" y="10657"/>
                    <a:pt x="8459" y="10288"/>
                  </a:cubicBezTo>
                  <a:cubicBezTo>
                    <a:pt x="10717" y="8985"/>
                    <a:pt x="11291" y="5745"/>
                    <a:pt x="9737" y="3053"/>
                  </a:cubicBezTo>
                  <a:cubicBezTo>
                    <a:pt x="8622" y="1124"/>
                    <a:pt x="6717" y="0"/>
                    <a:pt x="48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0"/>
            <p:cNvSpPr/>
            <p:nvPr/>
          </p:nvSpPr>
          <p:spPr>
            <a:xfrm>
              <a:off x="4489028" y="2470849"/>
              <a:ext cx="319437" cy="375540"/>
            </a:xfrm>
            <a:custGeom>
              <a:rect b="b" l="l" r="r" t="t"/>
              <a:pathLst>
                <a:path extrusionOk="0" h="13488" w="11473">
                  <a:moveTo>
                    <a:pt x="5221" y="576"/>
                  </a:moveTo>
                  <a:cubicBezTo>
                    <a:pt x="5729" y="576"/>
                    <a:pt x="6254" y="671"/>
                    <a:pt x="6777" y="860"/>
                  </a:cubicBezTo>
                  <a:cubicBezTo>
                    <a:pt x="8017" y="1311"/>
                    <a:pt x="9096" y="2245"/>
                    <a:pt x="9814" y="3487"/>
                  </a:cubicBezTo>
                  <a:cubicBezTo>
                    <a:pt x="11286" y="6038"/>
                    <a:pt x="10759" y="9106"/>
                    <a:pt x="8641" y="10330"/>
                  </a:cubicBezTo>
                  <a:cubicBezTo>
                    <a:pt x="8048" y="10672"/>
                    <a:pt x="7392" y="10834"/>
                    <a:pt x="6723" y="10834"/>
                  </a:cubicBezTo>
                  <a:cubicBezTo>
                    <a:pt x="5001" y="10834"/>
                    <a:pt x="3189" y="9761"/>
                    <a:pt x="2129" y="7924"/>
                  </a:cubicBezTo>
                  <a:cubicBezTo>
                    <a:pt x="657" y="5375"/>
                    <a:pt x="1183" y="2305"/>
                    <a:pt x="3302" y="1082"/>
                  </a:cubicBezTo>
                  <a:cubicBezTo>
                    <a:pt x="3885" y="746"/>
                    <a:pt x="4539" y="576"/>
                    <a:pt x="5221" y="576"/>
                  </a:cubicBezTo>
                  <a:close/>
                  <a:moveTo>
                    <a:pt x="5220" y="0"/>
                  </a:moveTo>
                  <a:cubicBezTo>
                    <a:pt x="4438" y="0"/>
                    <a:pt x="3687" y="196"/>
                    <a:pt x="3014" y="585"/>
                  </a:cubicBezTo>
                  <a:cubicBezTo>
                    <a:pt x="620" y="1966"/>
                    <a:pt x="1" y="5389"/>
                    <a:pt x="1630" y="8212"/>
                  </a:cubicBezTo>
                  <a:cubicBezTo>
                    <a:pt x="2660" y="9995"/>
                    <a:pt x="4345" y="11120"/>
                    <a:pt x="6049" y="11359"/>
                  </a:cubicBezTo>
                  <a:cubicBezTo>
                    <a:pt x="7273" y="11747"/>
                    <a:pt x="8380" y="12449"/>
                    <a:pt x="9252" y="13394"/>
                  </a:cubicBezTo>
                  <a:cubicBezTo>
                    <a:pt x="9308" y="13455"/>
                    <a:pt x="9386" y="13487"/>
                    <a:pt x="9463" y="13487"/>
                  </a:cubicBezTo>
                  <a:cubicBezTo>
                    <a:pt x="9532" y="13487"/>
                    <a:pt x="9603" y="13462"/>
                    <a:pt x="9658" y="13410"/>
                  </a:cubicBezTo>
                  <a:cubicBezTo>
                    <a:pt x="9775" y="13303"/>
                    <a:pt x="9782" y="13121"/>
                    <a:pt x="9675" y="13004"/>
                  </a:cubicBezTo>
                  <a:cubicBezTo>
                    <a:pt x="9049" y="12326"/>
                    <a:pt x="8311" y="11765"/>
                    <a:pt x="7499" y="11342"/>
                  </a:cubicBezTo>
                  <a:cubicBezTo>
                    <a:pt x="7995" y="11258"/>
                    <a:pt x="8477" y="11088"/>
                    <a:pt x="8929" y="10828"/>
                  </a:cubicBezTo>
                  <a:cubicBezTo>
                    <a:pt x="9379" y="10569"/>
                    <a:pt x="9765" y="10236"/>
                    <a:pt x="10087" y="9849"/>
                  </a:cubicBezTo>
                  <a:lnTo>
                    <a:pt x="10087" y="9849"/>
                  </a:lnTo>
                  <a:cubicBezTo>
                    <a:pt x="10048" y="10764"/>
                    <a:pt x="10165" y="11683"/>
                    <a:pt x="10440" y="12563"/>
                  </a:cubicBezTo>
                  <a:cubicBezTo>
                    <a:pt x="10477" y="12685"/>
                    <a:pt x="10592" y="12764"/>
                    <a:pt x="10714" y="12764"/>
                  </a:cubicBezTo>
                  <a:cubicBezTo>
                    <a:pt x="10742" y="12764"/>
                    <a:pt x="10771" y="12760"/>
                    <a:pt x="10799" y="12752"/>
                  </a:cubicBezTo>
                  <a:cubicBezTo>
                    <a:pt x="10952" y="12704"/>
                    <a:pt x="11036" y="12543"/>
                    <a:pt x="10988" y="12391"/>
                  </a:cubicBezTo>
                  <a:cubicBezTo>
                    <a:pt x="10607" y="11165"/>
                    <a:pt x="10552" y="9855"/>
                    <a:pt x="10827" y="8601"/>
                  </a:cubicBezTo>
                  <a:cubicBezTo>
                    <a:pt x="11473" y="7006"/>
                    <a:pt x="11341" y="4984"/>
                    <a:pt x="10312" y="3201"/>
                  </a:cubicBezTo>
                  <a:cubicBezTo>
                    <a:pt x="9526" y="1840"/>
                    <a:pt x="8341" y="818"/>
                    <a:pt x="6973" y="320"/>
                  </a:cubicBezTo>
                  <a:cubicBezTo>
                    <a:pt x="6386" y="106"/>
                    <a:pt x="5795" y="0"/>
                    <a:pt x="5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0"/>
            <p:cNvSpPr/>
            <p:nvPr/>
          </p:nvSpPr>
          <p:spPr>
            <a:xfrm>
              <a:off x="4745852" y="2815712"/>
              <a:ext cx="128799" cy="165050"/>
            </a:xfrm>
            <a:custGeom>
              <a:rect b="b" l="l" r="r" t="t"/>
              <a:pathLst>
                <a:path extrusionOk="0" h="5928" w="4626">
                  <a:moveTo>
                    <a:pt x="1645" y="1"/>
                  </a:moveTo>
                  <a:cubicBezTo>
                    <a:pt x="1594" y="1"/>
                    <a:pt x="1542" y="14"/>
                    <a:pt x="1495" y="41"/>
                  </a:cubicBezTo>
                  <a:lnTo>
                    <a:pt x="194" y="793"/>
                  </a:lnTo>
                  <a:cubicBezTo>
                    <a:pt x="51" y="876"/>
                    <a:pt x="1" y="1058"/>
                    <a:pt x="84" y="1201"/>
                  </a:cubicBezTo>
                  <a:lnTo>
                    <a:pt x="2668" y="5677"/>
                  </a:lnTo>
                  <a:cubicBezTo>
                    <a:pt x="2761" y="5838"/>
                    <a:pt x="2929" y="5927"/>
                    <a:pt x="3101" y="5927"/>
                  </a:cubicBezTo>
                  <a:cubicBezTo>
                    <a:pt x="3186" y="5927"/>
                    <a:pt x="3272" y="5906"/>
                    <a:pt x="3350" y="5860"/>
                  </a:cubicBezTo>
                  <a:lnTo>
                    <a:pt x="4306" y="5309"/>
                  </a:lnTo>
                  <a:cubicBezTo>
                    <a:pt x="4544" y="5171"/>
                    <a:pt x="4626" y="4866"/>
                    <a:pt x="4488" y="4627"/>
                  </a:cubicBezTo>
                  <a:lnTo>
                    <a:pt x="1904" y="151"/>
                  </a:lnTo>
                  <a:cubicBezTo>
                    <a:pt x="1849" y="55"/>
                    <a:pt x="1748" y="1"/>
                    <a:pt x="1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0"/>
            <p:cNvSpPr/>
            <p:nvPr/>
          </p:nvSpPr>
          <p:spPr>
            <a:xfrm>
              <a:off x="4762140" y="2844056"/>
              <a:ext cx="66711" cy="57049"/>
            </a:xfrm>
            <a:custGeom>
              <a:rect b="b" l="l" r="r" t="t"/>
              <a:pathLst>
                <a:path extrusionOk="0" h="2049" w="2396">
                  <a:moveTo>
                    <a:pt x="1819" y="0"/>
                  </a:moveTo>
                  <a:lnTo>
                    <a:pt x="0" y="1050"/>
                  </a:lnTo>
                  <a:lnTo>
                    <a:pt x="576" y="2048"/>
                  </a:lnTo>
                  <a:lnTo>
                    <a:pt x="2395" y="997"/>
                  </a:lnTo>
                  <a:lnTo>
                    <a:pt x="1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0"/>
            <p:cNvSpPr/>
            <p:nvPr/>
          </p:nvSpPr>
          <p:spPr>
            <a:xfrm>
              <a:off x="4544074" y="2609424"/>
              <a:ext cx="84057" cy="129885"/>
            </a:xfrm>
            <a:custGeom>
              <a:rect b="b" l="l" r="r" t="t"/>
              <a:pathLst>
                <a:path extrusionOk="0" h="4665" w="3019">
                  <a:moveTo>
                    <a:pt x="328" y="0"/>
                  </a:moveTo>
                  <a:cubicBezTo>
                    <a:pt x="279" y="0"/>
                    <a:pt x="230" y="13"/>
                    <a:pt x="185" y="39"/>
                  </a:cubicBezTo>
                  <a:cubicBezTo>
                    <a:pt x="48" y="118"/>
                    <a:pt x="1" y="295"/>
                    <a:pt x="80" y="431"/>
                  </a:cubicBezTo>
                  <a:lnTo>
                    <a:pt x="2440" y="4521"/>
                  </a:lnTo>
                  <a:cubicBezTo>
                    <a:pt x="2494" y="4612"/>
                    <a:pt x="2590" y="4665"/>
                    <a:pt x="2690" y="4665"/>
                  </a:cubicBezTo>
                  <a:cubicBezTo>
                    <a:pt x="2739" y="4665"/>
                    <a:pt x="2788" y="4651"/>
                    <a:pt x="2834" y="4626"/>
                  </a:cubicBezTo>
                  <a:cubicBezTo>
                    <a:pt x="2971" y="4546"/>
                    <a:pt x="3018" y="4371"/>
                    <a:pt x="2939" y="4233"/>
                  </a:cubicBezTo>
                  <a:lnTo>
                    <a:pt x="578" y="145"/>
                  </a:lnTo>
                  <a:cubicBezTo>
                    <a:pt x="524" y="52"/>
                    <a:pt x="428" y="0"/>
                    <a:pt x="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0"/>
            <p:cNvSpPr/>
            <p:nvPr/>
          </p:nvSpPr>
          <p:spPr>
            <a:xfrm>
              <a:off x="4548417" y="2551204"/>
              <a:ext cx="128911" cy="207510"/>
            </a:xfrm>
            <a:custGeom>
              <a:rect b="b" l="l" r="r" t="t"/>
              <a:pathLst>
                <a:path extrusionOk="0" h="7453" w="4630">
                  <a:moveTo>
                    <a:pt x="330" y="0"/>
                  </a:moveTo>
                  <a:cubicBezTo>
                    <a:pt x="281" y="0"/>
                    <a:pt x="232" y="13"/>
                    <a:pt x="186" y="39"/>
                  </a:cubicBezTo>
                  <a:cubicBezTo>
                    <a:pt x="48" y="118"/>
                    <a:pt x="1" y="294"/>
                    <a:pt x="81" y="432"/>
                  </a:cubicBezTo>
                  <a:lnTo>
                    <a:pt x="4051" y="7308"/>
                  </a:lnTo>
                  <a:cubicBezTo>
                    <a:pt x="4105" y="7401"/>
                    <a:pt x="4201" y="7452"/>
                    <a:pt x="4300" y="7452"/>
                  </a:cubicBezTo>
                  <a:cubicBezTo>
                    <a:pt x="4349" y="7452"/>
                    <a:pt x="4399" y="7440"/>
                    <a:pt x="4444" y="7414"/>
                  </a:cubicBezTo>
                  <a:cubicBezTo>
                    <a:pt x="4582" y="7335"/>
                    <a:pt x="4629" y="7158"/>
                    <a:pt x="4549" y="7022"/>
                  </a:cubicBezTo>
                  <a:lnTo>
                    <a:pt x="579" y="144"/>
                  </a:lnTo>
                  <a:cubicBezTo>
                    <a:pt x="526" y="52"/>
                    <a:pt x="430"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0"/>
            <p:cNvSpPr/>
            <p:nvPr/>
          </p:nvSpPr>
          <p:spPr>
            <a:xfrm>
              <a:off x="4570330" y="2523361"/>
              <a:ext cx="141050" cy="228615"/>
            </a:xfrm>
            <a:custGeom>
              <a:rect b="b" l="l" r="r" t="t"/>
              <a:pathLst>
                <a:path extrusionOk="0" h="8211" w="5066">
                  <a:moveTo>
                    <a:pt x="330" y="0"/>
                  </a:moveTo>
                  <a:cubicBezTo>
                    <a:pt x="281" y="0"/>
                    <a:pt x="231" y="13"/>
                    <a:pt x="186" y="39"/>
                  </a:cubicBezTo>
                  <a:cubicBezTo>
                    <a:pt x="48" y="118"/>
                    <a:pt x="1" y="294"/>
                    <a:pt x="81" y="432"/>
                  </a:cubicBezTo>
                  <a:lnTo>
                    <a:pt x="4489" y="8067"/>
                  </a:lnTo>
                  <a:cubicBezTo>
                    <a:pt x="4541" y="8158"/>
                    <a:pt x="4639" y="8211"/>
                    <a:pt x="4738" y="8211"/>
                  </a:cubicBezTo>
                  <a:cubicBezTo>
                    <a:pt x="4786" y="8211"/>
                    <a:pt x="4836" y="8197"/>
                    <a:pt x="4882" y="8172"/>
                  </a:cubicBezTo>
                  <a:cubicBezTo>
                    <a:pt x="5019" y="8092"/>
                    <a:pt x="5066" y="7917"/>
                    <a:pt x="4986" y="7779"/>
                  </a:cubicBezTo>
                  <a:lnTo>
                    <a:pt x="579" y="144"/>
                  </a:lnTo>
                  <a:cubicBezTo>
                    <a:pt x="526" y="52"/>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0"/>
            <p:cNvSpPr/>
            <p:nvPr/>
          </p:nvSpPr>
          <p:spPr>
            <a:xfrm>
              <a:off x="4598813" y="2506906"/>
              <a:ext cx="141050" cy="228615"/>
            </a:xfrm>
            <a:custGeom>
              <a:rect b="b" l="l" r="r" t="t"/>
              <a:pathLst>
                <a:path extrusionOk="0" h="8211" w="5066">
                  <a:moveTo>
                    <a:pt x="329" y="0"/>
                  </a:moveTo>
                  <a:cubicBezTo>
                    <a:pt x="281" y="0"/>
                    <a:pt x="231" y="12"/>
                    <a:pt x="186" y="38"/>
                  </a:cubicBezTo>
                  <a:cubicBezTo>
                    <a:pt x="48" y="118"/>
                    <a:pt x="1" y="295"/>
                    <a:pt x="80" y="431"/>
                  </a:cubicBezTo>
                  <a:lnTo>
                    <a:pt x="4489" y="8066"/>
                  </a:lnTo>
                  <a:cubicBezTo>
                    <a:pt x="4542" y="8159"/>
                    <a:pt x="4638" y="8210"/>
                    <a:pt x="4738" y="8210"/>
                  </a:cubicBezTo>
                  <a:cubicBezTo>
                    <a:pt x="4787" y="8210"/>
                    <a:pt x="4835" y="8198"/>
                    <a:pt x="4882" y="8172"/>
                  </a:cubicBezTo>
                  <a:cubicBezTo>
                    <a:pt x="5018" y="8092"/>
                    <a:pt x="5066" y="7916"/>
                    <a:pt x="4987" y="7778"/>
                  </a:cubicBezTo>
                  <a:lnTo>
                    <a:pt x="579" y="145"/>
                  </a:lnTo>
                  <a:cubicBezTo>
                    <a:pt x="526" y="52"/>
                    <a:pt x="429"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0"/>
            <p:cNvSpPr/>
            <p:nvPr/>
          </p:nvSpPr>
          <p:spPr>
            <a:xfrm>
              <a:off x="4633895" y="2501866"/>
              <a:ext cx="128883" cy="207482"/>
            </a:xfrm>
            <a:custGeom>
              <a:rect b="b" l="l" r="r" t="t"/>
              <a:pathLst>
                <a:path extrusionOk="0" h="7452" w="4629">
                  <a:moveTo>
                    <a:pt x="329" y="0"/>
                  </a:moveTo>
                  <a:cubicBezTo>
                    <a:pt x="280" y="0"/>
                    <a:pt x="230" y="13"/>
                    <a:pt x="185" y="39"/>
                  </a:cubicBezTo>
                  <a:cubicBezTo>
                    <a:pt x="48" y="118"/>
                    <a:pt x="1" y="294"/>
                    <a:pt x="80" y="432"/>
                  </a:cubicBezTo>
                  <a:lnTo>
                    <a:pt x="4050" y="7308"/>
                  </a:lnTo>
                  <a:cubicBezTo>
                    <a:pt x="4104" y="7401"/>
                    <a:pt x="4200" y="7452"/>
                    <a:pt x="4300" y="7452"/>
                  </a:cubicBezTo>
                  <a:cubicBezTo>
                    <a:pt x="4349" y="7452"/>
                    <a:pt x="4399" y="7440"/>
                    <a:pt x="4444" y="7414"/>
                  </a:cubicBezTo>
                  <a:cubicBezTo>
                    <a:pt x="4580" y="7335"/>
                    <a:pt x="4628" y="7158"/>
                    <a:pt x="4549" y="7021"/>
                  </a:cubicBezTo>
                  <a:lnTo>
                    <a:pt x="579" y="144"/>
                  </a:lnTo>
                  <a:cubicBezTo>
                    <a:pt x="525" y="52"/>
                    <a:pt x="428"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0"/>
            <p:cNvSpPr/>
            <p:nvPr/>
          </p:nvSpPr>
          <p:spPr>
            <a:xfrm>
              <a:off x="4686490" y="2527204"/>
              <a:ext cx="79657" cy="122256"/>
            </a:xfrm>
            <a:custGeom>
              <a:rect b="b" l="l" r="r" t="t"/>
              <a:pathLst>
                <a:path extrusionOk="0" h="4391" w="2861">
                  <a:moveTo>
                    <a:pt x="330" y="0"/>
                  </a:moveTo>
                  <a:cubicBezTo>
                    <a:pt x="281" y="0"/>
                    <a:pt x="231" y="13"/>
                    <a:pt x="186" y="39"/>
                  </a:cubicBezTo>
                  <a:cubicBezTo>
                    <a:pt x="49" y="118"/>
                    <a:pt x="1" y="294"/>
                    <a:pt x="80" y="432"/>
                  </a:cubicBezTo>
                  <a:lnTo>
                    <a:pt x="2283" y="4247"/>
                  </a:lnTo>
                  <a:cubicBezTo>
                    <a:pt x="2337" y="4338"/>
                    <a:pt x="2433" y="4390"/>
                    <a:pt x="2532" y="4390"/>
                  </a:cubicBezTo>
                  <a:cubicBezTo>
                    <a:pt x="2582" y="4390"/>
                    <a:pt x="2630" y="4377"/>
                    <a:pt x="2676" y="4351"/>
                  </a:cubicBezTo>
                  <a:cubicBezTo>
                    <a:pt x="2813" y="4272"/>
                    <a:pt x="2861" y="4097"/>
                    <a:pt x="2782" y="3959"/>
                  </a:cubicBezTo>
                  <a:lnTo>
                    <a:pt x="579" y="144"/>
                  </a:lnTo>
                  <a:cubicBezTo>
                    <a:pt x="526" y="51"/>
                    <a:pt x="429" y="0"/>
                    <a:pt x="3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0"/>
            <p:cNvSpPr/>
            <p:nvPr/>
          </p:nvSpPr>
          <p:spPr>
            <a:xfrm>
              <a:off x="4551062" y="2519714"/>
              <a:ext cx="126850" cy="78711"/>
            </a:xfrm>
            <a:custGeom>
              <a:rect b="b" l="l" r="r" t="t"/>
              <a:pathLst>
                <a:path extrusionOk="0" h="2827" w="4556">
                  <a:moveTo>
                    <a:pt x="4227" y="1"/>
                  </a:moveTo>
                  <a:cubicBezTo>
                    <a:pt x="4178" y="1"/>
                    <a:pt x="4129" y="13"/>
                    <a:pt x="4083" y="39"/>
                  </a:cubicBezTo>
                  <a:lnTo>
                    <a:pt x="185" y="2290"/>
                  </a:lnTo>
                  <a:cubicBezTo>
                    <a:pt x="47" y="2369"/>
                    <a:pt x="1" y="2545"/>
                    <a:pt x="80" y="2682"/>
                  </a:cubicBezTo>
                  <a:cubicBezTo>
                    <a:pt x="133" y="2775"/>
                    <a:pt x="230" y="2826"/>
                    <a:pt x="329" y="2826"/>
                  </a:cubicBezTo>
                  <a:cubicBezTo>
                    <a:pt x="378" y="2826"/>
                    <a:pt x="428" y="2814"/>
                    <a:pt x="473" y="2787"/>
                  </a:cubicBezTo>
                  <a:lnTo>
                    <a:pt x="4371" y="537"/>
                  </a:lnTo>
                  <a:cubicBezTo>
                    <a:pt x="4509" y="458"/>
                    <a:pt x="4555" y="282"/>
                    <a:pt x="4476" y="144"/>
                  </a:cubicBezTo>
                  <a:cubicBezTo>
                    <a:pt x="4423" y="52"/>
                    <a:pt x="4326" y="1"/>
                    <a:pt x="4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0"/>
            <p:cNvSpPr/>
            <p:nvPr/>
          </p:nvSpPr>
          <p:spPr>
            <a:xfrm>
              <a:off x="4539675" y="2532132"/>
              <a:ext cx="182508" cy="110841"/>
            </a:xfrm>
            <a:custGeom>
              <a:rect b="b" l="l" r="r" t="t"/>
              <a:pathLst>
                <a:path extrusionOk="0" h="3981" w="6555">
                  <a:moveTo>
                    <a:pt x="6227" y="1"/>
                  </a:moveTo>
                  <a:cubicBezTo>
                    <a:pt x="6178" y="1"/>
                    <a:pt x="6128" y="13"/>
                    <a:pt x="6083" y="40"/>
                  </a:cubicBezTo>
                  <a:lnTo>
                    <a:pt x="186" y="3444"/>
                  </a:lnTo>
                  <a:cubicBezTo>
                    <a:pt x="48" y="3523"/>
                    <a:pt x="0" y="3699"/>
                    <a:pt x="81" y="3837"/>
                  </a:cubicBezTo>
                  <a:cubicBezTo>
                    <a:pt x="133" y="3929"/>
                    <a:pt x="231" y="3981"/>
                    <a:pt x="329" y="3981"/>
                  </a:cubicBezTo>
                  <a:cubicBezTo>
                    <a:pt x="378" y="3981"/>
                    <a:pt x="428" y="3968"/>
                    <a:pt x="473" y="3941"/>
                  </a:cubicBezTo>
                  <a:lnTo>
                    <a:pt x="6370" y="537"/>
                  </a:lnTo>
                  <a:cubicBezTo>
                    <a:pt x="6507" y="458"/>
                    <a:pt x="6555" y="283"/>
                    <a:pt x="6475" y="145"/>
                  </a:cubicBezTo>
                  <a:cubicBezTo>
                    <a:pt x="6422" y="52"/>
                    <a:pt x="6326" y="1"/>
                    <a:pt x="6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0"/>
            <p:cNvSpPr/>
            <p:nvPr/>
          </p:nvSpPr>
          <p:spPr>
            <a:xfrm>
              <a:off x="4549865" y="2556995"/>
              <a:ext cx="195065" cy="118108"/>
            </a:xfrm>
            <a:custGeom>
              <a:rect b="b" l="l" r="r" t="t"/>
              <a:pathLst>
                <a:path extrusionOk="0" h="4242" w="7006">
                  <a:moveTo>
                    <a:pt x="6677" y="0"/>
                  </a:moveTo>
                  <a:cubicBezTo>
                    <a:pt x="6628" y="0"/>
                    <a:pt x="6578" y="13"/>
                    <a:pt x="6533" y="40"/>
                  </a:cubicBezTo>
                  <a:lnTo>
                    <a:pt x="184" y="3705"/>
                  </a:lnTo>
                  <a:cubicBezTo>
                    <a:pt x="46" y="3784"/>
                    <a:pt x="0" y="3960"/>
                    <a:pt x="79" y="4097"/>
                  </a:cubicBezTo>
                  <a:cubicBezTo>
                    <a:pt x="133" y="4189"/>
                    <a:pt x="229" y="4241"/>
                    <a:pt x="328" y="4241"/>
                  </a:cubicBezTo>
                  <a:cubicBezTo>
                    <a:pt x="377" y="4241"/>
                    <a:pt x="427" y="4229"/>
                    <a:pt x="472" y="4202"/>
                  </a:cubicBezTo>
                  <a:lnTo>
                    <a:pt x="6820" y="537"/>
                  </a:lnTo>
                  <a:cubicBezTo>
                    <a:pt x="6958" y="458"/>
                    <a:pt x="7006" y="282"/>
                    <a:pt x="6925" y="145"/>
                  </a:cubicBezTo>
                  <a:cubicBezTo>
                    <a:pt x="6872"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0"/>
            <p:cNvSpPr/>
            <p:nvPr/>
          </p:nvSpPr>
          <p:spPr>
            <a:xfrm>
              <a:off x="4566292" y="2585479"/>
              <a:ext cx="195092" cy="118108"/>
            </a:xfrm>
            <a:custGeom>
              <a:rect b="b" l="l" r="r" t="t"/>
              <a:pathLst>
                <a:path extrusionOk="0" h="4242" w="7007">
                  <a:moveTo>
                    <a:pt x="6677" y="0"/>
                  </a:moveTo>
                  <a:cubicBezTo>
                    <a:pt x="6628" y="0"/>
                    <a:pt x="6579" y="13"/>
                    <a:pt x="6534" y="39"/>
                  </a:cubicBezTo>
                  <a:lnTo>
                    <a:pt x="185" y="3705"/>
                  </a:lnTo>
                  <a:cubicBezTo>
                    <a:pt x="48" y="3784"/>
                    <a:pt x="0" y="3960"/>
                    <a:pt x="80" y="4098"/>
                  </a:cubicBezTo>
                  <a:cubicBezTo>
                    <a:pt x="133" y="4189"/>
                    <a:pt x="230" y="4242"/>
                    <a:pt x="330" y="4242"/>
                  </a:cubicBezTo>
                  <a:cubicBezTo>
                    <a:pt x="378" y="4242"/>
                    <a:pt x="427" y="4228"/>
                    <a:pt x="472" y="4203"/>
                  </a:cubicBezTo>
                  <a:lnTo>
                    <a:pt x="6821" y="538"/>
                  </a:lnTo>
                  <a:cubicBezTo>
                    <a:pt x="6958" y="458"/>
                    <a:pt x="7006" y="281"/>
                    <a:pt x="6927" y="145"/>
                  </a:cubicBezTo>
                  <a:cubicBezTo>
                    <a:pt x="6873" y="52"/>
                    <a:pt x="6776" y="0"/>
                    <a:pt x="6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0"/>
            <p:cNvSpPr/>
            <p:nvPr/>
          </p:nvSpPr>
          <p:spPr>
            <a:xfrm>
              <a:off x="4589012" y="2617610"/>
              <a:ext cx="182508" cy="110841"/>
            </a:xfrm>
            <a:custGeom>
              <a:rect b="b" l="l" r="r" t="t"/>
              <a:pathLst>
                <a:path extrusionOk="0" h="3981" w="6555">
                  <a:moveTo>
                    <a:pt x="6226" y="0"/>
                  </a:moveTo>
                  <a:cubicBezTo>
                    <a:pt x="6177" y="0"/>
                    <a:pt x="6128" y="12"/>
                    <a:pt x="6083" y="38"/>
                  </a:cubicBezTo>
                  <a:lnTo>
                    <a:pt x="186" y="3444"/>
                  </a:lnTo>
                  <a:cubicBezTo>
                    <a:pt x="48" y="3523"/>
                    <a:pt x="0" y="3699"/>
                    <a:pt x="81" y="3836"/>
                  </a:cubicBezTo>
                  <a:cubicBezTo>
                    <a:pt x="133" y="3928"/>
                    <a:pt x="230" y="3980"/>
                    <a:pt x="330" y="3980"/>
                  </a:cubicBezTo>
                  <a:cubicBezTo>
                    <a:pt x="378" y="3980"/>
                    <a:pt x="428" y="3967"/>
                    <a:pt x="474" y="3941"/>
                  </a:cubicBezTo>
                  <a:lnTo>
                    <a:pt x="6371" y="537"/>
                  </a:lnTo>
                  <a:cubicBezTo>
                    <a:pt x="6507" y="457"/>
                    <a:pt x="6555" y="281"/>
                    <a:pt x="6475" y="143"/>
                  </a:cubicBezTo>
                  <a:cubicBezTo>
                    <a:pt x="6422" y="52"/>
                    <a:pt x="6326"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0"/>
            <p:cNvSpPr/>
            <p:nvPr/>
          </p:nvSpPr>
          <p:spPr>
            <a:xfrm>
              <a:off x="4646118" y="2662158"/>
              <a:ext cx="114043" cy="71277"/>
            </a:xfrm>
            <a:custGeom>
              <a:rect b="b" l="l" r="r" t="t"/>
              <a:pathLst>
                <a:path extrusionOk="0" h="2560" w="4096">
                  <a:moveTo>
                    <a:pt x="3766" y="0"/>
                  </a:moveTo>
                  <a:cubicBezTo>
                    <a:pt x="3718" y="0"/>
                    <a:pt x="3668" y="13"/>
                    <a:pt x="3623" y="39"/>
                  </a:cubicBezTo>
                  <a:lnTo>
                    <a:pt x="185" y="2023"/>
                  </a:lnTo>
                  <a:cubicBezTo>
                    <a:pt x="48" y="2102"/>
                    <a:pt x="1" y="2279"/>
                    <a:pt x="80" y="2416"/>
                  </a:cubicBezTo>
                  <a:cubicBezTo>
                    <a:pt x="134" y="2508"/>
                    <a:pt x="230" y="2560"/>
                    <a:pt x="329" y="2560"/>
                  </a:cubicBezTo>
                  <a:cubicBezTo>
                    <a:pt x="379" y="2560"/>
                    <a:pt x="428" y="2547"/>
                    <a:pt x="473" y="2522"/>
                  </a:cubicBezTo>
                  <a:lnTo>
                    <a:pt x="3911" y="536"/>
                  </a:lnTo>
                  <a:cubicBezTo>
                    <a:pt x="4048" y="457"/>
                    <a:pt x="4095" y="281"/>
                    <a:pt x="4016" y="144"/>
                  </a:cubicBezTo>
                  <a:cubicBezTo>
                    <a:pt x="3963" y="52"/>
                    <a:pt x="386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0"/>
            <p:cNvSpPr/>
            <p:nvPr/>
          </p:nvSpPr>
          <p:spPr>
            <a:xfrm>
              <a:off x="4524194" y="2733297"/>
              <a:ext cx="245153" cy="245181"/>
            </a:xfrm>
            <a:custGeom>
              <a:rect b="b" l="l" r="r" t="t"/>
              <a:pathLst>
                <a:path extrusionOk="0" h="8806" w="8805">
                  <a:moveTo>
                    <a:pt x="4402" y="1"/>
                  </a:moveTo>
                  <a:cubicBezTo>
                    <a:pt x="1971" y="1"/>
                    <a:pt x="0" y="1972"/>
                    <a:pt x="0" y="4404"/>
                  </a:cubicBezTo>
                  <a:cubicBezTo>
                    <a:pt x="0" y="6835"/>
                    <a:pt x="1971" y="8806"/>
                    <a:pt x="4402" y="8806"/>
                  </a:cubicBezTo>
                  <a:cubicBezTo>
                    <a:pt x="6834" y="8806"/>
                    <a:pt x="8805" y="6835"/>
                    <a:pt x="8805" y="4404"/>
                  </a:cubicBezTo>
                  <a:cubicBezTo>
                    <a:pt x="8805" y="1972"/>
                    <a:pt x="6834" y="1"/>
                    <a:pt x="4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0"/>
            <p:cNvSpPr/>
            <p:nvPr/>
          </p:nvSpPr>
          <p:spPr>
            <a:xfrm>
              <a:off x="4524138" y="2733297"/>
              <a:ext cx="242898" cy="245181"/>
            </a:xfrm>
            <a:custGeom>
              <a:rect b="b" l="l" r="r" t="t"/>
              <a:pathLst>
                <a:path extrusionOk="0" h="8806" w="8724">
                  <a:moveTo>
                    <a:pt x="4404" y="1"/>
                  </a:moveTo>
                  <a:cubicBezTo>
                    <a:pt x="4271" y="1"/>
                    <a:pt x="4140" y="7"/>
                    <a:pt x="4011" y="19"/>
                  </a:cubicBezTo>
                  <a:cubicBezTo>
                    <a:pt x="3820" y="260"/>
                    <a:pt x="3512" y="696"/>
                    <a:pt x="3230" y="1318"/>
                  </a:cubicBezTo>
                  <a:cubicBezTo>
                    <a:pt x="2834" y="2193"/>
                    <a:pt x="2413" y="3617"/>
                    <a:pt x="2629" y="5472"/>
                  </a:cubicBezTo>
                  <a:cubicBezTo>
                    <a:pt x="2277" y="5397"/>
                    <a:pt x="1939" y="5289"/>
                    <a:pt x="1622" y="5152"/>
                  </a:cubicBezTo>
                  <a:cubicBezTo>
                    <a:pt x="1753" y="3699"/>
                    <a:pt x="862" y="2705"/>
                    <a:pt x="573" y="2424"/>
                  </a:cubicBezTo>
                  <a:cubicBezTo>
                    <a:pt x="556" y="2409"/>
                    <a:pt x="530" y="2390"/>
                    <a:pt x="498" y="2371"/>
                  </a:cubicBezTo>
                  <a:cubicBezTo>
                    <a:pt x="406" y="2549"/>
                    <a:pt x="325" y="2733"/>
                    <a:pt x="257" y="2923"/>
                  </a:cubicBezTo>
                  <a:cubicBezTo>
                    <a:pt x="529" y="3214"/>
                    <a:pt x="1059" y="3905"/>
                    <a:pt x="1059" y="4865"/>
                  </a:cubicBezTo>
                  <a:cubicBezTo>
                    <a:pt x="744" y="4677"/>
                    <a:pt x="456" y="4455"/>
                    <a:pt x="204" y="4204"/>
                  </a:cubicBezTo>
                  <a:cubicBezTo>
                    <a:pt x="172" y="4171"/>
                    <a:pt x="102" y="4103"/>
                    <a:pt x="18" y="4025"/>
                  </a:cubicBezTo>
                  <a:cubicBezTo>
                    <a:pt x="7" y="4149"/>
                    <a:pt x="1" y="4276"/>
                    <a:pt x="1" y="4404"/>
                  </a:cubicBezTo>
                  <a:cubicBezTo>
                    <a:pt x="1" y="4544"/>
                    <a:pt x="8" y="4682"/>
                    <a:pt x="22" y="4820"/>
                  </a:cubicBezTo>
                  <a:cubicBezTo>
                    <a:pt x="309" y="5073"/>
                    <a:pt x="633" y="5294"/>
                    <a:pt x="981" y="5481"/>
                  </a:cubicBezTo>
                  <a:cubicBezTo>
                    <a:pt x="889" y="5809"/>
                    <a:pt x="703" y="6081"/>
                    <a:pt x="426" y="6292"/>
                  </a:cubicBezTo>
                  <a:lnTo>
                    <a:pt x="708" y="6797"/>
                  </a:lnTo>
                  <a:cubicBezTo>
                    <a:pt x="718" y="6791"/>
                    <a:pt x="724" y="6787"/>
                    <a:pt x="729" y="6785"/>
                  </a:cubicBezTo>
                  <a:cubicBezTo>
                    <a:pt x="1108" y="6509"/>
                    <a:pt x="1369" y="6154"/>
                    <a:pt x="1508" y="5727"/>
                  </a:cubicBezTo>
                  <a:cubicBezTo>
                    <a:pt x="1891" y="5883"/>
                    <a:pt x="2299" y="6002"/>
                    <a:pt x="2721" y="6077"/>
                  </a:cubicBezTo>
                  <a:cubicBezTo>
                    <a:pt x="3005" y="7555"/>
                    <a:pt x="3613" y="8401"/>
                    <a:pt x="3966" y="8785"/>
                  </a:cubicBezTo>
                  <a:cubicBezTo>
                    <a:pt x="4110" y="8798"/>
                    <a:pt x="4256" y="8806"/>
                    <a:pt x="4404" y="8806"/>
                  </a:cubicBezTo>
                  <a:cubicBezTo>
                    <a:pt x="4557" y="8806"/>
                    <a:pt x="4710" y="8798"/>
                    <a:pt x="4859" y="8782"/>
                  </a:cubicBezTo>
                  <a:cubicBezTo>
                    <a:pt x="4737" y="8691"/>
                    <a:pt x="4624" y="8613"/>
                    <a:pt x="4578" y="8577"/>
                  </a:cubicBezTo>
                  <a:cubicBezTo>
                    <a:pt x="4568" y="8570"/>
                    <a:pt x="3709" y="7885"/>
                    <a:pt x="3326" y="6155"/>
                  </a:cubicBezTo>
                  <a:lnTo>
                    <a:pt x="3326" y="6155"/>
                  </a:lnTo>
                  <a:cubicBezTo>
                    <a:pt x="3506" y="6171"/>
                    <a:pt x="3690" y="6178"/>
                    <a:pt x="3876" y="6178"/>
                  </a:cubicBezTo>
                  <a:cubicBezTo>
                    <a:pt x="4265" y="6178"/>
                    <a:pt x="4648" y="6144"/>
                    <a:pt x="5018" y="6078"/>
                  </a:cubicBezTo>
                  <a:cubicBezTo>
                    <a:pt x="5362" y="6475"/>
                    <a:pt x="5858" y="6610"/>
                    <a:pt x="6376" y="6610"/>
                  </a:cubicBezTo>
                  <a:cubicBezTo>
                    <a:pt x="7181" y="6610"/>
                    <a:pt x="8042" y="6283"/>
                    <a:pt x="8469" y="6096"/>
                  </a:cubicBezTo>
                  <a:lnTo>
                    <a:pt x="8697" y="5382"/>
                  </a:lnTo>
                  <a:lnTo>
                    <a:pt x="8697" y="5382"/>
                  </a:lnTo>
                  <a:cubicBezTo>
                    <a:pt x="8601" y="5408"/>
                    <a:pt x="8519" y="5436"/>
                    <a:pt x="8477" y="5456"/>
                  </a:cubicBezTo>
                  <a:cubicBezTo>
                    <a:pt x="8461" y="5465"/>
                    <a:pt x="7310" y="6038"/>
                    <a:pt x="6375" y="6038"/>
                  </a:cubicBezTo>
                  <a:cubicBezTo>
                    <a:pt x="6138" y="6038"/>
                    <a:pt x="5915" y="6001"/>
                    <a:pt x="5728" y="5909"/>
                  </a:cubicBezTo>
                  <a:cubicBezTo>
                    <a:pt x="6181" y="5772"/>
                    <a:pt x="6610" y="5583"/>
                    <a:pt x="7005" y="5345"/>
                  </a:cubicBezTo>
                  <a:cubicBezTo>
                    <a:pt x="7771" y="4886"/>
                    <a:pt x="8370" y="4258"/>
                    <a:pt x="8724" y="3550"/>
                  </a:cubicBezTo>
                  <a:cubicBezTo>
                    <a:pt x="8663" y="3243"/>
                    <a:pt x="8571" y="2948"/>
                    <a:pt x="8451" y="2667"/>
                  </a:cubicBezTo>
                  <a:cubicBezTo>
                    <a:pt x="8396" y="2815"/>
                    <a:pt x="8352" y="2954"/>
                    <a:pt x="8336" y="3000"/>
                  </a:cubicBezTo>
                  <a:cubicBezTo>
                    <a:pt x="7899" y="4170"/>
                    <a:pt x="6730" y="5069"/>
                    <a:pt x="5287" y="5431"/>
                  </a:cubicBezTo>
                  <a:cubicBezTo>
                    <a:pt x="5209" y="5242"/>
                    <a:pt x="5194" y="5036"/>
                    <a:pt x="5243" y="4808"/>
                  </a:cubicBezTo>
                  <a:cubicBezTo>
                    <a:pt x="5362" y="4244"/>
                    <a:pt x="5862" y="3557"/>
                    <a:pt x="6688" y="2822"/>
                  </a:cubicBezTo>
                  <a:cubicBezTo>
                    <a:pt x="7331" y="2250"/>
                    <a:pt x="7947" y="1851"/>
                    <a:pt x="7957" y="1845"/>
                  </a:cubicBezTo>
                  <a:cubicBezTo>
                    <a:pt x="7963" y="1841"/>
                    <a:pt x="7970" y="1837"/>
                    <a:pt x="7977" y="1832"/>
                  </a:cubicBezTo>
                  <a:cubicBezTo>
                    <a:pt x="7864" y="1674"/>
                    <a:pt x="7741" y="1526"/>
                    <a:pt x="7608" y="1385"/>
                  </a:cubicBezTo>
                  <a:cubicBezTo>
                    <a:pt x="7276" y="1605"/>
                    <a:pt x="5007" y="3146"/>
                    <a:pt x="4681" y="4688"/>
                  </a:cubicBezTo>
                  <a:cubicBezTo>
                    <a:pt x="4616" y="4991"/>
                    <a:pt x="4628" y="5277"/>
                    <a:pt x="4715" y="5543"/>
                  </a:cubicBezTo>
                  <a:cubicBezTo>
                    <a:pt x="4442" y="5582"/>
                    <a:pt x="4161" y="5604"/>
                    <a:pt x="3876" y="5604"/>
                  </a:cubicBezTo>
                  <a:cubicBezTo>
                    <a:pt x="3654" y="5604"/>
                    <a:pt x="3435" y="5592"/>
                    <a:pt x="3221" y="5569"/>
                  </a:cubicBezTo>
                  <a:cubicBezTo>
                    <a:pt x="3218" y="5550"/>
                    <a:pt x="3216" y="5533"/>
                    <a:pt x="3213" y="5516"/>
                  </a:cubicBezTo>
                  <a:cubicBezTo>
                    <a:pt x="2985" y="3750"/>
                    <a:pt x="3376" y="2401"/>
                    <a:pt x="3744" y="1580"/>
                  </a:cubicBezTo>
                  <a:cubicBezTo>
                    <a:pt x="4142" y="693"/>
                    <a:pt x="4601" y="212"/>
                    <a:pt x="4610" y="202"/>
                  </a:cubicBezTo>
                  <a:cubicBezTo>
                    <a:pt x="4638" y="173"/>
                    <a:pt x="4711" y="106"/>
                    <a:pt x="4800" y="19"/>
                  </a:cubicBezTo>
                  <a:cubicBezTo>
                    <a:pt x="4670" y="7"/>
                    <a:pt x="4538" y="1"/>
                    <a:pt x="4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0"/>
          <p:cNvGrpSpPr/>
          <p:nvPr/>
        </p:nvGrpSpPr>
        <p:grpSpPr>
          <a:xfrm>
            <a:off x="2412503" y="2588049"/>
            <a:ext cx="476602" cy="501871"/>
            <a:chOff x="2144847" y="2470849"/>
            <a:chExt cx="498381" cy="535272"/>
          </a:xfrm>
        </p:grpSpPr>
        <p:sp>
          <p:nvSpPr>
            <p:cNvPr id="4217" name="Google Shape;4217;p70"/>
            <p:cNvSpPr/>
            <p:nvPr/>
          </p:nvSpPr>
          <p:spPr>
            <a:xfrm>
              <a:off x="2267996" y="2470849"/>
              <a:ext cx="252086" cy="535272"/>
            </a:xfrm>
            <a:custGeom>
              <a:rect b="b" l="l" r="r" t="t"/>
              <a:pathLst>
                <a:path extrusionOk="0" h="19225" w="9054">
                  <a:moveTo>
                    <a:pt x="4527" y="564"/>
                  </a:moveTo>
                  <a:cubicBezTo>
                    <a:pt x="5544" y="564"/>
                    <a:pt x="6519" y="1476"/>
                    <a:pt x="7272" y="3131"/>
                  </a:cubicBezTo>
                  <a:cubicBezTo>
                    <a:pt x="8058" y="4858"/>
                    <a:pt x="8490" y="7160"/>
                    <a:pt x="8490" y="9612"/>
                  </a:cubicBezTo>
                  <a:cubicBezTo>
                    <a:pt x="8490" y="12065"/>
                    <a:pt x="8058" y="14368"/>
                    <a:pt x="7272" y="16094"/>
                  </a:cubicBezTo>
                  <a:cubicBezTo>
                    <a:pt x="6519" y="17750"/>
                    <a:pt x="5544" y="18662"/>
                    <a:pt x="4527" y="18662"/>
                  </a:cubicBezTo>
                  <a:cubicBezTo>
                    <a:pt x="3510" y="18662"/>
                    <a:pt x="2535" y="17750"/>
                    <a:pt x="1783" y="16094"/>
                  </a:cubicBezTo>
                  <a:cubicBezTo>
                    <a:pt x="997" y="14368"/>
                    <a:pt x="564" y="12065"/>
                    <a:pt x="564" y="9612"/>
                  </a:cubicBezTo>
                  <a:cubicBezTo>
                    <a:pt x="564" y="7160"/>
                    <a:pt x="997" y="4858"/>
                    <a:pt x="1783" y="3131"/>
                  </a:cubicBezTo>
                  <a:cubicBezTo>
                    <a:pt x="2535" y="1476"/>
                    <a:pt x="3510" y="564"/>
                    <a:pt x="4527" y="564"/>
                  </a:cubicBezTo>
                  <a:close/>
                  <a:moveTo>
                    <a:pt x="4527" y="0"/>
                  </a:moveTo>
                  <a:cubicBezTo>
                    <a:pt x="3277" y="0"/>
                    <a:pt x="2119" y="1030"/>
                    <a:pt x="1269" y="2898"/>
                  </a:cubicBezTo>
                  <a:cubicBezTo>
                    <a:pt x="452" y="4696"/>
                    <a:pt x="1" y="7080"/>
                    <a:pt x="1" y="9612"/>
                  </a:cubicBezTo>
                  <a:cubicBezTo>
                    <a:pt x="1" y="12144"/>
                    <a:pt x="452" y="14529"/>
                    <a:pt x="1269" y="16326"/>
                  </a:cubicBezTo>
                  <a:cubicBezTo>
                    <a:pt x="2119" y="18196"/>
                    <a:pt x="3277" y="19224"/>
                    <a:pt x="4527" y="19224"/>
                  </a:cubicBezTo>
                  <a:cubicBezTo>
                    <a:pt x="5778" y="19224"/>
                    <a:pt x="6935" y="18196"/>
                    <a:pt x="7785" y="16326"/>
                  </a:cubicBezTo>
                  <a:cubicBezTo>
                    <a:pt x="8603" y="14529"/>
                    <a:pt x="9053" y="12144"/>
                    <a:pt x="9053" y="9612"/>
                  </a:cubicBezTo>
                  <a:cubicBezTo>
                    <a:pt x="9053" y="7080"/>
                    <a:pt x="8603" y="4696"/>
                    <a:pt x="7785" y="2898"/>
                  </a:cubicBezTo>
                  <a:cubicBezTo>
                    <a:pt x="6935" y="1030"/>
                    <a:pt x="5778" y="0"/>
                    <a:pt x="4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0"/>
            <p:cNvSpPr/>
            <p:nvPr/>
          </p:nvSpPr>
          <p:spPr>
            <a:xfrm>
              <a:off x="2144847" y="2565265"/>
              <a:ext cx="498381" cy="346444"/>
            </a:xfrm>
            <a:custGeom>
              <a:rect b="b" l="l" r="r" t="t"/>
              <a:pathLst>
                <a:path extrusionOk="0" h="12443" w="17900">
                  <a:moveTo>
                    <a:pt x="3896" y="562"/>
                  </a:moveTo>
                  <a:cubicBezTo>
                    <a:pt x="4153" y="562"/>
                    <a:pt x="4425" y="577"/>
                    <a:pt x="4709" y="604"/>
                  </a:cubicBezTo>
                  <a:cubicBezTo>
                    <a:pt x="6597" y="787"/>
                    <a:pt x="8807" y="1564"/>
                    <a:pt x="10932" y="2789"/>
                  </a:cubicBezTo>
                  <a:cubicBezTo>
                    <a:pt x="13055" y="4016"/>
                    <a:pt x="14834" y="5542"/>
                    <a:pt x="15936" y="7085"/>
                  </a:cubicBezTo>
                  <a:cubicBezTo>
                    <a:pt x="16992" y="8566"/>
                    <a:pt x="17295" y="9866"/>
                    <a:pt x="16787" y="10746"/>
                  </a:cubicBezTo>
                  <a:cubicBezTo>
                    <a:pt x="16359" y="11488"/>
                    <a:pt x="15384" y="11880"/>
                    <a:pt x="14005" y="11880"/>
                  </a:cubicBezTo>
                  <a:cubicBezTo>
                    <a:pt x="13747" y="11880"/>
                    <a:pt x="13476" y="11867"/>
                    <a:pt x="13191" y="11839"/>
                  </a:cubicBezTo>
                  <a:cubicBezTo>
                    <a:pt x="11303" y="11656"/>
                    <a:pt x="9093" y="10880"/>
                    <a:pt x="6969" y="9653"/>
                  </a:cubicBezTo>
                  <a:cubicBezTo>
                    <a:pt x="4845" y="8426"/>
                    <a:pt x="3068" y="6902"/>
                    <a:pt x="1965" y="5358"/>
                  </a:cubicBezTo>
                  <a:cubicBezTo>
                    <a:pt x="908" y="3878"/>
                    <a:pt x="605" y="2577"/>
                    <a:pt x="1114" y="1698"/>
                  </a:cubicBezTo>
                  <a:cubicBezTo>
                    <a:pt x="1542" y="955"/>
                    <a:pt x="2516" y="562"/>
                    <a:pt x="3896" y="562"/>
                  </a:cubicBezTo>
                  <a:close/>
                  <a:moveTo>
                    <a:pt x="3906" y="0"/>
                  </a:moveTo>
                  <a:cubicBezTo>
                    <a:pt x="2310" y="0"/>
                    <a:pt x="1160" y="491"/>
                    <a:pt x="626" y="1416"/>
                  </a:cubicBezTo>
                  <a:cubicBezTo>
                    <a:pt x="0" y="2499"/>
                    <a:pt x="314" y="4015"/>
                    <a:pt x="1506" y="5686"/>
                  </a:cubicBezTo>
                  <a:cubicBezTo>
                    <a:pt x="2655" y="7293"/>
                    <a:pt x="4495" y="8875"/>
                    <a:pt x="6688" y="10141"/>
                  </a:cubicBezTo>
                  <a:cubicBezTo>
                    <a:pt x="8879" y="11407"/>
                    <a:pt x="11170" y="12209"/>
                    <a:pt x="13136" y="12400"/>
                  </a:cubicBezTo>
                  <a:cubicBezTo>
                    <a:pt x="13435" y="12429"/>
                    <a:pt x="13720" y="12443"/>
                    <a:pt x="13993" y="12443"/>
                  </a:cubicBezTo>
                  <a:cubicBezTo>
                    <a:pt x="15591" y="12443"/>
                    <a:pt x="16741" y="11952"/>
                    <a:pt x="17275" y="11028"/>
                  </a:cubicBezTo>
                  <a:cubicBezTo>
                    <a:pt x="17900" y="9945"/>
                    <a:pt x="17588" y="8428"/>
                    <a:pt x="16393" y="6758"/>
                  </a:cubicBezTo>
                  <a:cubicBezTo>
                    <a:pt x="15246" y="5151"/>
                    <a:pt x="13405" y="3567"/>
                    <a:pt x="11214" y="2301"/>
                  </a:cubicBezTo>
                  <a:cubicBezTo>
                    <a:pt x="9021" y="1037"/>
                    <a:pt x="6730" y="234"/>
                    <a:pt x="4764" y="44"/>
                  </a:cubicBezTo>
                  <a:cubicBezTo>
                    <a:pt x="4465" y="15"/>
                    <a:pt x="4179" y="0"/>
                    <a:pt x="3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0"/>
            <p:cNvSpPr/>
            <p:nvPr/>
          </p:nvSpPr>
          <p:spPr>
            <a:xfrm>
              <a:off x="2144847" y="2565265"/>
              <a:ext cx="498381" cy="346444"/>
            </a:xfrm>
            <a:custGeom>
              <a:rect b="b" l="l" r="r" t="t"/>
              <a:pathLst>
                <a:path extrusionOk="0" h="12443" w="17900">
                  <a:moveTo>
                    <a:pt x="14005" y="562"/>
                  </a:moveTo>
                  <a:cubicBezTo>
                    <a:pt x="15384" y="562"/>
                    <a:pt x="16359" y="955"/>
                    <a:pt x="16787" y="1696"/>
                  </a:cubicBezTo>
                  <a:cubicBezTo>
                    <a:pt x="17295" y="2577"/>
                    <a:pt x="16994" y="3878"/>
                    <a:pt x="15936" y="5358"/>
                  </a:cubicBezTo>
                  <a:cubicBezTo>
                    <a:pt x="14834" y="6902"/>
                    <a:pt x="13057" y="8426"/>
                    <a:pt x="10932" y="9653"/>
                  </a:cubicBezTo>
                  <a:cubicBezTo>
                    <a:pt x="8807" y="10880"/>
                    <a:pt x="6597" y="11656"/>
                    <a:pt x="4709" y="11839"/>
                  </a:cubicBezTo>
                  <a:cubicBezTo>
                    <a:pt x="4424" y="11867"/>
                    <a:pt x="4153" y="11880"/>
                    <a:pt x="3895" y="11880"/>
                  </a:cubicBezTo>
                  <a:cubicBezTo>
                    <a:pt x="2516" y="11880"/>
                    <a:pt x="1542" y="11488"/>
                    <a:pt x="1114" y="10746"/>
                  </a:cubicBezTo>
                  <a:cubicBezTo>
                    <a:pt x="605" y="9866"/>
                    <a:pt x="908" y="8566"/>
                    <a:pt x="1965" y="7085"/>
                  </a:cubicBezTo>
                  <a:cubicBezTo>
                    <a:pt x="3068" y="5542"/>
                    <a:pt x="4845" y="4016"/>
                    <a:pt x="6969" y="2789"/>
                  </a:cubicBezTo>
                  <a:cubicBezTo>
                    <a:pt x="9093" y="1564"/>
                    <a:pt x="11303" y="787"/>
                    <a:pt x="13191" y="604"/>
                  </a:cubicBezTo>
                  <a:cubicBezTo>
                    <a:pt x="13476" y="576"/>
                    <a:pt x="13747" y="562"/>
                    <a:pt x="14005" y="562"/>
                  </a:cubicBezTo>
                  <a:close/>
                  <a:moveTo>
                    <a:pt x="13995" y="0"/>
                  </a:moveTo>
                  <a:cubicBezTo>
                    <a:pt x="13721" y="0"/>
                    <a:pt x="13435" y="15"/>
                    <a:pt x="13136" y="44"/>
                  </a:cubicBezTo>
                  <a:cubicBezTo>
                    <a:pt x="11170" y="234"/>
                    <a:pt x="8879" y="1037"/>
                    <a:pt x="6688" y="2301"/>
                  </a:cubicBezTo>
                  <a:cubicBezTo>
                    <a:pt x="4495" y="3567"/>
                    <a:pt x="2655" y="5151"/>
                    <a:pt x="1506" y="6758"/>
                  </a:cubicBezTo>
                  <a:cubicBezTo>
                    <a:pt x="314" y="8428"/>
                    <a:pt x="0" y="9945"/>
                    <a:pt x="626" y="11028"/>
                  </a:cubicBezTo>
                  <a:cubicBezTo>
                    <a:pt x="1160" y="11952"/>
                    <a:pt x="2310" y="12443"/>
                    <a:pt x="3907" y="12443"/>
                  </a:cubicBezTo>
                  <a:cubicBezTo>
                    <a:pt x="4180" y="12443"/>
                    <a:pt x="4467" y="12429"/>
                    <a:pt x="4764" y="12400"/>
                  </a:cubicBezTo>
                  <a:cubicBezTo>
                    <a:pt x="6730" y="12209"/>
                    <a:pt x="9021" y="11407"/>
                    <a:pt x="11214" y="10141"/>
                  </a:cubicBezTo>
                  <a:cubicBezTo>
                    <a:pt x="13405" y="8875"/>
                    <a:pt x="15246" y="7293"/>
                    <a:pt x="16393" y="5686"/>
                  </a:cubicBezTo>
                  <a:cubicBezTo>
                    <a:pt x="17588" y="4015"/>
                    <a:pt x="17900" y="2499"/>
                    <a:pt x="17275" y="1416"/>
                  </a:cubicBezTo>
                  <a:cubicBezTo>
                    <a:pt x="16741" y="491"/>
                    <a:pt x="15592" y="0"/>
                    <a:pt x="13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0"/>
            <p:cNvSpPr/>
            <p:nvPr/>
          </p:nvSpPr>
          <p:spPr>
            <a:xfrm>
              <a:off x="2246251" y="2666446"/>
              <a:ext cx="295576" cy="164354"/>
            </a:xfrm>
            <a:custGeom>
              <a:rect b="b" l="l" r="r" t="t"/>
              <a:pathLst>
                <a:path extrusionOk="0" h="5903" w="10616">
                  <a:moveTo>
                    <a:pt x="285" y="1"/>
                  </a:moveTo>
                  <a:cubicBezTo>
                    <a:pt x="128" y="1"/>
                    <a:pt x="0" y="129"/>
                    <a:pt x="0" y="286"/>
                  </a:cubicBezTo>
                  <a:lnTo>
                    <a:pt x="0" y="5617"/>
                  </a:lnTo>
                  <a:cubicBezTo>
                    <a:pt x="0" y="5774"/>
                    <a:pt x="128" y="5902"/>
                    <a:pt x="285" y="5902"/>
                  </a:cubicBezTo>
                  <a:lnTo>
                    <a:pt x="10332" y="5902"/>
                  </a:lnTo>
                  <a:cubicBezTo>
                    <a:pt x="10489" y="5902"/>
                    <a:pt x="10616" y="5774"/>
                    <a:pt x="10616" y="5617"/>
                  </a:cubicBezTo>
                  <a:lnTo>
                    <a:pt x="10616" y="286"/>
                  </a:lnTo>
                  <a:cubicBezTo>
                    <a:pt x="10616" y="129"/>
                    <a:pt x="10489" y="1"/>
                    <a:pt x="10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0"/>
            <p:cNvSpPr/>
            <p:nvPr/>
          </p:nvSpPr>
          <p:spPr>
            <a:xfrm>
              <a:off x="2272479" y="2646204"/>
              <a:ext cx="121560" cy="153440"/>
            </a:xfrm>
            <a:custGeom>
              <a:rect b="b" l="l" r="r" t="t"/>
              <a:pathLst>
                <a:path extrusionOk="0" h="5511" w="4366">
                  <a:moveTo>
                    <a:pt x="286" y="1"/>
                  </a:moveTo>
                  <a:cubicBezTo>
                    <a:pt x="129" y="1"/>
                    <a:pt x="1" y="127"/>
                    <a:pt x="1" y="285"/>
                  </a:cubicBezTo>
                  <a:lnTo>
                    <a:pt x="1" y="5226"/>
                  </a:lnTo>
                  <a:cubicBezTo>
                    <a:pt x="1" y="5383"/>
                    <a:pt x="129" y="5511"/>
                    <a:pt x="286" y="5511"/>
                  </a:cubicBezTo>
                  <a:lnTo>
                    <a:pt x="4366" y="5511"/>
                  </a:lnTo>
                  <a:lnTo>
                    <a:pt x="4366" y="1141"/>
                  </a:lnTo>
                  <a:cubicBezTo>
                    <a:pt x="4366" y="510"/>
                    <a:pt x="3856" y="1"/>
                    <a:pt x="3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0"/>
            <p:cNvSpPr/>
            <p:nvPr/>
          </p:nvSpPr>
          <p:spPr>
            <a:xfrm>
              <a:off x="2272479" y="2767878"/>
              <a:ext cx="121560" cy="31768"/>
            </a:xfrm>
            <a:custGeom>
              <a:rect b="b" l="l" r="r" t="t"/>
              <a:pathLst>
                <a:path extrusionOk="0" h="1141" w="4366">
                  <a:moveTo>
                    <a:pt x="286" y="1"/>
                  </a:moveTo>
                  <a:cubicBezTo>
                    <a:pt x="129" y="1"/>
                    <a:pt x="1" y="129"/>
                    <a:pt x="1" y="286"/>
                  </a:cubicBezTo>
                  <a:lnTo>
                    <a:pt x="1" y="856"/>
                  </a:lnTo>
                  <a:cubicBezTo>
                    <a:pt x="1" y="1013"/>
                    <a:pt x="129" y="1141"/>
                    <a:pt x="286" y="1141"/>
                  </a:cubicBezTo>
                  <a:lnTo>
                    <a:pt x="4366" y="1141"/>
                  </a:lnTo>
                  <a:cubicBezTo>
                    <a:pt x="4366" y="512"/>
                    <a:pt x="3856" y="1"/>
                    <a:pt x="3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0"/>
            <p:cNvSpPr/>
            <p:nvPr/>
          </p:nvSpPr>
          <p:spPr>
            <a:xfrm>
              <a:off x="2394013" y="2646204"/>
              <a:ext cx="121588" cy="153440"/>
            </a:xfrm>
            <a:custGeom>
              <a:rect b="b" l="l" r="r" t="t"/>
              <a:pathLst>
                <a:path extrusionOk="0" h="5511" w="4367">
                  <a:moveTo>
                    <a:pt x="1141" y="1"/>
                  </a:moveTo>
                  <a:cubicBezTo>
                    <a:pt x="512" y="1"/>
                    <a:pt x="1" y="510"/>
                    <a:pt x="1" y="1141"/>
                  </a:cubicBezTo>
                  <a:lnTo>
                    <a:pt x="1" y="5511"/>
                  </a:lnTo>
                  <a:lnTo>
                    <a:pt x="4081" y="5511"/>
                  </a:lnTo>
                  <a:cubicBezTo>
                    <a:pt x="4238" y="5511"/>
                    <a:pt x="4366" y="5383"/>
                    <a:pt x="4366" y="5226"/>
                  </a:cubicBezTo>
                  <a:lnTo>
                    <a:pt x="4366" y="285"/>
                  </a:lnTo>
                  <a:cubicBezTo>
                    <a:pt x="4366" y="127"/>
                    <a:pt x="4238" y="1"/>
                    <a:pt x="4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0"/>
            <p:cNvSpPr/>
            <p:nvPr/>
          </p:nvSpPr>
          <p:spPr>
            <a:xfrm>
              <a:off x="2394013" y="2767878"/>
              <a:ext cx="121588" cy="31768"/>
            </a:xfrm>
            <a:custGeom>
              <a:rect b="b" l="l" r="r" t="t"/>
              <a:pathLst>
                <a:path extrusionOk="0" h="1141" w="4367">
                  <a:moveTo>
                    <a:pt x="1141" y="1"/>
                  </a:moveTo>
                  <a:cubicBezTo>
                    <a:pt x="512" y="1"/>
                    <a:pt x="1" y="512"/>
                    <a:pt x="1" y="1141"/>
                  </a:cubicBezTo>
                  <a:lnTo>
                    <a:pt x="4081" y="1141"/>
                  </a:lnTo>
                  <a:cubicBezTo>
                    <a:pt x="4238" y="1141"/>
                    <a:pt x="4366" y="1013"/>
                    <a:pt x="4366" y="856"/>
                  </a:cubicBezTo>
                  <a:lnTo>
                    <a:pt x="4366" y="286"/>
                  </a:lnTo>
                  <a:cubicBezTo>
                    <a:pt x="4366" y="129"/>
                    <a:pt x="4238" y="1"/>
                    <a:pt x="4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0"/>
            <p:cNvSpPr/>
            <p:nvPr/>
          </p:nvSpPr>
          <p:spPr>
            <a:xfrm>
              <a:off x="2296730" y="2668562"/>
              <a:ext cx="65430" cy="15703"/>
            </a:xfrm>
            <a:custGeom>
              <a:rect b="b" l="l" r="r" t="t"/>
              <a:pathLst>
                <a:path extrusionOk="0" h="564" w="2350">
                  <a:moveTo>
                    <a:pt x="282" y="0"/>
                  </a:moveTo>
                  <a:cubicBezTo>
                    <a:pt x="126" y="0"/>
                    <a:pt x="1" y="126"/>
                    <a:pt x="1" y="282"/>
                  </a:cubicBezTo>
                  <a:cubicBezTo>
                    <a:pt x="1" y="437"/>
                    <a:pt x="126" y="564"/>
                    <a:pt x="282" y="564"/>
                  </a:cubicBezTo>
                  <a:lnTo>
                    <a:pt x="2068" y="564"/>
                  </a:lnTo>
                  <a:cubicBezTo>
                    <a:pt x="2224" y="564"/>
                    <a:pt x="2350" y="437"/>
                    <a:pt x="2350" y="282"/>
                  </a:cubicBezTo>
                  <a:cubicBezTo>
                    <a:pt x="2350"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0"/>
            <p:cNvSpPr/>
            <p:nvPr/>
          </p:nvSpPr>
          <p:spPr>
            <a:xfrm>
              <a:off x="2296730" y="2696071"/>
              <a:ext cx="65430" cy="15703"/>
            </a:xfrm>
            <a:custGeom>
              <a:rect b="b" l="l" r="r" t="t"/>
              <a:pathLst>
                <a:path extrusionOk="0" h="564" w="2350">
                  <a:moveTo>
                    <a:pt x="282" y="0"/>
                  </a:moveTo>
                  <a:cubicBezTo>
                    <a:pt x="126" y="0"/>
                    <a:pt x="1" y="126"/>
                    <a:pt x="1" y="282"/>
                  </a:cubicBezTo>
                  <a:cubicBezTo>
                    <a:pt x="1" y="437"/>
                    <a:pt x="126" y="564"/>
                    <a:pt x="282" y="564"/>
                  </a:cubicBezTo>
                  <a:lnTo>
                    <a:pt x="2068" y="564"/>
                  </a:lnTo>
                  <a:cubicBezTo>
                    <a:pt x="2224" y="564"/>
                    <a:pt x="2350" y="437"/>
                    <a:pt x="2350" y="282"/>
                  </a:cubicBezTo>
                  <a:cubicBezTo>
                    <a:pt x="2350"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0"/>
            <p:cNvSpPr/>
            <p:nvPr/>
          </p:nvSpPr>
          <p:spPr>
            <a:xfrm>
              <a:off x="2296730" y="2723552"/>
              <a:ext cx="65430" cy="15731"/>
            </a:xfrm>
            <a:custGeom>
              <a:rect b="b" l="l" r="r" t="t"/>
              <a:pathLst>
                <a:path extrusionOk="0" h="565" w="2350">
                  <a:moveTo>
                    <a:pt x="282" y="1"/>
                  </a:moveTo>
                  <a:cubicBezTo>
                    <a:pt x="126" y="1"/>
                    <a:pt x="1" y="127"/>
                    <a:pt x="1" y="283"/>
                  </a:cubicBezTo>
                  <a:cubicBezTo>
                    <a:pt x="1" y="439"/>
                    <a:pt x="126" y="564"/>
                    <a:pt x="282" y="564"/>
                  </a:cubicBezTo>
                  <a:lnTo>
                    <a:pt x="2068" y="564"/>
                  </a:lnTo>
                  <a:cubicBezTo>
                    <a:pt x="2224" y="564"/>
                    <a:pt x="2350" y="439"/>
                    <a:pt x="2350" y="283"/>
                  </a:cubicBezTo>
                  <a:cubicBezTo>
                    <a:pt x="2350" y="127"/>
                    <a:pt x="2224"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0"/>
            <p:cNvSpPr/>
            <p:nvPr/>
          </p:nvSpPr>
          <p:spPr>
            <a:xfrm>
              <a:off x="2425921" y="2668562"/>
              <a:ext cx="65430" cy="15703"/>
            </a:xfrm>
            <a:custGeom>
              <a:rect b="b" l="l" r="r" t="t"/>
              <a:pathLst>
                <a:path extrusionOk="0" h="564" w="2350">
                  <a:moveTo>
                    <a:pt x="282" y="0"/>
                  </a:moveTo>
                  <a:cubicBezTo>
                    <a:pt x="127" y="0"/>
                    <a:pt x="0" y="126"/>
                    <a:pt x="0" y="282"/>
                  </a:cubicBezTo>
                  <a:cubicBezTo>
                    <a:pt x="0" y="437"/>
                    <a:pt x="127" y="564"/>
                    <a:pt x="282" y="564"/>
                  </a:cubicBezTo>
                  <a:lnTo>
                    <a:pt x="2068" y="564"/>
                  </a:lnTo>
                  <a:cubicBezTo>
                    <a:pt x="2224" y="564"/>
                    <a:pt x="2349" y="437"/>
                    <a:pt x="2349" y="282"/>
                  </a:cubicBezTo>
                  <a:cubicBezTo>
                    <a:pt x="2349"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0"/>
            <p:cNvSpPr/>
            <p:nvPr/>
          </p:nvSpPr>
          <p:spPr>
            <a:xfrm>
              <a:off x="2425921" y="2696071"/>
              <a:ext cx="65430" cy="15703"/>
            </a:xfrm>
            <a:custGeom>
              <a:rect b="b" l="l" r="r" t="t"/>
              <a:pathLst>
                <a:path extrusionOk="0" h="564" w="2350">
                  <a:moveTo>
                    <a:pt x="282" y="0"/>
                  </a:moveTo>
                  <a:cubicBezTo>
                    <a:pt x="127" y="0"/>
                    <a:pt x="0" y="126"/>
                    <a:pt x="0" y="282"/>
                  </a:cubicBezTo>
                  <a:cubicBezTo>
                    <a:pt x="0" y="437"/>
                    <a:pt x="127" y="564"/>
                    <a:pt x="282" y="564"/>
                  </a:cubicBezTo>
                  <a:lnTo>
                    <a:pt x="2068" y="564"/>
                  </a:lnTo>
                  <a:cubicBezTo>
                    <a:pt x="2224" y="564"/>
                    <a:pt x="2349" y="437"/>
                    <a:pt x="2349" y="282"/>
                  </a:cubicBezTo>
                  <a:cubicBezTo>
                    <a:pt x="2349" y="126"/>
                    <a:pt x="2224" y="0"/>
                    <a:pt x="2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0"/>
            <p:cNvSpPr/>
            <p:nvPr/>
          </p:nvSpPr>
          <p:spPr>
            <a:xfrm>
              <a:off x="2425921" y="2723552"/>
              <a:ext cx="65430" cy="15731"/>
            </a:xfrm>
            <a:custGeom>
              <a:rect b="b" l="l" r="r" t="t"/>
              <a:pathLst>
                <a:path extrusionOk="0" h="565" w="2350">
                  <a:moveTo>
                    <a:pt x="282" y="1"/>
                  </a:moveTo>
                  <a:cubicBezTo>
                    <a:pt x="127" y="1"/>
                    <a:pt x="0" y="127"/>
                    <a:pt x="0" y="283"/>
                  </a:cubicBezTo>
                  <a:cubicBezTo>
                    <a:pt x="0" y="439"/>
                    <a:pt x="127" y="564"/>
                    <a:pt x="282" y="564"/>
                  </a:cubicBezTo>
                  <a:lnTo>
                    <a:pt x="2068" y="564"/>
                  </a:lnTo>
                  <a:cubicBezTo>
                    <a:pt x="2224" y="564"/>
                    <a:pt x="2349" y="439"/>
                    <a:pt x="2349" y="283"/>
                  </a:cubicBezTo>
                  <a:cubicBezTo>
                    <a:pt x="2349" y="127"/>
                    <a:pt x="2224"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0"/>
            <p:cNvSpPr/>
            <p:nvPr/>
          </p:nvSpPr>
          <p:spPr>
            <a:xfrm>
              <a:off x="2572654" y="2560893"/>
              <a:ext cx="56576" cy="56576"/>
            </a:xfrm>
            <a:custGeom>
              <a:rect b="b" l="l" r="r" t="t"/>
              <a:pathLst>
                <a:path extrusionOk="0" h="2032" w="2032">
                  <a:moveTo>
                    <a:pt x="1015" y="1"/>
                  </a:moveTo>
                  <a:cubicBezTo>
                    <a:pt x="455" y="1"/>
                    <a:pt x="0" y="456"/>
                    <a:pt x="0" y="1016"/>
                  </a:cubicBezTo>
                  <a:cubicBezTo>
                    <a:pt x="0" y="1577"/>
                    <a:pt x="455" y="2032"/>
                    <a:pt x="1015" y="2032"/>
                  </a:cubicBezTo>
                  <a:cubicBezTo>
                    <a:pt x="1576" y="2032"/>
                    <a:pt x="2031" y="1577"/>
                    <a:pt x="2031" y="1016"/>
                  </a:cubicBezTo>
                  <a:cubicBezTo>
                    <a:pt x="2031" y="456"/>
                    <a:pt x="1576" y="1"/>
                    <a:pt x="1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0"/>
            <p:cNvSpPr/>
            <p:nvPr/>
          </p:nvSpPr>
          <p:spPr>
            <a:xfrm>
              <a:off x="2272896" y="2871036"/>
              <a:ext cx="56576" cy="56576"/>
            </a:xfrm>
            <a:custGeom>
              <a:rect b="b" l="l" r="r" t="t"/>
              <a:pathLst>
                <a:path extrusionOk="0" h="2032" w="2032">
                  <a:moveTo>
                    <a:pt x="1016" y="1"/>
                  </a:moveTo>
                  <a:cubicBezTo>
                    <a:pt x="455" y="1"/>
                    <a:pt x="0" y="456"/>
                    <a:pt x="0" y="1017"/>
                  </a:cubicBezTo>
                  <a:cubicBezTo>
                    <a:pt x="0" y="1577"/>
                    <a:pt x="455" y="2032"/>
                    <a:pt x="1016" y="2032"/>
                  </a:cubicBezTo>
                  <a:cubicBezTo>
                    <a:pt x="1576" y="2032"/>
                    <a:pt x="2031" y="1577"/>
                    <a:pt x="2031" y="1017"/>
                  </a:cubicBezTo>
                  <a:cubicBezTo>
                    <a:pt x="2031" y="456"/>
                    <a:pt x="1576" y="1"/>
                    <a:pt x="10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0"/>
            <p:cNvSpPr/>
            <p:nvPr/>
          </p:nvSpPr>
          <p:spPr>
            <a:xfrm>
              <a:off x="2146016" y="2659374"/>
              <a:ext cx="56576" cy="56576"/>
            </a:xfrm>
            <a:custGeom>
              <a:rect b="b" l="l" r="r" t="t"/>
              <a:pathLst>
                <a:path extrusionOk="0" h="2032" w="2032">
                  <a:moveTo>
                    <a:pt x="1017" y="1"/>
                  </a:moveTo>
                  <a:cubicBezTo>
                    <a:pt x="456" y="1"/>
                    <a:pt x="1" y="456"/>
                    <a:pt x="1" y="1017"/>
                  </a:cubicBezTo>
                  <a:cubicBezTo>
                    <a:pt x="1" y="1577"/>
                    <a:pt x="456" y="2032"/>
                    <a:pt x="1017" y="2032"/>
                  </a:cubicBezTo>
                  <a:cubicBezTo>
                    <a:pt x="1577" y="2032"/>
                    <a:pt x="2032" y="1577"/>
                    <a:pt x="2032" y="1017"/>
                  </a:cubicBezTo>
                  <a:cubicBezTo>
                    <a:pt x="2032" y="456"/>
                    <a:pt x="1577" y="1"/>
                    <a:pt x="1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70"/>
          <p:cNvGrpSpPr/>
          <p:nvPr/>
        </p:nvGrpSpPr>
        <p:grpSpPr>
          <a:xfrm>
            <a:off x="1746525" y="2601854"/>
            <a:ext cx="487764" cy="501878"/>
            <a:chOff x="1359481" y="2470849"/>
            <a:chExt cx="510053" cy="535279"/>
          </a:xfrm>
        </p:grpSpPr>
        <p:sp>
          <p:nvSpPr>
            <p:cNvPr id="4235" name="Google Shape;4235;p70"/>
            <p:cNvSpPr/>
            <p:nvPr/>
          </p:nvSpPr>
          <p:spPr>
            <a:xfrm>
              <a:off x="1733690" y="2807777"/>
              <a:ext cx="97532" cy="171064"/>
            </a:xfrm>
            <a:custGeom>
              <a:rect b="b" l="l" r="r" t="t"/>
              <a:pathLst>
                <a:path extrusionOk="0" h="6144" w="3503">
                  <a:moveTo>
                    <a:pt x="1222" y="1"/>
                  </a:moveTo>
                  <a:lnTo>
                    <a:pt x="1" y="487"/>
                  </a:lnTo>
                  <a:lnTo>
                    <a:pt x="2282" y="6144"/>
                  </a:lnTo>
                  <a:lnTo>
                    <a:pt x="3503" y="5656"/>
                  </a:lnTo>
                  <a:lnTo>
                    <a:pt x="12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0"/>
            <p:cNvSpPr/>
            <p:nvPr/>
          </p:nvSpPr>
          <p:spPr>
            <a:xfrm>
              <a:off x="1758219" y="2918926"/>
              <a:ext cx="111314" cy="87203"/>
            </a:xfrm>
            <a:custGeom>
              <a:rect b="b" l="l" r="r" t="t"/>
              <a:pathLst>
                <a:path extrusionOk="0" h="3132" w="3998">
                  <a:moveTo>
                    <a:pt x="2959" y="1"/>
                  </a:moveTo>
                  <a:lnTo>
                    <a:pt x="1" y="1181"/>
                  </a:lnTo>
                  <a:lnTo>
                    <a:pt x="768" y="2902"/>
                  </a:lnTo>
                  <a:cubicBezTo>
                    <a:pt x="830" y="3042"/>
                    <a:pt x="968" y="3131"/>
                    <a:pt x="1120" y="3131"/>
                  </a:cubicBezTo>
                  <a:lnTo>
                    <a:pt x="3542" y="3131"/>
                  </a:lnTo>
                  <a:cubicBezTo>
                    <a:pt x="3811" y="3131"/>
                    <a:pt x="3997" y="2865"/>
                    <a:pt x="3906" y="2613"/>
                  </a:cubicBezTo>
                  <a:lnTo>
                    <a:pt x="29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0"/>
            <p:cNvSpPr/>
            <p:nvPr/>
          </p:nvSpPr>
          <p:spPr>
            <a:xfrm>
              <a:off x="1736168" y="2871537"/>
              <a:ext cx="114182" cy="97087"/>
            </a:xfrm>
            <a:custGeom>
              <a:rect b="b" l="l" r="r" t="t"/>
              <a:pathLst>
                <a:path extrusionOk="0" h="3487" w="4101">
                  <a:moveTo>
                    <a:pt x="3019" y="0"/>
                  </a:moveTo>
                  <a:cubicBezTo>
                    <a:pt x="2980" y="0"/>
                    <a:pt x="2941" y="8"/>
                    <a:pt x="2902" y="23"/>
                  </a:cubicBezTo>
                  <a:lnTo>
                    <a:pt x="239" y="1085"/>
                  </a:lnTo>
                  <a:cubicBezTo>
                    <a:pt x="79" y="1150"/>
                    <a:pt x="1" y="1332"/>
                    <a:pt x="66" y="1492"/>
                  </a:cubicBezTo>
                  <a:lnTo>
                    <a:pt x="791" y="3291"/>
                  </a:lnTo>
                  <a:cubicBezTo>
                    <a:pt x="841" y="3413"/>
                    <a:pt x="959" y="3487"/>
                    <a:pt x="1084" y="3487"/>
                  </a:cubicBezTo>
                  <a:cubicBezTo>
                    <a:pt x="1122" y="3487"/>
                    <a:pt x="1161" y="3480"/>
                    <a:pt x="1199" y="3465"/>
                  </a:cubicBezTo>
                  <a:lnTo>
                    <a:pt x="3862" y="2401"/>
                  </a:lnTo>
                  <a:cubicBezTo>
                    <a:pt x="4022" y="2338"/>
                    <a:pt x="4100" y="2156"/>
                    <a:pt x="4036" y="1996"/>
                  </a:cubicBezTo>
                  <a:lnTo>
                    <a:pt x="3310" y="196"/>
                  </a:lnTo>
                  <a:cubicBezTo>
                    <a:pt x="3261" y="75"/>
                    <a:pt x="3143" y="0"/>
                    <a:pt x="3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0"/>
            <p:cNvSpPr/>
            <p:nvPr/>
          </p:nvSpPr>
          <p:spPr>
            <a:xfrm>
              <a:off x="1393143" y="2719125"/>
              <a:ext cx="170814" cy="29624"/>
            </a:xfrm>
            <a:custGeom>
              <a:rect b="b" l="l" r="r" t="t"/>
              <a:pathLst>
                <a:path extrusionOk="0" h="1064" w="6135">
                  <a:moveTo>
                    <a:pt x="0" y="0"/>
                  </a:moveTo>
                  <a:lnTo>
                    <a:pt x="0" y="1064"/>
                  </a:lnTo>
                  <a:lnTo>
                    <a:pt x="6135" y="1064"/>
                  </a:lnTo>
                  <a:lnTo>
                    <a:pt x="6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0"/>
            <p:cNvSpPr/>
            <p:nvPr/>
          </p:nvSpPr>
          <p:spPr>
            <a:xfrm>
              <a:off x="1393143" y="2651467"/>
              <a:ext cx="170814" cy="29680"/>
            </a:xfrm>
            <a:custGeom>
              <a:rect b="b" l="l" r="r" t="t"/>
              <a:pathLst>
                <a:path extrusionOk="0" h="1066" w="6135">
                  <a:moveTo>
                    <a:pt x="0" y="1"/>
                  </a:moveTo>
                  <a:lnTo>
                    <a:pt x="0" y="1065"/>
                  </a:lnTo>
                  <a:lnTo>
                    <a:pt x="6135" y="1065"/>
                  </a:lnTo>
                  <a:lnTo>
                    <a:pt x="61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0"/>
            <p:cNvSpPr/>
            <p:nvPr/>
          </p:nvSpPr>
          <p:spPr>
            <a:xfrm>
              <a:off x="1393143" y="2491314"/>
              <a:ext cx="170814" cy="29680"/>
            </a:xfrm>
            <a:custGeom>
              <a:rect b="b" l="l" r="r" t="t"/>
              <a:pathLst>
                <a:path extrusionOk="0" h="1066" w="6135">
                  <a:moveTo>
                    <a:pt x="0" y="1"/>
                  </a:moveTo>
                  <a:lnTo>
                    <a:pt x="0" y="1066"/>
                  </a:lnTo>
                  <a:lnTo>
                    <a:pt x="6135" y="1066"/>
                  </a:lnTo>
                  <a:lnTo>
                    <a:pt x="61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0"/>
            <p:cNvSpPr/>
            <p:nvPr/>
          </p:nvSpPr>
          <p:spPr>
            <a:xfrm>
              <a:off x="1393143" y="2879278"/>
              <a:ext cx="170814" cy="29624"/>
            </a:xfrm>
            <a:custGeom>
              <a:rect b="b" l="l" r="r" t="t"/>
              <a:pathLst>
                <a:path extrusionOk="0" h="1064" w="6135">
                  <a:moveTo>
                    <a:pt x="0" y="0"/>
                  </a:moveTo>
                  <a:lnTo>
                    <a:pt x="0" y="1064"/>
                  </a:lnTo>
                  <a:lnTo>
                    <a:pt x="6135" y="1064"/>
                  </a:lnTo>
                  <a:lnTo>
                    <a:pt x="6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0"/>
            <p:cNvSpPr/>
            <p:nvPr/>
          </p:nvSpPr>
          <p:spPr>
            <a:xfrm>
              <a:off x="1359481" y="2470849"/>
              <a:ext cx="238137" cy="458566"/>
            </a:xfrm>
            <a:custGeom>
              <a:rect b="b" l="l" r="r" t="t"/>
              <a:pathLst>
                <a:path extrusionOk="0" h="16470" w="8553">
                  <a:moveTo>
                    <a:pt x="7357" y="0"/>
                  </a:moveTo>
                  <a:cubicBezTo>
                    <a:pt x="7255" y="0"/>
                    <a:pt x="7172" y="82"/>
                    <a:pt x="7167" y="185"/>
                  </a:cubicBezTo>
                  <a:cubicBezTo>
                    <a:pt x="7079" y="1827"/>
                    <a:pt x="5825" y="3208"/>
                    <a:pt x="4183" y="3434"/>
                  </a:cubicBezTo>
                  <a:cubicBezTo>
                    <a:pt x="3032" y="3592"/>
                    <a:pt x="1975" y="4161"/>
                    <a:pt x="1205" y="5036"/>
                  </a:cubicBezTo>
                  <a:cubicBezTo>
                    <a:pt x="429" y="5921"/>
                    <a:pt x="0" y="7056"/>
                    <a:pt x="0" y="8234"/>
                  </a:cubicBezTo>
                  <a:cubicBezTo>
                    <a:pt x="0" y="9412"/>
                    <a:pt x="429" y="10548"/>
                    <a:pt x="1205" y="11432"/>
                  </a:cubicBezTo>
                  <a:cubicBezTo>
                    <a:pt x="1975" y="12308"/>
                    <a:pt x="3032" y="12877"/>
                    <a:pt x="4183" y="13035"/>
                  </a:cubicBezTo>
                  <a:cubicBezTo>
                    <a:pt x="5825" y="13260"/>
                    <a:pt x="7079" y="14641"/>
                    <a:pt x="7167" y="16285"/>
                  </a:cubicBezTo>
                  <a:cubicBezTo>
                    <a:pt x="7172" y="16387"/>
                    <a:pt x="7255" y="16469"/>
                    <a:pt x="7357" y="16469"/>
                  </a:cubicBezTo>
                  <a:lnTo>
                    <a:pt x="8354" y="16469"/>
                  </a:lnTo>
                  <a:cubicBezTo>
                    <a:pt x="8464" y="16469"/>
                    <a:pt x="8553" y="16378"/>
                    <a:pt x="8548" y="16269"/>
                  </a:cubicBezTo>
                  <a:cubicBezTo>
                    <a:pt x="8503" y="15163"/>
                    <a:pt x="8079" y="14104"/>
                    <a:pt x="7346" y="13270"/>
                  </a:cubicBezTo>
                  <a:cubicBezTo>
                    <a:pt x="6577" y="12394"/>
                    <a:pt x="5521" y="11826"/>
                    <a:pt x="4370" y="11667"/>
                  </a:cubicBezTo>
                  <a:cubicBezTo>
                    <a:pt x="2667" y="11433"/>
                    <a:pt x="1381" y="9958"/>
                    <a:pt x="1381" y="8234"/>
                  </a:cubicBezTo>
                  <a:cubicBezTo>
                    <a:pt x="1381" y="6511"/>
                    <a:pt x="2667" y="5035"/>
                    <a:pt x="4370" y="4801"/>
                  </a:cubicBezTo>
                  <a:cubicBezTo>
                    <a:pt x="5521" y="4644"/>
                    <a:pt x="6577" y="4074"/>
                    <a:pt x="7346" y="3198"/>
                  </a:cubicBezTo>
                  <a:cubicBezTo>
                    <a:pt x="8079" y="2364"/>
                    <a:pt x="8503" y="1307"/>
                    <a:pt x="8548" y="200"/>
                  </a:cubicBezTo>
                  <a:cubicBezTo>
                    <a:pt x="8553" y="91"/>
                    <a:pt x="8464" y="0"/>
                    <a:pt x="8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0"/>
            <p:cNvSpPr/>
            <p:nvPr/>
          </p:nvSpPr>
          <p:spPr>
            <a:xfrm>
              <a:off x="1359481" y="2814738"/>
              <a:ext cx="119082" cy="114683"/>
            </a:xfrm>
            <a:custGeom>
              <a:rect b="b" l="l" r="r" t="t"/>
              <a:pathLst>
                <a:path extrusionOk="0" h="4119" w="4277">
                  <a:moveTo>
                    <a:pt x="2290" y="1"/>
                  </a:moveTo>
                  <a:cubicBezTo>
                    <a:pt x="2059" y="145"/>
                    <a:pt x="1840" y="308"/>
                    <a:pt x="1635" y="490"/>
                  </a:cubicBezTo>
                  <a:cubicBezTo>
                    <a:pt x="1483" y="623"/>
                    <a:pt x="1341" y="767"/>
                    <a:pt x="1205" y="919"/>
                  </a:cubicBezTo>
                  <a:cubicBezTo>
                    <a:pt x="472" y="1753"/>
                    <a:pt x="50" y="2812"/>
                    <a:pt x="5" y="3918"/>
                  </a:cubicBezTo>
                  <a:cubicBezTo>
                    <a:pt x="0" y="4027"/>
                    <a:pt x="89" y="4118"/>
                    <a:pt x="198" y="4118"/>
                  </a:cubicBezTo>
                  <a:lnTo>
                    <a:pt x="1192" y="4118"/>
                  </a:lnTo>
                  <a:cubicBezTo>
                    <a:pt x="1294" y="4118"/>
                    <a:pt x="1380" y="4039"/>
                    <a:pt x="1386" y="3936"/>
                  </a:cubicBezTo>
                  <a:cubicBezTo>
                    <a:pt x="1446" y="2792"/>
                    <a:pt x="2070" y="1776"/>
                    <a:pt x="2998" y="1187"/>
                  </a:cubicBezTo>
                  <a:cubicBezTo>
                    <a:pt x="3379" y="945"/>
                    <a:pt x="3811" y="775"/>
                    <a:pt x="4276" y="698"/>
                  </a:cubicBezTo>
                  <a:cubicBezTo>
                    <a:pt x="4245" y="693"/>
                    <a:pt x="4214" y="689"/>
                    <a:pt x="4183" y="684"/>
                  </a:cubicBezTo>
                  <a:cubicBezTo>
                    <a:pt x="3507" y="592"/>
                    <a:pt x="2863" y="357"/>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0"/>
            <p:cNvSpPr/>
            <p:nvPr/>
          </p:nvSpPr>
          <p:spPr>
            <a:xfrm>
              <a:off x="1359481" y="2470849"/>
              <a:ext cx="238109" cy="343911"/>
            </a:xfrm>
            <a:custGeom>
              <a:rect b="b" l="l" r="r" t="t"/>
              <a:pathLst>
                <a:path extrusionOk="0" h="12352" w="8552">
                  <a:moveTo>
                    <a:pt x="198" y="0"/>
                  </a:moveTo>
                  <a:cubicBezTo>
                    <a:pt x="89" y="0"/>
                    <a:pt x="0" y="91"/>
                    <a:pt x="5" y="200"/>
                  </a:cubicBezTo>
                  <a:cubicBezTo>
                    <a:pt x="50" y="1307"/>
                    <a:pt x="472" y="2364"/>
                    <a:pt x="1205" y="3198"/>
                  </a:cubicBezTo>
                  <a:cubicBezTo>
                    <a:pt x="1340" y="3352"/>
                    <a:pt x="1483" y="3495"/>
                    <a:pt x="1635" y="3629"/>
                  </a:cubicBezTo>
                  <a:cubicBezTo>
                    <a:pt x="2348" y="4261"/>
                    <a:pt x="3234" y="4672"/>
                    <a:pt x="4183" y="4801"/>
                  </a:cubicBezTo>
                  <a:cubicBezTo>
                    <a:pt x="4683" y="4870"/>
                    <a:pt x="5147" y="5046"/>
                    <a:pt x="5553" y="5303"/>
                  </a:cubicBezTo>
                  <a:cubicBezTo>
                    <a:pt x="6530" y="5924"/>
                    <a:pt x="7171" y="7017"/>
                    <a:pt x="7171" y="8234"/>
                  </a:cubicBezTo>
                  <a:cubicBezTo>
                    <a:pt x="7171" y="9451"/>
                    <a:pt x="6530" y="10545"/>
                    <a:pt x="5553" y="11165"/>
                  </a:cubicBezTo>
                  <a:cubicBezTo>
                    <a:pt x="5173" y="11406"/>
                    <a:pt x="4741" y="11576"/>
                    <a:pt x="4276" y="11653"/>
                  </a:cubicBezTo>
                  <a:cubicBezTo>
                    <a:pt x="4307" y="11659"/>
                    <a:pt x="4339" y="11664"/>
                    <a:pt x="4370" y="11667"/>
                  </a:cubicBezTo>
                  <a:cubicBezTo>
                    <a:pt x="5046" y="11760"/>
                    <a:pt x="5690" y="11996"/>
                    <a:pt x="6262" y="12352"/>
                  </a:cubicBezTo>
                  <a:cubicBezTo>
                    <a:pt x="6494" y="12208"/>
                    <a:pt x="6712" y="12044"/>
                    <a:pt x="6918" y="11863"/>
                  </a:cubicBezTo>
                  <a:cubicBezTo>
                    <a:pt x="7069" y="11730"/>
                    <a:pt x="7212" y="11586"/>
                    <a:pt x="7346" y="11432"/>
                  </a:cubicBezTo>
                  <a:cubicBezTo>
                    <a:pt x="8124" y="10548"/>
                    <a:pt x="8551" y="9412"/>
                    <a:pt x="8551" y="8234"/>
                  </a:cubicBezTo>
                  <a:cubicBezTo>
                    <a:pt x="8551" y="7056"/>
                    <a:pt x="8124" y="5921"/>
                    <a:pt x="7346" y="5036"/>
                  </a:cubicBezTo>
                  <a:cubicBezTo>
                    <a:pt x="7212" y="4884"/>
                    <a:pt x="7069" y="4740"/>
                    <a:pt x="6918" y="4607"/>
                  </a:cubicBezTo>
                  <a:cubicBezTo>
                    <a:pt x="6205" y="3974"/>
                    <a:pt x="5319" y="3564"/>
                    <a:pt x="4370" y="3434"/>
                  </a:cubicBezTo>
                  <a:cubicBezTo>
                    <a:pt x="3869" y="3365"/>
                    <a:pt x="3406" y="3190"/>
                    <a:pt x="3000" y="2931"/>
                  </a:cubicBezTo>
                  <a:cubicBezTo>
                    <a:pt x="2071" y="2342"/>
                    <a:pt x="1446" y="1326"/>
                    <a:pt x="1386" y="182"/>
                  </a:cubicBezTo>
                  <a:cubicBezTo>
                    <a:pt x="1380" y="80"/>
                    <a:pt x="1294" y="0"/>
                    <a:pt x="1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0"/>
            <p:cNvSpPr/>
            <p:nvPr/>
          </p:nvSpPr>
          <p:spPr>
            <a:xfrm>
              <a:off x="1538483" y="2536587"/>
              <a:ext cx="324003" cy="324031"/>
            </a:xfrm>
            <a:custGeom>
              <a:rect b="b" l="l" r="r" t="t"/>
              <a:pathLst>
                <a:path extrusionOk="0" h="11638" w="11637">
                  <a:moveTo>
                    <a:pt x="5819" y="1"/>
                  </a:moveTo>
                  <a:cubicBezTo>
                    <a:pt x="2605" y="1"/>
                    <a:pt x="0" y="2606"/>
                    <a:pt x="0" y="5820"/>
                  </a:cubicBezTo>
                  <a:cubicBezTo>
                    <a:pt x="0" y="9032"/>
                    <a:pt x="2605" y="11637"/>
                    <a:pt x="5819" y="11637"/>
                  </a:cubicBezTo>
                  <a:cubicBezTo>
                    <a:pt x="9033" y="11637"/>
                    <a:pt x="11637" y="9032"/>
                    <a:pt x="11637" y="5820"/>
                  </a:cubicBezTo>
                  <a:cubicBezTo>
                    <a:pt x="11637" y="2606"/>
                    <a:pt x="9033" y="1"/>
                    <a:pt x="5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0"/>
            <p:cNvSpPr/>
            <p:nvPr/>
          </p:nvSpPr>
          <p:spPr>
            <a:xfrm>
              <a:off x="1580554" y="2578657"/>
              <a:ext cx="239863" cy="239891"/>
            </a:xfrm>
            <a:custGeom>
              <a:rect b="b" l="l" r="r" t="t"/>
              <a:pathLst>
                <a:path extrusionOk="0" h="8616" w="8615">
                  <a:moveTo>
                    <a:pt x="4308" y="1"/>
                  </a:moveTo>
                  <a:cubicBezTo>
                    <a:pt x="1929" y="1"/>
                    <a:pt x="0" y="1929"/>
                    <a:pt x="0" y="4309"/>
                  </a:cubicBezTo>
                  <a:cubicBezTo>
                    <a:pt x="0" y="6687"/>
                    <a:pt x="1929" y="8615"/>
                    <a:pt x="4308" y="8615"/>
                  </a:cubicBezTo>
                  <a:cubicBezTo>
                    <a:pt x="6686" y="8615"/>
                    <a:pt x="8615" y="6687"/>
                    <a:pt x="8615" y="4309"/>
                  </a:cubicBezTo>
                  <a:cubicBezTo>
                    <a:pt x="8615" y="1929"/>
                    <a:pt x="6686" y="1"/>
                    <a:pt x="43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0"/>
            <p:cNvSpPr/>
            <p:nvPr/>
          </p:nvSpPr>
          <p:spPr>
            <a:xfrm>
              <a:off x="1584090" y="2624710"/>
              <a:ext cx="125430" cy="44966"/>
            </a:xfrm>
            <a:custGeom>
              <a:rect b="b" l="l" r="r" t="t"/>
              <a:pathLst>
                <a:path extrusionOk="0" h="1615" w="4505">
                  <a:moveTo>
                    <a:pt x="787" y="1"/>
                  </a:moveTo>
                  <a:cubicBezTo>
                    <a:pt x="420" y="470"/>
                    <a:pt x="148" y="1018"/>
                    <a:pt x="0" y="1614"/>
                  </a:cubicBezTo>
                  <a:lnTo>
                    <a:pt x="4504" y="1614"/>
                  </a:lnTo>
                  <a:lnTo>
                    <a:pt x="45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0"/>
            <p:cNvSpPr/>
            <p:nvPr/>
          </p:nvSpPr>
          <p:spPr>
            <a:xfrm>
              <a:off x="1584006" y="2727255"/>
              <a:ext cx="125514" cy="44938"/>
            </a:xfrm>
            <a:custGeom>
              <a:rect b="b" l="l" r="r" t="t"/>
              <a:pathLst>
                <a:path extrusionOk="0" h="1614" w="4508">
                  <a:moveTo>
                    <a:pt x="1" y="1"/>
                  </a:moveTo>
                  <a:cubicBezTo>
                    <a:pt x="146" y="596"/>
                    <a:pt x="417" y="1144"/>
                    <a:pt x="783" y="1613"/>
                  </a:cubicBezTo>
                  <a:lnTo>
                    <a:pt x="4507" y="1613"/>
                  </a:lnTo>
                  <a:lnTo>
                    <a:pt x="45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0"/>
            <p:cNvSpPr/>
            <p:nvPr/>
          </p:nvSpPr>
          <p:spPr>
            <a:xfrm>
              <a:off x="1652221" y="2578657"/>
              <a:ext cx="108252" cy="239891"/>
            </a:xfrm>
            <a:custGeom>
              <a:rect b="b" l="l" r="r" t="t"/>
              <a:pathLst>
                <a:path extrusionOk="0" h="8616" w="3888">
                  <a:moveTo>
                    <a:pt x="1734" y="1"/>
                  </a:moveTo>
                  <a:cubicBezTo>
                    <a:pt x="1121" y="1"/>
                    <a:pt x="538" y="129"/>
                    <a:pt x="10" y="361"/>
                  </a:cubicBezTo>
                  <a:cubicBezTo>
                    <a:pt x="1108" y="1331"/>
                    <a:pt x="1796" y="2751"/>
                    <a:pt x="1796" y="4302"/>
                  </a:cubicBezTo>
                  <a:cubicBezTo>
                    <a:pt x="1796" y="5859"/>
                    <a:pt x="1105" y="7281"/>
                    <a:pt x="1" y="8253"/>
                  </a:cubicBezTo>
                  <a:cubicBezTo>
                    <a:pt x="532" y="8486"/>
                    <a:pt x="1117" y="8615"/>
                    <a:pt x="1734" y="8615"/>
                  </a:cubicBezTo>
                  <a:cubicBezTo>
                    <a:pt x="2011" y="8615"/>
                    <a:pt x="2282" y="8589"/>
                    <a:pt x="2545" y="8538"/>
                  </a:cubicBezTo>
                  <a:cubicBezTo>
                    <a:pt x="3416" y="7305"/>
                    <a:pt x="3888" y="5828"/>
                    <a:pt x="3888" y="4302"/>
                  </a:cubicBezTo>
                  <a:cubicBezTo>
                    <a:pt x="3888" y="2783"/>
                    <a:pt x="3418" y="1309"/>
                    <a:pt x="2552" y="79"/>
                  </a:cubicBezTo>
                  <a:cubicBezTo>
                    <a:pt x="2288" y="28"/>
                    <a:pt x="2013"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70"/>
          <p:cNvGrpSpPr/>
          <p:nvPr/>
        </p:nvGrpSpPr>
        <p:grpSpPr>
          <a:xfrm>
            <a:off x="6868572" y="2652967"/>
            <a:ext cx="408679" cy="501876"/>
            <a:chOff x="6778749" y="2470849"/>
            <a:chExt cx="427355" cy="535277"/>
          </a:xfrm>
        </p:grpSpPr>
        <p:sp>
          <p:nvSpPr>
            <p:cNvPr id="4251" name="Google Shape;4251;p70"/>
            <p:cNvSpPr/>
            <p:nvPr/>
          </p:nvSpPr>
          <p:spPr>
            <a:xfrm>
              <a:off x="6778749" y="2782857"/>
              <a:ext cx="427355" cy="223269"/>
            </a:xfrm>
            <a:custGeom>
              <a:rect b="b" l="l" r="r" t="t"/>
              <a:pathLst>
                <a:path extrusionOk="0" h="8019" w="15349">
                  <a:moveTo>
                    <a:pt x="411" y="0"/>
                  </a:moveTo>
                  <a:cubicBezTo>
                    <a:pt x="185" y="0"/>
                    <a:pt x="1" y="183"/>
                    <a:pt x="1" y="410"/>
                  </a:cubicBezTo>
                  <a:lnTo>
                    <a:pt x="1" y="7609"/>
                  </a:lnTo>
                  <a:cubicBezTo>
                    <a:pt x="1" y="7835"/>
                    <a:pt x="185" y="8018"/>
                    <a:pt x="411" y="8018"/>
                  </a:cubicBezTo>
                  <a:lnTo>
                    <a:pt x="14938" y="8018"/>
                  </a:lnTo>
                  <a:cubicBezTo>
                    <a:pt x="15165" y="8018"/>
                    <a:pt x="15349" y="7835"/>
                    <a:pt x="15349" y="7609"/>
                  </a:cubicBezTo>
                  <a:lnTo>
                    <a:pt x="15349" y="410"/>
                  </a:lnTo>
                  <a:cubicBezTo>
                    <a:pt x="15349" y="183"/>
                    <a:pt x="15165" y="0"/>
                    <a:pt x="14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0"/>
            <p:cNvSpPr/>
            <p:nvPr/>
          </p:nvSpPr>
          <p:spPr>
            <a:xfrm>
              <a:off x="6985316" y="2495518"/>
              <a:ext cx="60279" cy="83277"/>
            </a:xfrm>
            <a:custGeom>
              <a:rect b="b" l="l" r="r" t="t"/>
              <a:pathLst>
                <a:path extrusionOk="0" h="2991" w="2165">
                  <a:moveTo>
                    <a:pt x="1833" y="0"/>
                  </a:moveTo>
                  <a:cubicBezTo>
                    <a:pt x="1788" y="0"/>
                    <a:pt x="1742" y="11"/>
                    <a:pt x="1700" y="33"/>
                  </a:cubicBezTo>
                  <a:cubicBezTo>
                    <a:pt x="1" y="912"/>
                    <a:pt x="7" y="2632"/>
                    <a:pt x="8" y="2705"/>
                  </a:cubicBezTo>
                  <a:cubicBezTo>
                    <a:pt x="11" y="2864"/>
                    <a:pt x="140" y="2990"/>
                    <a:pt x="299" y="2990"/>
                  </a:cubicBezTo>
                  <a:cubicBezTo>
                    <a:pt x="299" y="2990"/>
                    <a:pt x="300" y="2990"/>
                    <a:pt x="301" y="2989"/>
                  </a:cubicBezTo>
                  <a:cubicBezTo>
                    <a:pt x="461" y="2988"/>
                    <a:pt x="589" y="2856"/>
                    <a:pt x="589" y="2696"/>
                  </a:cubicBezTo>
                  <a:cubicBezTo>
                    <a:pt x="588" y="2639"/>
                    <a:pt x="594" y="1259"/>
                    <a:pt x="1966" y="547"/>
                  </a:cubicBezTo>
                  <a:cubicBezTo>
                    <a:pt x="2109" y="474"/>
                    <a:pt x="2165" y="300"/>
                    <a:pt x="2090" y="157"/>
                  </a:cubicBezTo>
                  <a:cubicBezTo>
                    <a:pt x="2039" y="57"/>
                    <a:pt x="1938" y="0"/>
                    <a:pt x="1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0"/>
            <p:cNvSpPr/>
            <p:nvPr/>
          </p:nvSpPr>
          <p:spPr>
            <a:xfrm>
              <a:off x="6821516" y="2562202"/>
              <a:ext cx="344189" cy="307827"/>
            </a:xfrm>
            <a:custGeom>
              <a:rect b="b" l="l" r="r" t="t"/>
              <a:pathLst>
                <a:path extrusionOk="0" h="11056" w="12362">
                  <a:moveTo>
                    <a:pt x="4017" y="0"/>
                  </a:moveTo>
                  <a:cubicBezTo>
                    <a:pt x="1426" y="0"/>
                    <a:pt x="0" y="2475"/>
                    <a:pt x="0" y="5528"/>
                  </a:cubicBezTo>
                  <a:cubicBezTo>
                    <a:pt x="0" y="8580"/>
                    <a:pt x="2102" y="11055"/>
                    <a:pt x="4692" y="11055"/>
                  </a:cubicBezTo>
                  <a:cubicBezTo>
                    <a:pt x="5213" y="11055"/>
                    <a:pt x="5713" y="10955"/>
                    <a:pt x="6182" y="10770"/>
                  </a:cubicBezTo>
                  <a:cubicBezTo>
                    <a:pt x="6649" y="10955"/>
                    <a:pt x="7150" y="11055"/>
                    <a:pt x="7670" y="11055"/>
                  </a:cubicBezTo>
                  <a:cubicBezTo>
                    <a:pt x="10261" y="11055"/>
                    <a:pt x="12362" y="8580"/>
                    <a:pt x="12362" y="5528"/>
                  </a:cubicBezTo>
                  <a:cubicBezTo>
                    <a:pt x="12362" y="2475"/>
                    <a:pt x="10936" y="0"/>
                    <a:pt x="8345" y="0"/>
                  </a:cubicBezTo>
                  <a:cubicBezTo>
                    <a:pt x="7940" y="0"/>
                    <a:pt x="7531" y="60"/>
                    <a:pt x="7128" y="173"/>
                  </a:cubicBezTo>
                  <a:cubicBezTo>
                    <a:pt x="6818" y="261"/>
                    <a:pt x="6500" y="305"/>
                    <a:pt x="6181" y="305"/>
                  </a:cubicBezTo>
                  <a:cubicBezTo>
                    <a:pt x="5863" y="305"/>
                    <a:pt x="5544" y="261"/>
                    <a:pt x="5234" y="173"/>
                  </a:cubicBezTo>
                  <a:cubicBezTo>
                    <a:pt x="4831" y="60"/>
                    <a:pt x="4422" y="0"/>
                    <a:pt x="40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0"/>
            <p:cNvSpPr/>
            <p:nvPr/>
          </p:nvSpPr>
          <p:spPr>
            <a:xfrm>
              <a:off x="6887531" y="2617303"/>
              <a:ext cx="85254" cy="85254"/>
            </a:xfrm>
            <a:custGeom>
              <a:rect b="b" l="l" r="r" t="t"/>
              <a:pathLst>
                <a:path extrusionOk="0" h="3062" w="3062">
                  <a:moveTo>
                    <a:pt x="1531" y="1"/>
                  </a:moveTo>
                  <a:cubicBezTo>
                    <a:pt x="685" y="1"/>
                    <a:pt x="0" y="686"/>
                    <a:pt x="0" y="1531"/>
                  </a:cubicBezTo>
                  <a:cubicBezTo>
                    <a:pt x="0" y="2377"/>
                    <a:pt x="685" y="3062"/>
                    <a:pt x="1531" y="3062"/>
                  </a:cubicBezTo>
                  <a:cubicBezTo>
                    <a:pt x="2376" y="3062"/>
                    <a:pt x="3062" y="2377"/>
                    <a:pt x="3062" y="1531"/>
                  </a:cubicBezTo>
                  <a:cubicBezTo>
                    <a:pt x="3062" y="686"/>
                    <a:pt x="2376" y="1"/>
                    <a:pt x="15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0"/>
            <p:cNvSpPr/>
            <p:nvPr/>
          </p:nvSpPr>
          <p:spPr>
            <a:xfrm>
              <a:off x="6811966" y="2482710"/>
              <a:ext cx="142665" cy="219872"/>
            </a:xfrm>
            <a:custGeom>
              <a:rect b="b" l="l" r="r" t="t"/>
              <a:pathLst>
                <a:path extrusionOk="0" h="7897" w="5124">
                  <a:moveTo>
                    <a:pt x="1164" y="1"/>
                  </a:moveTo>
                  <a:cubicBezTo>
                    <a:pt x="897" y="1"/>
                    <a:pt x="643" y="154"/>
                    <a:pt x="528" y="413"/>
                  </a:cubicBezTo>
                  <a:cubicBezTo>
                    <a:pt x="1" y="1593"/>
                    <a:pt x="124" y="3283"/>
                    <a:pt x="2046" y="4491"/>
                  </a:cubicBezTo>
                  <a:cubicBezTo>
                    <a:pt x="3052" y="5123"/>
                    <a:pt x="3608" y="5871"/>
                    <a:pt x="3699" y="6718"/>
                  </a:cubicBezTo>
                  <a:cubicBezTo>
                    <a:pt x="3746" y="7178"/>
                    <a:pt x="3643" y="7556"/>
                    <a:pt x="3579" y="7733"/>
                  </a:cubicBezTo>
                  <a:cubicBezTo>
                    <a:pt x="3780" y="7830"/>
                    <a:pt x="4006" y="7887"/>
                    <a:pt x="4245" y="7896"/>
                  </a:cubicBezTo>
                  <a:cubicBezTo>
                    <a:pt x="4261" y="7897"/>
                    <a:pt x="4277" y="7897"/>
                    <a:pt x="4293" y="7897"/>
                  </a:cubicBezTo>
                  <a:cubicBezTo>
                    <a:pt x="4562" y="7897"/>
                    <a:pt x="4814" y="7820"/>
                    <a:pt x="5033" y="7685"/>
                  </a:cubicBezTo>
                  <a:cubicBezTo>
                    <a:pt x="5089" y="7402"/>
                    <a:pt x="5123" y="7054"/>
                    <a:pt x="5091" y="6665"/>
                  </a:cubicBezTo>
                  <a:cubicBezTo>
                    <a:pt x="4960" y="5005"/>
                    <a:pt x="3766" y="3925"/>
                    <a:pt x="2788" y="3311"/>
                  </a:cubicBezTo>
                  <a:cubicBezTo>
                    <a:pt x="1409" y="2445"/>
                    <a:pt x="1576" y="1479"/>
                    <a:pt x="1800" y="981"/>
                  </a:cubicBezTo>
                  <a:cubicBezTo>
                    <a:pt x="1956" y="629"/>
                    <a:pt x="1798" y="218"/>
                    <a:pt x="1447" y="61"/>
                  </a:cubicBezTo>
                  <a:cubicBezTo>
                    <a:pt x="1355" y="20"/>
                    <a:pt x="1259" y="1"/>
                    <a:pt x="1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0"/>
            <p:cNvSpPr/>
            <p:nvPr/>
          </p:nvSpPr>
          <p:spPr>
            <a:xfrm>
              <a:off x="6926818" y="2470849"/>
              <a:ext cx="82302" cy="74534"/>
            </a:xfrm>
            <a:custGeom>
              <a:rect b="b" l="l" r="r" t="t"/>
              <a:pathLst>
                <a:path extrusionOk="0" h="2677" w="2956">
                  <a:moveTo>
                    <a:pt x="1056" y="0"/>
                  </a:moveTo>
                  <a:cubicBezTo>
                    <a:pt x="799" y="0"/>
                    <a:pt x="543" y="56"/>
                    <a:pt x="307" y="167"/>
                  </a:cubicBezTo>
                  <a:cubicBezTo>
                    <a:pt x="1" y="820"/>
                    <a:pt x="116" y="1622"/>
                    <a:pt x="655" y="2162"/>
                  </a:cubicBezTo>
                  <a:cubicBezTo>
                    <a:pt x="999" y="2505"/>
                    <a:pt x="1450" y="2677"/>
                    <a:pt x="1900" y="2677"/>
                  </a:cubicBezTo>
                  <a:cubicBezTo>
                    <a:pt x="2157" y="2677"/>
                    <a:pt x="2413" y="2621"/>
                    <a:pt x="2650" y="2510"/>
                  </a:cubicBezTo>
                  <a:cubicBezTo>
                    <a:pt x="2956" y="1858"/>
                    <a:pt x="2840" y="1055"/>
                    <a:pt x="2301" y="516"/>
                  </a:cubicBezTo>
                  <a:cubicBezTo>
                    <a:pt x="1957" y="173"/>
                    <a:pt x="1506" y="0"/>
                    <a:pt x="1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0"/>
            <p:cNvSpPr/>
            <p:nvPr/>
          </p:nvSpPr>
          <p:spPr>
            <a:xfrm>
              <a:off x="6912952" y="2646511"/>
              <a:ext cx="40316" cy="33717"/>
            </a:xfrm>
            <a:custGeom>
              <a:rect b="b" l="l" r="r" t="t"/>
              <a:pathLst>
                <a:path extrusionOk="0" h="1211" w="1448">
                  <a:moveTo>
                    <a:pt x="1121" y="0"/>
                  </a:moveTo>
                  <a:cubicBezTo>
                    <a:pt x="567" y="0"/>
                    <a:pt x="199" y="266"/>
                    <a:pt x="1" y="466"/>
                  </a:cubicBezTo>
                  <a:cubicBezTo>
                    <a:pt x="34" y="587"/>
                    <a:pt x="58" y="709"/>
                    <a:pt x="72" y="835"/>
                  </a:cubicBezTo>
                  <a:cubicBezTo>
                    <a:pt x="85" y="968"/>
                    <a:pt x="86" y="1095"/>
                    <a:pt x="79" y="1210"/>
                  </a:cubicBezTo>
                  <a:cubicBezTo>
                    <a:pt x="197" y="1113"/>
                    <a:pt x="296" y="1021"/>
                    <a:pt x="318" y="986"/>
                  </a:cubicBezTo>
                  <a:cubicBezTo>
                    <a:pt x="320" y="982"/>
                    <a:pt x="574" y="582"/>
                    <a:pt x="1127" y="582"/>
                  </a:cubicBezTo>
                  <a:cubicBezTo>
                    <a:pt x="1196" y="582"/>
                    <a:pt x="1269" y="588"/>
                    <a:pt x="1347" y="602"/>
                  </a:cubicBezTo>
                  <a:cubicBezTo>
                    <a:pt x="1372" y="607"/>
                    <a:pt x="1407" y="612"/>
                    <a:pt x="1447" y="619"/>
                  </a:cubicBezTo>
                  <a:cubicBezTo>
                    <a:pt x="1422" y="407"/>
                    <a:pt x="1378" y="204"/>
                    <a:pt x="1319" y="12"/>
                  </a:cubicBezTo>
                  <a:cubicBezTo>
                    <a:pt x="1251" y="4"/>
                    <a:pt x="1185"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0"/>
            <p:cNvSpPr/>
            <p:nvPr/>
          </p:nvSpPr>
          <p:spPr>
            <a:xfrm>
              <a:off x="6897499" y="2607252"/>
              <a:ext cx="40956" cy="41847"/>
            </a:xfrm>
            <a:custGeom>
              <a:rect b="b" l="l" r="r" t="t"/>
              <a:pathLst>
                <a:path extrusionOk="0" h="1503" w="1471">
                  <a:moveTo>
                    <a:pt x="1084" y="1"/>
                  </a:moveTo>
                  <a:cubicBezTo>
                    <a:pt x="612" y="98"/>
                    <a:pt x="330" y="358"/>
                    <a:pt x="174" y="571"/>
                  </a:cubicBezTo>
                  <a:cubicBezTo>
                    <a:pt x="94" y="680"/>
                    <a:pt x="39" y="785"/>
                    <a:pt x="1" y="873"/>
                  </a:cubicBezTo>
                  <a:cubicBezTo>
                    <a:pt x="175" y="1074"/>
                    <a:pt x="313" y="1284"/>
                    <a:pt x="416" y="1502"/>
                  </a:cubicBezTo>
                  <a:cubicBezTo>
                    <a:pt x="458" y="1368"/>
                    <a:pt x="489" y="1252"/>
                    <a:pt x="499" y="1207"/>
                  </a:cubicBezTo>
                  <a:cubicBezTo>
                    <a:pt x="499" y="1206"/>
                    <a:pt x="532" y="1064"/>
                    <a:pt x="641" y="915"/>
                  </a:cubicBezTo>
                  <a:cubicBezTo>
                    <a:pt x="795" y="706"/>
                    <a:pt x="1024" y="582"/>
                    <a:pt x="1321" y="550"/>
                  </a:cubicBezTo>
                  <a:cubicBezTo>
                    <a:pt x="1355" y="546"/>
                    <a:pt x="1408" y="540"/>
                    <a:pt x="1471" y="530"/>
                  </a:cubicBezTo>
                  <a:cubicBezTo>
                    <a:pt x="1354" y="341"/>
                    <a:pt x="1223" y="165"/>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0"/>
            <p:cNvSpPr/>
            <p:nvPr/>
          </p:nvSpPr>
          <p:spPr>
            <a:xfrm>
              <a:off x="6871355" y="2577265"/>
              <a:ext cx="37866" cy="43713"/>
            </a:xfrm>
            <a:custGeom>
              <a:rect b="b" l="l" r="r" t="t"/>
              <a:pathLst>
                <a:path extrusionOk="0" h="1570" w="1360">
                  <a:moveTo>
                    <a:pt x="788" y="1"/>
                  </a:moveTo>
                  <a:cubicBezTo>
                    <a:pt x="485" y="145"/>
                    <a:pt x="253" y="397"/>
                    <a:pt x="114" y="742"/>
                  </a:cubicBezTo>
                  <a:cubicBezTo>
                    <a:pt x="51" y="898"/>
                    <a:pt x="18" y="1044"/>
                    <a:pt x="1" y="1151"/>
                  </a:cubicBezTo>
                  <a:lnTo>
                    <a:pt x="559" y="1569"/>
                  </a:lnTo>
                  <a:cubicBezTo>
                    <a:pt x="561" y="1472"/>
                    <a:pt x="561" y="1390"/>
                    <a:pt x="562" y="1348"/>
                  </a:cubicBezTo>
                  <a:cubicBezTo>
                    <a:pt x="563" y="1319"/>
                    <a:pt x="596" y="637"/>
                    <a:pt x="1155" y="482"/>
                  </a:cubicBezTo>
                  <a:cubicBezTo>
                    <a:pt x="1201" y="470"/>
                    <a:pt x="1277" y="450"/>
                    <a:pt x="1360" y="424"/>
                  </a:cubicBezTo>
                  <a:cubicBezTo>
                    <a:pt x="1169" y="265"/>
                    <a:pt x="977" y="125"/>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0"/>
            <p:cNvSpPr/>
            <p:nvPr/>
          </p:nvSpPr>
          <p:spPr>
            <a:xfrm>
              <a:off x="6838389" y="2554545"/>
              <a:ext cx="40706" cy="41625"/>
            </a:xfrm>
            <a:custGeom>
              <a:rect b="b" l="l" r="r" t="t"/>
              <a:pathLst>
                <a:path extrusionOk="0" h="1495" w="1462">
                  <a:moveTo>
                    <a:pt x="1017" y="1"/>
                  </a:moveTo>
                  <a:cubicBezTo>
                    <a:pt x="336" y="257"/>
                    <a:pt x="90" y="686"/>
                    <a:pt x="1" y="963"/>
                  </a:cubicBezTo>
                  <a:cubicBezTo>
                    <a:pt x="148" y="1145"/>
                    <a:pt x="321" y="1323"/>
                    <a:pt x="525" y="1495"/>
                  </a:cubicBezTo>
                  <a:lnTo>
                    <a:pt x="531" y="1238"/>
                  </a:lnTo>
                  <a:lnTo>
                    <a:pt x="531" y="1234"/>
                  </a:lnTo>
                  <a:cubicBezTo>
                    <a:pt x="537" y="1175"/>
                    <a:pt x="602" y="744"/>
                    <a:pt x="1308" y="513"/>
                  </a:cubicBezTo>
                  <a:cubicBezTo>
                    <a:pt x="1348" y="500"/>
                    <a:pt x="1403" y="483"/>
                    <a:pt x="1462" y="463"/>
                  </a:cubicBezTo>
                  <a:cubicBezTo>
                    <a:pt x="1273" y="308"/>
                    <a:pt x="1128" y="153"/>
                    <a:pt x="1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0"/>
            <p:cNvSpPr/>
            <p:nvPr/>
          </p:nvSpPr>
          <p:spPr>
            <a:xfrm>
              <a:off x="6820179" y="2528401"/>
              <a:ext cx="41096" cy="31685"/>
            </a:xfrm>
            <a:custGeom>
              <a:rect b="b" l="l" r="r" t="t"/>
              <a:pathLst>
                <a:path extrusionOk="0" h="1138" w="1476">
                  <a:moveTo>
                    <a:pt x="1183" y="0"/>
                  </a:moveTo>
                  <a:cubicBezTo>
                    <a:pt x="593" y="0"/>
                    <a:pt x="202" y="280"/>
                    <a:pt x="1" y="475"/>
                  </a:cubicBezTo>
                  <a:cubicBezTo>
                    <a:pt x="36" y="696"/>
                    <a:pt x="98" y="917"/>
                    <a:pt x="192" y="1137"/>
                  </a:cubicBezTo>
                  <a:cubicBezTo>
                    <a:pt x="245" y="1082"/>
                    <a:pt x="298" y="1018"/>
                    <a:pt x="319" y="987"/>
                  </a:cubicBezTo>
                  <a:cubicBezTo>
                    <a:pt x="331" y="969"/>
                    <a:pt x="612" y="581"/>
                    <a:pt x="1188" y="581"/>
                  </a:cubicBezTo>
                  <a:cubicBezTo>
                    <a:pt x="1239" y="581"/>
                    <a:pt x="1293" y="584"/>
                    <a:pt x="1349" y="591"/>
                  </a:cubicBezTo>
                  <a:cubicBezTo>
                    <a:pt x="1383" y="595"/>
                    <a:pt x="1427" y="598"/>
                    <a:pt x="1475" y="600"/>
                  </a:cubicBezTo>
                  <a:cubicBezTo>
                    <a:pt x="1388" y="392"/>
                    <a:pt x="1353" y="192"/>
                    <a:pt x="1355" y="8"/>
                  </a:cubicBezTo>
                  <a:cubicBezTo>
                    <a:pt x="1296" y="3"/>
                    <a:pt x="1239" y="0"/>
                    <a:pt x="1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0"/>
            <p:cNvSpPr/>
            <p:nvPr/>
          </p:nvSpPr>
          <p:spPr>
            <a:xfrm>
              <a:off x="6811437" y="2753678"/>
              <a:ext cx="181004" cy="220930"/>
            </a:xfrm>
            <a:custGeom>
              <a:rect b="b" l="l" r="r" t="t"/>
              <a:pathLst>
                <a:path extrusionOk="0" h="7935" w="6501">
                  <a:moveTo>
                    <a:pt x="411" y="1"/>
                  </a:moveTo>
                  <a:cubicBezTo>
                    <a:pt x="184" y="1"/>
                    <a:pt x="0" y="185"/>
                    <a:pt x="0" y="411"/>
                  </a:cubicBezTo>
                  <a:lnTo>
                    <a:pt x="0" y="7525"/>
                  </a:lnTo>
                  <a:cubicBezTo>
                    <a:pt x="0" y="7750"/>
                    <a:pt x="184" y="7935"/>
                    <a:pt x="411" y="7935"/>
                  </a:cubicBezTo>
                  <a:lnTo>
                    <a:pt x="6501" y="7935"/>
                  </a:lnTo>
                  <a:lnTo>
                    <a:pt x="6501" y="1642"/>
                  </a:lnTo>
                  <a:cubicBezTo>
                    <a:pt x="6501" y="736"/>
                    <a:pt x="5765" y="1"/>
                    <a:pt x="4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0"/>
            <p:cNvSpPr/>
            <p:nvPr/>
          </p:nvSpPr>
          <p:spPr>
            <a:xfrm>
              <a:off x="6811437" y="2928866"/>
              <a:ext cx="181004" cy="45745"/>
            </a:xfrm>
            <a:custGeom>
              <a:rect b="b" l="l" r="r" t="t"/>
              <a:pathLst>
                <a:path extrusionOk="0" h="1643" w="6501">
                  <a:moveTo>
                    <a:pt x="411" y="1"/>
                  </a:moveTo>
                  <a:cubicBezTo>
                    <a:pt x="184" y="1"/>
                    <a:pt x="0" y="185"/>
                    <a:pt x="0" y="411"/>
                  </a:cubicBezTo>
                  <a:lnTo>
                    <a:pt x="0" y="1233"/>
                  </a:lnTo>
                  <a:cubicBezTo>
                    <a:pt x="0" y="1458"/>
                    <a:pt x="184" y="1643"/>
                    <a:pt x="411" y="1643"/>
                  </a:cubicBezTo>
                  <a:lnTo>
                    <a:pt x="6501" y="1643"/>
                  </a:lnTo>
                  <a:cubicBezTo>
                    <a:pt x="6501" y="736"/>
                    <a:pt x="5765" y="1"/>
                    <a:pt x="4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0"/>
            <p:cNvSpPr/>
            <p:nvPr/>
          </p:nvSpPr>
          <p:spPr>
            <a:xfrm>
              <a:off x="6992416" y="2753678"/>
              <a:ext cx="181032" cy="220930"/>
            </a:xfrm>
            <a:custGeom>
              <a:rect b="b" l="l" r="r" t="t"/>
              <a:pathLst>
                <a:path extrusionOk="0" h="7935" w="6502">
                  <a:moveTo>
                    <a:pt x="1643" y="1"/>
                  </a:moveTo>
                  <a:cubicBezTo>
                    <a:pt x="736" y="1"/>
                    <a:pt x="1" y="736"/>
                    <a:pt x="1" y="1642"/>
                  </a:cubicBezTo>
                  <a:lnTo>
                    <a:pt x="1" y="7935"/>
                  </a:lnTo>
                  <a:lnTo>
                    <a:pt x="6091" y="7935"/>
                  </a:lnTo>
                  <a:cubicBezTo>
                    <a:pt x="6317" y="7935"/>
                    <a:pt x="6502" y="7750"/>
                    <a:pt x="6502" y="7525"/>
                  </a:cubicBezTo>
                  <a:lnTo>
                    <a:pt x="6502" y="411"/>
                  </a:lnTo>
                  <a:cubicBezTo>
                    <a:pt x="6502" y="185"/>
                    <a:pt x="6317" y="1"/>
                    <a:pt x="60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0"/>
            <p:cNvSpPr/>
            <p:nvPr/>
          </p:nvSpPr>
          <p:spPr>
            <a:xfrm>
              <a:off x="6992416" y="2928866"/>
              <a:ext cx="181032" cy="45745"/>
            </a:xfrm>
            <a:custGeom>
              <a:rect b="b" l="l" r="r" t="t"/>
              <a:pathLst>
                <a:path extrusionOk="0" h="1643" w="6502">
                  <a:moveTo>
                    <a:pt x="1643" y="1"/>
                  </a:moveTo>
                  <a:cubicBezTo>
                    <a:pt x="736" y="1"/>
                    <a:pt x="1" y="736"/>
                    <a:pt x="1" y="1643"/>
                  </a:cubicBezTo>
                  <a:lnTo>
                    <a:pt x="6091" y="1643"/>
                  </a:lnTo>
                  <a:cubicBezTo>
                    <a:pt x="6317" y="1643"/>
                    <a:pt x="6502" y="1458"/>
                    <a:pt x="6502" y="1233"/>
                  </a:cubicBezTo>
                  <a:lnTo>
                    <a:pt x="6502" y="411"/>
                  </a:lnTo>
                  <a:cubicBezTo>
                    <a:pt x="6502" y="185"/>
                    <a:pt x="6317" y="1"/>
                    <a:pt x="60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0"/>
            <p:cNvSpPr/>
            <p:nvPr/>
          </p:nvSpPr>
          <p:spPr>
            <a:xfrm>
              <a:off x="6843512" y="2783052"/>
              <a:ext cx="99815" cy="16176"/>
            </a:xfrm>
            <a:custGeom>
              <a:rect b="b" l="l" r="r" t="t"/>
              <a:pathLst>
                <a:path extrusionOk="0" h="581" w="3585">
                  <a:moveTo>
                    <a:pt x="291" y="1"/>
                  </a:moveTo>
                  <a:cubicBezTo>
                    <a:pt x="130" y="1"/>
                    <a:pt x="1" y="130"/>
                    <a:pt x="1" y="291"/>
                  </a:cubicBezTo>
                  <a:cubicBezTo>
                    <a:pt x="1" y="451"/>
                    <a:pt x="130" y="580"/>
                    <a:pt x="291" y="580"/>
                  </a:cubicBezTo>
                  <a:lnTo>
                    <a:pt x="3294" y="580"/>
                  </a:lnTo>
                  <a:cubicBezTo>
                    <a:pt x="3455" y="580"/>
                    <a:pt x="3584" y="451"/>
                    <a:pt x="3584" y="291"/>
                  </a:cubicBezTo>
                  <a:cubicBezTo>
                    <a:pt x="3584" y="130"/>
                    <a:pt x="3455" y="1"/>
                    <a:pt x="3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0"/>
            <p:cNvSpPr/>
            <p:nvPr/>
          </p:nvSpPr>
          <p:spPr>
            <a:xfrm>
              <a:off x="6843512" y="2815072"/>
              <a:ext cx="99815" cy="16204"/>
            </a:xfrm>
            <a:custGeom>
              <a:rect b="b" l="l" r="r" t="t"/>
              <a:pathLst>
                <a:path extrusionOk="0" h="582" w="3585">
                  <a:moveTo>
                    <a:pt x="291" y="1"/>
                  </a:moveTo>
                  <a:cubicBezTo>
                    <a:pt x="130" y="1"/>
                    <a:pt x="1" y="130"/>
                    <a:pt x="1" y="291"/>
                  </a:cubicBezTo>
                  <a:cubicBezTo>
                    <a:pt x="1" y="451"/>
                    <a:pt x="130" y="581"/>
                    <a:pt x="291" y="581"/>
                  </a:cubicBezTo>
                  <a:lnTo>
                    <a:pt x="3294" y="581"/>
                  </a:lnTo>
                  <a:cubicBezTo>
                    <a:pt x="3455" y="581"/>
                    <a:pt x="3584" y="451"/>
                    <a:pt x="3584" y="291"/>
                  </a:cubicBezTo>
                  <a:cubicBezTo>
                    <a:pt x="3584" y="130"/>
                    <a:pt x="3455" y="1"/>
                    <a:pt x="3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0"/>
            <p:cNvSpPr/>
            <p:nvPr/>
          </p:nvSpPr>
          <p:spPr>
            <a:xfrm>
              <a:off x="6843512" y="2847119"/>
              <a:ext cx="99815" cy="16176"/>
            </a:xfrm>
            <a:custGeom>
              <a:rect b="b" l="l" r="r" t="t"/>
              <a:pathLst>
                <a:path extrusionOk="0" h="581" w="3585">
                  <a:moveTo>
                    <a:pt x="291" y="0"/>
                  </a:moveTo>
                  <a:cubicBezTo>
                    <a:pt x="130" y="0"/>
                    <a:pt x="1" y="131"/>
                    <a:pt x="1" y="290"/>
                  </a:cubicBezTo>
                  <a:cubicBezTo>
                    <a:pt x="1" y="450"/>
                    <a:pt x="130" y="581"/>
                    <a:pt x="291" y="581"/>
                  </a:cubicBezTo>
                  <a:lnTo>
                    <a:pt x="3294" y="581"/>
                  </a:lnTo>
                  <a:cubicBezTo>
                    <a:pt x="3455" y="581"/>
                    <a:pt x="3584" y="450"/>
                    <a:pt x="3584" y="290"/>
                  </a:cubicBezTo>
                  <a:cubicBezTo>
                    <a:pt x="3584" y="131"/>
                    <a:pt x="3455" y="0"/>
                    <a:pt x="3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0"/>
            <p:cNvSpPr/>
            <p:nvPr/>
          </p:nvSpPr>
          <p:spPr>
            <a:xfrm>
              <a:off x="6843512" y="2879138"/>
              <a:ext cx="99815" cy="16176"/>
            </a:xfrm>
            <a:custGeom>
              <a:rect b="b" l="l" r="r" t="t"/>
              <a:pathLst>
                <a:path extrusionOk="0" h="581" w="3585">
                  <a:moveTo>
                    <a:pt x="291" y="0"/>
                  </a:moveTo>
                  <a:cubicBezTo>
                    <a:pt x="130" y="0"/>
                    <a:pt x="1" y="131"/>
                    <a:pt x="1" y="290"/>
                  </a:cubicBezTo>
                  <a:cubicBezTo>
                    <a:pt x="1" y="451"/>
                    <a:pt x="130" y="581"/>
                    <a:pt x="291" y="581"/>
                  </a:cubicBezTo>
                  <a:lnTo>
                    <a:pt x="3294" y="581"/>
                  </a:lnTo>
                  <a:cubicBezTo>
                    <a:pt x="3455" y="581"/>
                    <a:pt x="3584" y="451"/>
                    <a:pt x="3584" y="290"/>
                  </a:cubicBezTo>
                  <a:cubicBezTo>
                    <a:pt x="3584" y="131"/>
                    <a:pt x="3455" y="0"/>
                    <a:pt x="3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0"/>
            <p:cNvSpPr/>
            <p:nvPr/>
          </p:nvSpPr>
          <p:spPr>
            <a:xfrm>
              <a:off x="7041531" y="2783052"/>
              <a:ext cx="99843" cy="16176"/>
            </a:xfrm>
            <a:custGeom>
              <a:rect b="b" l="l" r="r" t="t"/>
              <a:pathLst>
                <a:path extrusionOk="0" h="581" w="3586">
                  <a:moveTo>
                    <a:pt x="291" y="1"/>
                  </a:moveTo>
                  <a:cubicBezTo>
                    <a:pt x="131" y="1"/>
                    <a:pt x="0" y="130"/>
                    <a:pt x="0" y="291"/>
                  </a:cubicBezTo>
                  <a:cubicBezTo>
                    <a:pt x="0" y="451"/>
                    <a:pt x="131" y="580"/>
                    <a:pt x="291" y="580"/>
                  </a:cubicBezTo>
                  <a:lnTo>
                    <a:pt x="3295" y="580"/>
                  </a:lnTo>
                  <a:cubicBezTo>
                    <a:pt x="3455" y="580"/>
                    <a:pt x="3585" y="451"/>
                    <a:pt x="3585" y="291"/>
                  </a:cubicBezTo>
                  <a:cubicBezTo>
                    <a:pt x="3585" y="130"/>
                    <a:pt x="3455" y="1"/>
                    <a:pt x="3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0"/>
            <p:cNvSpPr/>
            <p:nvPr/>
          </p:nvSpPr>
          <p:spPr>
            <a:xfrm>
              <a:off x="7041531" y="2815072"/>
              <a:ext cx="99843" cy="16204"/>
            </a:xfrm>
            <a:custGeom>
              <a:rect b="b" l="l" r="r" t="t"/>
              <a:pathLst>
                <a:path extrusionOk="0" h="582" w="3586">
                  <a:moveTo>
                    <a:pt x="291" y="1"/>
                  </a:moveTo>
                  <a:cubicBezTo>
                    <a:pt x="131" y="1"/>
                    <a:pt x="0" y="130"/>
                    <a:pt x="0" y="291"/>
                  </a:cubicBezTo>
                  <a:cubicBezTo>
                    <a:pt x="0" y="451"/>
                    <a:pt x="131" y="581"/>
                    <a:pt x="291" y="581"/>
                  </a:cubicBezTo>
                  <a:lnTo>
                    <a:pt x="3295" y="581"/>
                  </a:lnTo>
                  <a:cubicBezTo>
                    <a:pt x="3455" y="581"/>
                    <a:pt x="3585" y="451"/>
                    <a:pt x="3585" y="291"/>
                  </a:cubicBezTo>
                  <a:cubicBezTo>
                    <a:pt x="3585" y="130"/>
                    <a:pt x="3455" y="1"/>
                    <a:pt x="3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0"/>
            <p:cNvSpPr/>
            <p:nvPr/>
          </p:nvSpPr>
          <p:spPr>
            <a:xfrm>
              <a:off x="7041531" y="2847119"/>
              <a:ext cx="99843" cy="16176"/>
            </a:xfrm>
            <a:custGeom>
              <a:rect b="b" l="l" r="r" t="t"/>
              <a:pathLst>
                <a:path extrusionOk="0" h="581" w="3586">
                  <a:moveTo>
                    <a:pt x="291" y="0"/>
                  </a:moveTo>
                  <a:cubicBezTo>
                    <a:pt x="131" y="0"/>
                    <a:pt x="0" y="131"/>
                    <a:pt x="0" y="290"/>
                  </a:cubicBezTo>
                  <a:cubicBezTo>
                    <a:pt x="0" y="450"/>
                    <a:pt x="131" y="581"/>
                    <a:pt x="291" y="581"/>
                  </a:cubicBezTo>
                  <a:lnTo>
                    <a:pt x="3295" y="581"/>
                  </a:lnTo>
                  <a:cubicBezTo>
                    <a:pt x="3455" y="581"/>
                    <a:pt x="3585" y="450"/>
                    <a:pt x="3585" y="290"/>
                  </a:cubicBezTo>
                  <a:cubicBezTo>
                    <a:pt x="3585" y="131"/>
                    <a:pt x="3455" y="0"/>
                    <a:pt x="3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0"/>
            <p:cNvSpPr/>
            <p:nvPr/>
          </p:nvSpPr>
          <p:spPr>
            <a:xfrm>
              <a:off x="7041531" y="2879138"/>
              <a:ext cx="99843" cy="16176"/>
            </a:xfrm>
            <a:custGeom>
              <a:rect b="b" l="l" r="r" t="t"/>
              <a:pathLst>
                <a:path extrusionOk="0" h="581" w="3586">
                  <a:moveTo>
                    <a:pt x="291" y="0"/>
                  </a:moveTo>
                  <a:cubicBezTo>
                    <a:pt x="131" y="0"/>
                    <a:pt x="0" y="131"/>
                    <a:pt x="0" y="290"/>
                  </a:cubicBezTo>
                  <a:cubicBezTo>
                    <a:pt x="0" y="451"/>
                    <a:pt x="131" y="581"/>
                    <a:pt x="291" y="581"/>
                  </a:cubicBezTo>
                  <a:lnTo>
                    <a:pt x="3295" y="581"/>
                  </a:lnTo>
                  <a:cubicBezTo>
                    <a:pt x="3455" y="581"/>
                    <a:pt x="3585" y="451"/>
                    <a:pt x="3585" y="290"/>
                  </a:cubicBezTo>
                  <a:cubicBezTo>
                    <a:pt x="3585" y="131"/>
                    <a:pt x="3455" y="0"/>
                    <a:pt x="3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70"/>
          <p:cNvGrpSpPr/>
          <p:nvPr/>
        </p:nvGrpSpPr>
        <p:grpSpPr>
          <a:xfrm>
            <a:off x="6113716" y="2591667"/>
            <a:ext cx="511884" cy="501874"/>
            <a:chOff x="5965067" y="2470849"/>
            <a:chExt cx="535276" cy="535275"/>
          </a:xfrm>
        </p:grpSpPr>
        <p:sp>
          <p:nvSpPr>
            <p:cNvPr id="4275" name="Google Shape;4275;p70"/>
            <p:cNvSpPr/>
            <p:nvPr/>
          </p:nvSpPr>
          <p:spPr>
            <a:xfrm>
              <a:off x="6219440" y="2470849"/>
              <a:ext cx="153329" cy="164688"/>
            </a:xfrm>
            <a:custGeom>
              <a:rect b="b" l="l" r="r" t="t"/>
              <a:pathLst>
                <a:path extrusionOk="0" h="5915" w="5507">
                  <a:moveTo>
                    <a:pt x="477" y="0"/>
                  </a:moveTo>
                  <a:cubicBezTo>
                    <a:pt x="317" y="0"/>
                    <a:pt x="159" y="4"/>
                    <a:pt x="0" y="13"/>
                  </a:cubicBezTo>
                  <a:lnTo>
                    <a:pt x="0" y="5914"/>
                  </a:lnTo>
                  <a:lnTo>
                    <a:pt x="1804" y="5346"/>
                  </a:lnTo>
                  <a:cubicBezTo>
                    <a:pt x="1915" y="5311"/>
                    <a:pt x="2019" y="5257"/>
                    <a:pt x="2114" y="5188"/>
                  </a:cubicBezTo>
                  <a:lnTo>
                    <a:pt x="2919" y="4592"/>
                  </a:lnTo>
                  <a:cubicBezTo>
                    <a:pt x="3187" y="4396"/>
                    <a:pt x="3347" y="4079"/>
                    <a:pt x="3347" y="3745"/>
                  </a:cubicBezTo>
                  <a:lnTo>
                    <a:pt x="3347" y="3417"/>
                  </a:lnTo>
                  <a:cubicBezTo>
                    <a:pt x="3347" y="3250"/>
                    <a:pt x="3482" y="3114"/>
                    <a:pt x="3649" y="3114"/>
                  </a:cubicBezTo>
                  <a:cubicBezTo>
                    <a:pt x="3670" y="3114"/>
                    <a:pt x="3691" y="3115"/>
                    <a:pt x="3713" y="3120"/>
                  </a:cubicBezTo>
                  <a:lnTo>
                    <a:pt x="4076" y="3197"/>
                  </a:lnTo>
                  <a:cubicBezTo>
                    <a:pt x="4148" y="3212"/>
                    <a:pt x="4221" y="3219"/>
                    <a:pt x="4293" y="3219"/>
                  </a:cubicBezTo>
                  <a:cubicBezTo>
                    <a:pt x="4794" y="3219"/>
                    <a:pt x="5230" y="2862"/>
                    <a:pt x="5327" y="2370"/>
                  </a:cubicBezTo>
                  <a:lnTo>
                    <a:pt x="5507" y="1421"/>
                  </a:lnTo>
                  <a:cubicBezTo>
                    <a:pt x="4044" y="520"/>
                    <a:pt x="2321"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0"/>
            <p:cNvSpPr/>
            <p:nvPr/>
          </p:nvSpPr>
          <p:spPr>
            <a:xfrm>
              <a:off x="6219440" y="2655560"/>
              <a:ext cx="247937" cy="350565"/>
            </a:xfrm>
            <a:custGeom>
              <a:rect b="b" l="l" r="r" t="t"/>
              <a:pathLst>
                <a:path extrusionOk="0" h="12591" w="8905">
                  <a:moveTo>
                    <a:pt x="0" y="0"/>
                  </a:moveTo>
                  <a:lnTo>
                    <a:pt x="0" y="5976"/>
                  </a:lnTo>
                  <a:cubicBezTo>
                    <a:pt x="343" y="5673"/>
                    <a:pt x="1289" y="4831"/>
                    <a:pt x="1680" y="4492"/>
                  </a:cubicBezTo>
                  <a:cubicBezTo>
                    <a:pt x="1750" y="4430"/>
                    <a:pt x="1842" y="4396"/>
                    <a:pt x="1936" y="4396"/>
                  </a:cubicBezTo>
                  <a:cubicBezTo>
                    <a:pt x="2033" y="4396"/>
                    <a:pt x="2127" y="4432"/>
                    <a:pt x="2199" y="4498"/>
                  </a:cubicBezTo>
                  <a:lnTo>
                    <a:pt x="2552" y="4821"/>
                  </a:lnTo>
                  <a:cubicBezTo>
                    <a:pt x="2656" y="4916"/>
                    <a:pt x="2700" y="5063"/>
                    <a:pt x="2666" y="5201"/>
                  </a:cubicBezTo>
                  <a:lnTo>
                    <a:pt x="1988" y="7964"/>
                  </a:lnTo>
                  <a:cubicBezTo>
                    <a:pt x="1923" y="8226"/>
                    <a:pt x="1954" y="8502"/>
                    <a:pt x="2073" y="8744"/>
                  </a:cubicBezTo>
                  <a:lnTo>
                    <a:pt x="2494" y="9592"/>
                  </a:lnTo>
                  <a:cubicBezTo>
                    <a:pt x="2583" y="9774"/>
                    <a:pt x="2522" y="9991"/>
                    <a:pt x="2350" y="10097"/>
                  </a:cubicBezTo>
                  <a:lnTo>
                    <a:pt x="1334" y="10728"/>
                  </a:lnTo>
                  <a:cubicBezTo>
                    <a:pt x="1272" y="10766"/>
                    <a:pt x="1201" y="10787"/>
                    <a:pt x="1128" y="10787"/>
                  </a:cubicBezTo>
                  <a:cubicBezTo>
                    <a:pt x="1068" y="10787"/>
                    <a:pt x="1010" y="10772"/>
                    <a:pt x="956" y="10746"/>
                  </a:cubicBezTo>
                  <a:lnTo>
                    <a:pt x="0" y="10317"/>
                  </a:lnTo>
                  <a:lnTo>
                    <a:pt x="0" y="12579"/>
                  </a:lnTo>
                  <a:cubicBezTo>
                    <a:pt x="159" y="12587"/>
                    <a:pt x="317" y="12590"/>
                    <a:pt x="477" y="12590"/>
                  </a:cubicBezTo>
                  <a:cubicBezTo>
                    <a:pt x="4109" y="12590"/>
                    <a:pt x="7270" y="10576"/>
                    <a:pt x="8905" y="7603"/>
                  </a:cubicBezTo>
                  <a:lnTo>
                    <a:pt x="5873" y="7406"/>
                  </a:lnTo>
                  <a:cubicBezTo>
                    <a:pt x="5721" y="7396"/>
                    <a:pt x="5601" y="7276"/>
                    <a:pt x="5588" y="7128"/>
                  </a:cubicBezTo>
                  <a:lnTo>
                    <a:pt x="5487" y="5881"/>
                  </a:lnTo>
                  <a:cubicBezTo>
                    <a:pt x="5477" y="5759"/>
                    <a:pt x="5541" y="5645"/>
                    <a:pt x="5648" y="5588"/>
                  </a:cubicBezTo>
                  <a:lnTo>
                    <a:pt x="6306" y="5246"/>
                  </a:lnTo>
                  <a:cubicBezTo>
                    <a:pt x="6654" y="5063"/>
                    <a:pt x="6870" y="4705"/>
                    <a:pt x="6870" y="4310"/>
                  </a:cubicBezTo>
                  <a:lnTo>
                    <a:pt x="6870" y="3663"/>
                  </a:lnTo>
                  <a:cubicBezTo>
                    <a:pt x="6870" y="3121"/>
                    <a:pt x="6464" y="2670"/>
                    <a:pt x="5926" y="2614"/>
                  </a:cubicBezTo>
                  <a:lnTo>
                    <a:pt x="4377" y="2451"/>
                  </a:lnTo>
                  <a:cubicBezTo>
                    <a:pt x="4268" y="2439"/>
                    <a:pt x="4172" y="2370"/>
                    <a:pt x="4130" y="2270"/>
                  </a:cubicBezTo>
                  <a:lnTo>
                    <a:pt x="3668" y="1192"/>
                  </a:lnTo>
                  <a:cubicBezTo>
                    <a:pt x="3530" y="872"/>
                    <a:pt x="3244" y="640"/>
                    <a:pt x="2903" y="573"/>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0"/>
            <p:cNvSpPr/>
            <p:nvPr/>
          </p:nvSpPr>
          <p:spPr>
            <a:xfrm>
              <a:off x="6232693" y="2767488"/>
              <a:ext cx="73003" cy="198851"/>
            </a:xfrm>
            <a:custGeom>
              <a:rect b="b" l="l" r="r" t="t"/>
              <a:pathLst>
                <a:path extrusionOk="0" h="7142" w="2622">
                  <a:moveTo>
                    <a:pt x="1459" y="0"/>
                  </a:moveTo>
                  <a:cubicBezTo>
                    <a:pt x="1280" y="0"/>
                    <a:pt x="1101" y="63"/>
                    <a:pt x="957" y="188"/>
                  </a:cubicBezTo>
                  <a:cubicBezTo>
                    <a:pt x="957" y="188"/>
                    <a:pt x="25" y="996"/>
                    <a:pt x="1" y="1013"/>
                  </a:cubicBezTo>
                  <a:lnTo>
                    <a:pt x="1" y="6908"/>
                  </a:lnTo>
                  <a:lnTo>
                    <a:pt x="313" y="7062"/>
                  </a:lnTo>
                  <a:cubicBezTo>
                    <a:pt x="421" y="7115"/>
                    <a:pt x="537" y="7141"/>
                    <a:pt x="652" y="7141"/>
                  </a:cubicBezTo>
                  <a:cubicBezTo>
                    <a:pt x="793" y="7141"/>
                    <a:pt x="933" y="7103"/>
                    <a:pt x="1056" y="7026"/>
                  </a:cubicBezTo>
                  <a:lnTo>
                    <a:pt x="2072" y="6397"/>
                  </a:lnTo>
                  <a:cubicBezTo>
                    <a:pt x="2407" y="6188"/>
                    <a:pt x="2530" y="5760"/>
                    <a:pt x="2355" y="5405"/>
                  </a:cubicBezTo>
                  <a:lnTo>
                    <a:pt x="1934" y="4557"/>
                  </a:lnTo>
                  <a:cubicBezTo>
                    <a:pt x="1854" y="4394"/>
                    <a:pt x="1833" y="4210"/>
                    <a:pt x="1877" y="4035"/>
                  </a:cubicBezTo>
                  <a:lnTo>
                    <a:pt x="2555" y="1271"/>
                  </a:lnTo>
                  <a:cubicBezTo>
                    <a:pt x="2622" y="999"/>
                    <a:pt x="2535" y="713"/>
                    <a:pt x="2329" y="524"/>
                  </a:cubicBezTo>
                  <a:lnTo>
                    <a:pt x="1977" y="201"/>
                  </a:lnTo>
                  <a:cubicBezTo>
                    <a:pt x="1831" y="68"/>
                    <a:pt x="1645" y="0"/>
                    <a:pt x="1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0"/>
            <p:cNvSpPr/>
            <p:nvPr/>
          </p:nvSpPr>
          <p:spPr>
            <a:xfrm>
              <a:off x="6195551" y="2504901"/>
              <a:ext cx="304792" cy="372115"/>
            </a:xfrm>
            <a:custGeom>
              <a:rect b="b" l="l" r="r" t="t"/>
              <a:pathLst>
                <a:path extrusionOk="0" h="13365" w="10947">
                  <a:moveTo>
                    <a:pt x="6031" y="1"/>
                  </a:moveTo>
                  <a:lnTo>
                    <a:pt x="5817" y="1074"/>
                  </a:lnTo>
                  <a:cubicBezTo>
                    <a:pt x="5753" y="1397"/>
                    <a:pt x="5470" y="1621"/>
                    <a:pt x="5153" y="1621"/>
                  </a:cubicBezTo>
                  <a:cubicBezTo>
                    <a:pt x="5107" y="1621"/>
                    <a:pt x="5059" y="1616"/>
                    <a:pt x="5012" y="1606"/>
                  </a:cubicBezTo>
                  <a:lnTo>
                    <a:pt x="4647" y="1530"/>
                  </a:lnTo>
                  <a:cubicBezTo>
                    <a:pt x="4600" y="1520"/>
                    <a:pt x="4552" y="1515"/>
                    <a:pt x="4506" y="1515"/>
                  </a:cubicBezTo>
                  <a:cubicBezTo>
                    <a:pt x="4141" y="1515"/>
                    <a:pt x="3829" y="1812"/>
                    <a:pt x="3829" y="2194"/>
                  </a:cubicBezTo>
                  <a:lnTo>
                    <a:pt x="3829" y="2522"/>
                  </a:lnTo>
                  <a:cubicBezTo>
                    <a:pt x="3829" y="2738"/>
                    <a:pt x="3728" y="2940"/>
                    <a:pt x="3553" y="3068"/>
                  </a:cubicBezTo>
                  <a:lnTo>
                    <a:pt x="2747" y="3663"/>
                  </a:lnTo>
                  <a:cubicBezTo>
                    <a:pt x="2688" y="3708"/>
                    <a:pt x="2620" y="3743"/>
                    <a:pt x="2548" y="3764"/>
                  </a:cubicBezTo>
                  <a:lnTo>
                    <a:pt x="475" y="4419"/>
                  </a:lnTo>
                  <a:cubicBezTo>
                    <a:pt x="193" y="4508"/>
                    <a:pt x="1" y="4771"/>
                    <a:pt x="1" y="5067"/>
                  </a:cubicBezTo>
                  <a:cubicBezTo>
                    <a:pt x="1" y="5228"/>
                    <a:pt x="58" y="5379"/>
                    <a:pt x="156" y="5498"/>
                  </a:cubicBezTo>
                  <a:cubicBezTo>
                    <a:pt x="253" y="5615"/>
                    <a:pt x="390" y="5701"/>
                    <a:pt x="548" y="5732"/>
                  </a:cubicBezTo>
                  <a:lnTo>
                    <a:pt x="3688" y="6353"/>
                  </a:lnTo>
                  <a:cubicBezTo>
                    <a:pt x="3907" y="6396"/>
                    <a:pt x="4091" y="6544"/>
                    <a:pt x="4180" y="6750"/>
                  </a:cubicBezTo>
                  <a:lnTo>
                    <a:pt x="4643" y="7828"/>
                  </a:lnTo>
                  <a:cubicBezTo>
                    <a:pt x="4739" y="8054"/>
                    <a:pt x="4951" y="8210"/>
                    <a:pt x="5196" y="8236"/>
                  </a:cubicBezTo>
                  <a:lnTo>
                    <a:pt x="6745" y="8398"/>
                  </a:lnTo>
                  <a:cubicBezTo>
                    <a:pt x="7090" y="8433"/>
                    <a:pt x="7354" y="8726"/>
                    <a:pt x="7354" y="9074"/>
                  </a:cubicBezTo>
                  <a:lnTo>
                    <a:pt x="7354" y="9722"/>
                  </a:lnTo>
                  <a:cubicBezTo>
                    <a:pt x="7354" y="9975"/>
                    <a:pt x="7214" y="10207"/>
                    <a:pt x="6989" y="10324"/>
                  </a:cubicBezTo>
                  <a:lnTo>
                    <a:pt x="6334" y="10666"/>
                  </a:lnTo>
                  <a:cubicBezTo>
                    <a:pt x="6092" y="10792"/>
                    <a:pt x="5949" y="11051"/>
                    <a:pt x="5971" y="11321"/>
                  </a:cubicBezTo>
                  <a:lnTo>
                    <a:pt x="6072" y="12568"/>
                  </a:lnTo>
                  <a:cubicBezTo>
                    <a:pt x="6099" y="12906"/>
                    <a:pt x="6371" y="13172"/>
                    <a:pt x="6707" y="13191"/>
                  </a:cubicBezTo>
                  <a:lnTo>
                    <a:pt x="9561" y="13364"/>
                  </a:lnTo>
                  <a:cubicBezTo>
                    <a:pt x="10441" y="11913"/>
                    <a:pt x="10947" y="10210"/>
                    <a:pt x="10947" y="8389"/>
                  </a:cubicBezTo>
                  <a:cubicBezTo>
                    <a:pt x="10947" y="4787"/>
                    <a:pt x="8964" y="1646"/>
                    <a:pt x="6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0"/>
            <p:cNvSpPr/>
            <p:nvPr/>
          </p:nvSpPr>
          <p:spPr>
            <a:xfrm>
              <a:off x="6343341" y="2629331"/>
              <a:ext cx="26645" cy="16176"/>
            </a:xfrm>
            <a:custGeom>
              <a:rect b="b" l="l" r="r" t="t"/>
              <a:pathLst>
                <a:path extrusionOk="0" h="581" w="957">
                  <a:moveTo>
                    <a:pt x="291" y="0"/>
                  </a:moveTo>
                  <a:cubicBezTo>
                    <a:pt x="131" y="0"/>
                    <a:pt x="1" y="130"/>
                    <a:pt x="1" y="291"/>
                  </a:cubicBezTo>
                  <a:cubicBezTo>
                    <a:pt x="1" y="450"/>
                    <a:pt x="131" y="581"/>
                    <a:pt x="291" y="581"/>
                  </a:cubicBezTo>
                  <a:lnTo>
                    <a:pt x="666" y="581"/>
                  </a:lnTo>
                  <a:cubicBezTo>
                    <a:pt x="826" y="581"/>
                    <a:pt x="957" y="450"/>
                    <a:pt x="957" y="291"/>
                  </a:cubicBezTo>
                  <a:cubicBezTo>
                    <a:pt x="957" y="130"/>
                    <a:pt x="826" y="0"/>
                    <a:pt x="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0"/>
            <p:cNvSpPr/>
            <p:nvPr/>
          </p:nvSpPr>
          <p:spPr>
            <a:xfrm>
              <a:off x="6389003" y="2670678"/>
              <a:ext cx="26617" cy="16204"/>
            </a:xfrm>
            <a:custGeom>
              <a:rect b="b" l="l" r="r" t="t"/>
              <a:pathLst>
                <a:path extrusionOk="0" h="582" w="956">
                  <a:moveTo>
                    <a:pt x="291" y="1"/>
                  </a:moveTo>
                  <a:cubicBezTo>
                    <a:pt x="130" y="1"/>
                    <a:pt x="1" y="131"/>
                    <a:pt x="1" y="291"/>
                  </a:cubicBezTo>
                  <a:cubicBezTo>
                    <a:pt x="1" y="451"/>
                    <a:pt x="130" y="582"/>
                    <a:pt x="291" y="582"/>
                  </a:cubicBezTo>
                  <a:lnTo>
                    <a:pt x="667" y="582"/>
                  </a:lnTo>
                  <a:cubicBezTo>
                    <a:pt x="827" y="582"/>
                    <a:pt x="956" y="451"/>
                    <a:pt x="956" y="291"/>
                  </a:cubicBezTo>
                  <a:cubicBezTo>
                    <a:pt x="956" y="131"/>
                    <a:pt x="827" y="1"/>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0"/>
            <p:cNvSpPr/>
            <p:nvPr/>
          </p:nvSpPr>
          <p:spPr>
            <a:xfrm>
              <a:off x="5965067" y="2470849"/>
              <a:ext cx="267650" cy="535272"/>
            </a:xfrm>
            <a:custGeom>
              <a:rect b="b" l="l" r="r" t="t"/>
              <a:pathLst>
                <a:path extrusionOk="0" h="19225" w="9613">
                  <a:moveTo>
                    <a:pt x="9613" y="0"/>
                  </a:moveTo>
                  <a:cubicBezTo>
                    <a:pt x="4304" y="0"/>
                    <a:pt x="1" y="4304"/>
                    <a:pt x="1" y="9612"/>
                  </a:cubicBezTo>
                  <a:cubicBezTo>
                    <a:pt x="1" y="14921"/>
                    <a:pt x="4304" y="19224"/>
                    <a:pt x="9613" y="19224"/>
                  </a:cubicBezTo>
                  <a:lnTo>
                    <a:pt x="9613" y="16267"/>
                  </a:lnTo>
                  <a:cubicBezTo>
                    <a:pt x="5995" y="16200"/>
                    <a:pt x="3083" y="13246"/>
                    <a:pt x="3083" y="9612"/>
                  </a:cubicBezTo>
                  <a:cubicBezTo>
                    <a:pt x="3083" y="5979"/>
                    <a:pt x="5995" y="3026"/>
                    <a:pt x="9613" y="2959"/>
                  </a:cubicBezTo>
                  <a:lnTo>
                    <a:pt x="96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0"/>
            <p:cNvSpPr/>
            <p:nvPr/>
          </p:nvSpPr>
          <p:spPr>
            <a:xfrm>
              <a:off x="6025012" y="2530823"/>
              <a:ext cx="207705" cy="415327"/>
            </a:xfrm>
            <a:custGeom>
              <a:rect b="b" l="l" r="r" t="t"/>
              <a:pathLst>
                <a:path extrusionOk="0" h="14917" w="7460">
                  <a:moveTo>
                    <a:pt x="7460" y="0"/>
                  </a:moveTo>
                  <a:cubicBezTo>
                    <a:pt x="3340" y="0"/>
                    <a:pt x="1" y="3340"/>
                    <a:pt x="1" y="7458"/>
                  </a:cubicBezTo>
                  <a:cubicBezTo>
                    <a:pt x="1" y="11577"/>
                    <a:pt x="3340" y="14916"/>
                    <a:pt x="7460" y="14916"/>
                  </a:cubicBezTo>
                  <a:lnTo>
                    <a:pt x="7460" y="12315"/>
                  </a:lnTo>
                  <a:cubicBezTo>
                    <a:pt x="4907" y="12165"/>
                    <a:pt x="2885" y="10048"/>
                    <a:pt x="2885" y="7458"/>
                  </a:cubicBezTo>
                  <a:cubicBezTo>
                    <a:pt x="2885" y="4869"/>
                    <a:pt x="4907" y="2752"/>
                    <a:pt x="7460" y="2602"/>
                  </a:cubicBezTo>
                  <a:lnTo>
                    <a:pt x="74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0"/>
            <p:cNvSpPr/>
            <p:nvPr/>
          </p:nvSpPr>
          <p:spPr>
            <a:xfrm>
              <a:off x="6084429" y="2590212"/>
              <a:ext cx="148289" cy="296550"/>
            </a:xfrm>
            <a:custGeom>
              <a:rect b="b" l="l" r="r" t="t"/>
              <a:pathLst>
                <a:path extrusionOk="0" h="10651" w="5326">
                  <a:moveTo>
                    <a:pt x="5326" y="0"/>
                  </a:moveTo>
                  <a:cubicBezTo>
                    <a:pt x="2385" y="0"/>
                    <a:pt x="1" y="2385"/>
                    <a:pt x="1" y="5325"/>
                  </a:cubicBezTo>
                  <a:cubicBezTo>
                    <a:pt x="1" y="8266"/>
                    <a:pt x="2385" y="10650"/>
                    <a:pt x="5326" y="10650"/>
                  </a:cubicBezTo>
                  <a:lnTo>
                    <a:pt x="5326" y="8185"/>
                  </a:lnTo>
                  <a:cubicBezTo>
                    <a:pt x="3866" y="8049"/>
                    <a:pt x="2723" y="6821"/>
                    <a:pt x="2723" y="5325"/>
                  </a:cubicBezTo>
                  <a:cubicBezTo>
                    <a:pt x="2723" y="3830"/>
                    <a:pt x="3866" y="2602"/>
                    <a:pt x="5326" y="2467"/>
                  </a:cubicBezTo>
                  <a:lnTo>
                    <a:pt x="53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0"/>
            <p:cNvSpPr/>
            <p:nvPr/>
          </p:nvSpPr>
          <p:spPr>
            <a:xfrm>
              <a:off x="6143568" y="2649323"/>
              <a:ext cx="89152" cy="178303"/>
            </a:xfrm>
            <a:custGeom>
              <a:rect b="b" l="l" r="r" t="t"/>
              <a:pathLst>
                <a:path extrusionOk="0" h="6404" w="3202">
                  <a:moveTo>
                    <a:pt x="3202" y="1"/>
                  </a:moveTo>
                  <a:cubicBezTo>
                    <a:pt x="1433" y="1"/>
                    <a:pt x="0" y="1434"/>
                    <a:pt x="0" y="3202"/>
                  </a:cubicBezTo>
                  <a:cubicBezTo>
                    <a:pt x="0" y="4971"/>
                    <a:pt x="1433" y="6404"/>
                    <a:pt x="3202" y="6404"/>
                  </a:cubicBezTo>
                  <a:lnTo>
                    <a:pt x="3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0"/>
            <p:cNvSpPr/>
            <p:nvPr/>
          </p:nvSpPr>
          <p:spPr>
            <a:xfrm>
              <a:off x="6342004" y="2902554"/>
              <a:ext cx="26673" cy="16149"/>
            </a:xfrm>
            <a:custGeom>
              <a:rect b="b" l="l" r="r" t="t"/>
              <a:pathLst>
                <a:path extrusionOk="0" h="580" w="958">
                  <a:moveTo>
                    <a:pt x="291" y="1"/>
                  </a:moveTo>
                  <a:cubicBezTo>
                    <a:pt x="131" y="1"/>
                    <a:pt x="1" y="130"/>
                    <a:pt x="1" y="291"/>
                  </a:cubicBezTo>
                  <a:cubicBezTo>
                    <a:pt x="1" y="451"/>
                    <a:pt x="131" y="580"/>
                    <a:pt x="291" y="580"/>
                  </a:cubicBezTo>
                  <a:lnTo>
                    <a:pt x="667" y="580"/>
                  </a:lnTo>
                  <a:cubicBezTo>
                    <a:pt x="827" y="580"/>
                    <a:pt x="957" y="451"/>
                    <a:pt x="957" y="291"/>
                  </a:cubicBezTo>
                  <a:cubicBezTo>
                    <a:pt x="957" y="130"/>
                    <a:pt x="827" y="1"/>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0"/>
            <p:cNvSpPr/>
            <p:nvPr/>
          </p:nvSpPr>
          <p:spPr>
            <a:xfrm>
              <a:off x="6253603" y="2812204"/>
              <a:ext cx="26590" cy="16176"/>
            </a:xfrm>
            <a:custGeom>
              <a:rect b="b" l="l" r="r" t="t"/>
              <a:pathLst>
                <a:path extrusionOk="0" h="581" w="955">
                  <a:moveTo>
                    <a:pt x="289" y="0"/>
                  </a:moveTo>
                  <a:cubicBezTo>
                    <a:pt x="129" y="0"/>
                    <a:pt x="0" y="129"/>
                    <a:pt x="0" y="290"/>
                  </a:cubicBezTo>
                  <a:cubicBezTo>
                    <a:pt x="0" y="450"/>
                    <a:pt x="129" y="581"/>
                    <a:pt x="289" y="581"/>
                  </a:cubicBezTo>
                  <a:lnTo>
                    <a:pt x="665" y="581"/>
                  </a:lnTo>
                  <a:cubicBezTo>
                    <a:pt x="826" y="581"/>
                    <a:pt x="955" y="450"/>
                    <a:pt x="955" y="290"/>
                  </a:cubicBezTo>
                  <a:cubicBezTo>
                    <a:pt x="955" y="131"/>
                    <a:pt x="826" y="0"/>
                    <a:pt x="6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0"/>
            <p:cNvSpPr/>
            <p:nvPr/>
          </p:nvSpPr>
          <p:spPr>
            <a:xfrm>
              <a:off x="6432578" y="2816687"/>
              <a:ext cx="26645" cy="16176"/>
            </a:xfrm>
            <a:custGeom>
              <a:rect b="b" l="l" r="r" t="t"/>
              <a:pathLst>
                <a:path extrusionOk="0" h="581" w="957">
                  <a:moveTo>
                    <a:pt x="291" y="0"/>
                  </a:moveTo>
                  <a:cubicBezTo>
                    <a:pt x="131" y="0"/>
                    <a:pt x="1" y="129"/>
                    <a:pt x="1" y="290"/>
                  </a:cubicBezTo>
                  <a:cubicBezTo>
                    <a:pt x="1" y="450"/>
                    <a:pt x="131" y="581"/>
                    <a:pt x="291" y="581"/>
                  </a:cubicBezTo>
                  <a:lnTo>
                    <a:pt x="667" y="581"/>
                  </a:lnTo>
                  <a:cubicBezTo>
                    <a:pt x="826" y="581"/>
                    <a:pt x="957" y="450"/>
                    <a:pt x="957" y="290"/>
                  </a:cubicBezTo>
                  <a:cubicBezTo>
                    <a:pt x="957" y="129"/>
                    <a:pt x="826" y="0"/>
                    <a:pt x="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0"/>
            <p:cNvSpPr/>
            <p:nvPr/>
          </p:nvSpPr>
          <p:spPr>
            <a:xfrm>
              <a:off x="6373606" y="2606333"/>
              <a:ext cx="26645" cy="16204"/>
            </a:xfrm>
            <a:custGeom>
              <a:rect b="b" l="l" r="r" t="t"/>
              <a:pathLst>
                <a:path extrusionOk="0" h="582" w="957">
                  <a:moveTo>
                    <a:pt x="291" y="1"/>
                  </a:moveTo>
                  <a:cubicBezTo>
                    <a:pt x="131" y="1"/>
                    <a:pt x="0" y="131"/>
                    <a:pt x="0" y="291"/>
                  </a:cubicBezTo>
                  <a:cubicBezTo>
                    <a:pt x="0" y="452"/>
                    <a:pt x="131" y="581"/>
                    <a:pt x="291" y="581"/>
                  </a:cubicBezTo>
                  <a:lnTo>
                    <a:pt x="666" y="581"/>
                  </a:lnTo>
                  <a:cubicBezTo>
                    <a:pt x="826" y="581"/>
                    <a:pt x="956" y="452"/>
                    <a:pt x="956" y="291"/>
                  </a:cubicBezTo>
                  <a:cubicBezTo>
                    <a:pt x="956" y="131"/>
                    <a:pt x="826" y="1"/>
                    <a:pt x="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70"/>
          <p:cNvGrpSpPr/>
          <p:nvPr/>
        </p:nvGrpSpPr>
        <p:grpSpPr>
          <a:xfrm>
            <a:off x="7760503" y="2616603"/>
            <a:ext cx="466457" cy="501876"/>
            <a:chOff x="7484512" y="2470849"/>
            <a:chExt cx="487773" cy="535277"/>
          </a:xfrm>
        </p:grpSpPr>
        <p:sp>
          <p:nvSpPr>
            <p:cNvPr id="4290" name="Google Shape;4290;p70"/>
            <p:cNvSpPr/>
            <p:nvPr/>
          </p:nvSpPr>
          <p:spPr>
            <a:xfrm>
              <a:off x="7531567" y="2715478"/>
              <a:ext cx="41402" cy="86284"/>
            </a:xfrm>
            <a:custGeom>
              <a:rect b="b" l="l" r="r" t="t"/>
              <a:pathLst>
                <a:path extrusionOk="0" h="3099" w="1487">
                  <a:moveTo>
                    <a:pt x="0" y="1"/>
                  </a:moveTo>
                  <a:lnTo>
                    <a:pt x="143" y="3099"/>
                  </a:lnTo>
                  <a:lnTo>
                    <a:pt x="1343" y="3099"/>
                  </a:lnTo>
                  <a:lnTo>
                    <a:pt x="1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0"/>
            <p:cNvSpPr/>
            <p:nvPr/>
          </p:nvSpPr>
          <p:spPr>
            <a:xfrm>
              <a:off x="7883864" y="2715478"/>
              <a:ext cx="41430" cy="86284"/>
            </a:xfrm>
            <a:custGeom>
              <a:rect b="b" l="l" r="r" t="t"/>
              <a:pathLst>
                <a:path extrusionOk="0" h="3099" w="1488">
                  <a:moveTo>
                    <a:pt x="1" y="1"/>
                  </a:moveTo>
                  <a:lnTo>
                    <a:pt x="144" y="3099"/>
                  </a:lnTo>
                  <a:lnTo>
                    <a:pt x="1344" y="3099"/>
                  </a:lnTo>
                  <a:lnTo>
                    <a:pt x="14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0"/>
            <p:cNvSpPr/>
            <p:nvPr/>
          </p:nvSpPr>
          <p:spPr>
            <a:xfrm>
              <a:off x="7525803" y="2794440"/>
              <a:ext cx="405192" cy="211687"/>
            </a:xfrm>
            <a:custGeom>
              <a:rect b="b" l="l" r="r" t="t"/>
              <a:pathLst>
                <a:path extrusionOk="0" h="7603" w="14553">
                  <a:moveTo>
                    <a:pt x="390" y="0"/>
                  </a:moveTo>
                  <a:cubicBezTo>
                    <a:pt x="175" y="0"/>
                    <a:pt x="1" y="174"/>
                    <a:pt x="1" y="389"/>
                  </a:cubicBezTo>
                  <a:lnTo>
                    <a:pt x="1" y="7213"/>
                  </a:lnTo>
                  <a:cubicBezTo>
                    <a:pt x="1" y="7428"/>
                    <a:pt x="175" y="7602"/>
                    <a:pt x="390" y="7602"/>
                  </a:cubicBezTo>
                  <a:lnTo>
                    <a:pt x="14163" y="7602"/>
                  </a:lnTo>
                  <a:cubicBezTo>
                    <a:pt x="14378" y="7602"/>
                    <a:pt x="14553" y="7428"/>
                    <a:pt x="14553" y="7213"/>
                  </a:cubicBezTo>
                  <a:lnTo>
                    <a:pt x="14553" y="389"/>
                  </a:lnTo>
                  <a:cubicBezTo>
                    <a:pt x="14553" y="174"/>
                    <a:pt x="14378" y="0"/>
                    <a:pt x="14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0"/>
            <p:cNvSpPr/>
            <p:nvPr/>
          </p:nvSpPr>
          <p:spPr>
            <a:xfrm>
              <a:off x="7556792" y="2771080"/>
              <a:ext cx="171649" cy="205171"/>
            </a:xfrm>
            <a:custGeom>
              <a:rect b="b" l="l" r="r" t="t"/>
              <a:pathLst>
                <a:path extrusionOk="0" h="7369" w="6165">
                  <a:moveTo>
                    <a:pt x="389" y="0"/>
                  </a:moveTo>
                  <a:cubicBezTo>
                    <a:pt x="175" y="0"/>
                    <a:pt x="0" y="175"/>
                    <a:pt x="0" y="389"/>
                  </a:cubicBezTo>
                  <a:lnTo>
                    <a:pt x="0" y="6979"/>
                  </a:lnTo>
                  <a:cubicBezTo>
                    <a:pt x="0" y="7194"/>
                    <a:pt x="175" y="7368"/>
                    <a:pt x="389" y="7368"/>
                  </a:cubicBezTo>
                  <a:lnTo>
                    <a:pt x="6164" y="7368"/>
                  </a:lnTo>
                  <a:lnTo>
                    <a:pt x="6164" y="1558"/>
                  </a:lnTo>
                  <a:cubicBezTo>
                    <a:pt x="6164" y="698"/>
                    <a:pt x="5467" y="0"/>
                    <a:pt x="4607" y="0"/>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0"/>
            <p:cNvSpPr/>
            <p:nvPr/>
          </p:nvSpPr>
          <p:spPr>
            <a:xfrm>
              <a:off x="7556792" y="2932875"/>
              <a:ext cx="171649" cy="43379"/>
            </a:xfrm>
            <a:custGeom>
              <a:rect b="b" l="l" r="r" t="t"/>
              <a:pathLst>
                <a:path extrusionOk="0" h="1558" w="6165">
                  <a:moveTo>
                    <a:pt x="389" y="1"/>
                  </a:moveTo>
                  <a:cubicBezTo>
                    <a:pt x="175" y="1"/>
                    <a:pt x="0" y="175"/>
                    <a:pt x="0" y="390"/>
                  </a:cubicBezTo>
                  <a:lnTo>
                    <a:pt x="0" y="1168"/>
                  </a:lnTo>
                  <a:cubicBezTo>
                    <a:pt x="0" y="1383"/>
                    <a:pt x="175" y="1557"/>
                    <a:pt x="389" y="1557"/>
                  </a:cubicBezTo>
                  <a:lnTo>
                    <a:pt x="6164" y="1557"/>
                  </a:lnTo>
                  <a:cubicBezTo>
                    <a:pt x="6164" y="697"/>
                    <a:pt x="5467" y="1"/>
                    <a:pt x="4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0"/>
            <p:cNvSpPr/>
            <p:nvPr/>
          </p:nvSpPr>
          <p:spPr>
            <a:xfrm>
              <a:off x="7728416" y="2771080"/>
              <a:ext cx="171621" cy="205171"/>
            </a:xfrm>
            <a:custGeom>
              <a:rect b="b" l="l" r="r" t="t"/>
              <a:pathLst>
                <a:path extrusionOk="0" h="7369" w="6164">
                  <a:moveTo>
                    <a:pt x="1557" y="0"/>
                  </a:moveTo>
                  <a:cubicBezTo>
                    <a:pt x="697" y="0"/>
                    <a:pt x="0" y="698"/>
                    <a:pt x="0" y="1558"/>
                  </a:cubicBezTo>
                  <a:lnTo>
                    <a:pt x="0" y="7368"/>
                  </a:lnTo>
                  <a:lnTo>
                    <a:pt x="5774" y="7368"/>
                  </a:lnTo>
                  <a:cubicBezTo>
                    <a:pt x="5989" y="7368"/>
                    <a:pt x="6163" y="7194"/>
                    <a:pt x="6163" y="6979"/>
                  </a:cubicBezTo>
                  <a:lnTo>
                    <a:pt x="6163" y="389"/>
                  </a:lnTo>
                  <a:cubicBezTo>
                    <a:pt x="6163" y="175"/>
                    <a:pt x="5989" y="0"/>
                    <a:pt x="5774" y="0"/>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0"/>
            <p:cNvSpPr/>
            <p:nvPr/>
          </p:nvSpPr>
          <p:spPr>
            <a:xfrm>
              <a:off x="7728416" y="2932875"/>
              <a:ext cx="171621" cy="43379"/>
            </a:xfrm>
            <a:custGeom>
              <a:rect b="b" l="l" r="r" t="t"/>
              <a:pathLst>
                <a:path extrusionOk="0" h="1558" w="6164">
                  <a:moveTo>
                    <a:pt x="1557" y="1"/>
                  </a:moveTo>
                  <a:cubicBezTo>
                    <a:pt x="697" y="1"/>
                    <a:pt x="0" y="697"/>
                    <a:pt x="0" y="1557"/>
                  </a:cubicBezTo>
                  <a:lnTo>
                    <a:pt x="5774" y="1557"/>
                  </a:lnTo>
                  <a:cubicBezTo>
                    <a:pt x="5989" y="1557"/>
                    <a:pt x="6163" y="1383"/>
                    <a:pt x="6163" y="1168"/>
                  </a:cubicBezTo>
                  <a:lnTo>
                    <a:pt x="6163" y="390"/>
                  </a:lnTo>
                  <a:cubicBezTo>
                    <a:pt x="6163" y="175"/>
                    <a:pt x="5989" y="1"/>
                    <a:pt x="5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0"/>
            <p:cNvSpPr/>
            <p:nvPr/>
          </p:nvSpPr>
          <p:spPr>
            <a:xfrm>
              <a:off x="7586779" y="2796333"/>
              <a:ext cx="95472" cy="16204"/>
            </a:xfrm>
            <a:custGeom>
              <a:rect b="b" l="l" r="r" t="t"/>
              <a:pathLst>
                <a:path extrusionOk="0" h="582" w="3429">
                  <a:moveTo>
                    <a:pt x="290" y="1"/>
                  </a:moveTo>
                  <a:cubicBezTo>
                    <a:pt x="131" y="1"/>
                    <a:pt x="0" y="131"/>
                    <a:pt x="0" y="291"/>
                  </a:cubicBezTo>
                  <a:cubicBezTo>
                    <a:pt x="0" y="452"/>
                    <a:pt x="131" y="581"/>
                    <a:pt x="290" y="581"/>
                  </a:cubicBezTo>
                  <a:lnTo>
                    <a:pt x="3140" y="581"/>
                  </a:lnTo>
                  <a:cubicBezTo>
                    <a:pt x="3299" y="581"/>
                    <a:pt x="3429" y="452"/>
                    <a:pt x="3429" y="291"/>
                  </a:cubicBezTo>
                  <a:cubicBezTo>
                    <a:pt x="3429" y="131"/>
                    <a:pt x="3299" y="1"/>
                    <a:pt x="3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0"/>
            <p:cNvSpPr/>
            <p:nvPr/>
          </p:nvSpPr>
          <p:spPr>
            <a:xfrm>
              <a:off x="7586779" y="2826738"/>
              <a:ext cx="95472" cy="16149"/>
            </a:xfrm>
            <a:custGeom>
              <a:rect b="b" l="l" r="r" t="t"/>
              <a:pathLst>
                <a:path extrusionOk="0" h="580" w="3429">
                  <a:moveTo>
                    <a:pt x="290" y="0"/>
                  </a:moveTo>
                  <a:cubicBezTo>
                    <a:pt x="131" y="0"/>
                    <a:pt x="0" y="129"/>
                    <a:pt x="0" y="290"/>
                  </a:cubicBezTo>
                  <a:cubicBezTo>
                    <a:pt x="0" y="450"/>
                    <a:pt x="131" y="580"/>
                    <a:pt x="290" y="580"/>
                  </a:cubicBezTo>
                  <a:lnTo>
                    <a:pt x="3140" y="580"/>
                  </a:lnTo>
                  <a:cubicBezTo>
                    <a:pt x="3299" y="580"/>
                    <a:pt x="3429" y="450"/>
                    <a:pt x="3429" y="290"/>
                  </a:cubicBezTo>
                  <a:cubicBezTo>
                    <a:pt x="3429" y="129"/>
                    <a:pt x="3299" y="0"/>
                    <a:pt x="3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0"/>
            <p:cNvSpPr/>
            <p:nvPr/>
          </p:nvSpPr>
          <p:spPr>
            <a:xfrm>
              <a:off x="7586779" y="2857087"/>
              <a:ext cx="95472" cy="16204"/>
            </a:xfrm>
            <a:custGeom>
              <a:rect b="b" l="l" r="r" t="t"/>
              <a:pathLst>
                <a:path extrusionOk="0" h="582" w="3429">
                  <a:moveTo>
                    <a:pt x="290" y="1"/>
                  </a:moveTo>
                  <a:cubicBezTo>
                    <a:pt x="131" y="1"/>
                    <a:pt x="0" y="131"/>
                    <a:pt x="0" y="291"/>
                  </a:cubicBezTo>
                  <a:cubicBezTo>
                    <a:pt x="0" y="451"/>
                    <a:pt x="131" y="581"/>
                    <a:pt x="290" y="581"/>
                  </a:cubicBezTo>
                  <a:lnTo>
                    <a:pt x="3140" y="581"/>
                  </a:lnTo>
                  <a:cubicBezTo>
                    <a:pt x="3299" y="581"/>
                    <a:pt x="3429" y="451"/>
                    <a:pt x="3429" y="291"/>
                  </a:cubicBezTo>
                  <a:cubicBezTo>
                    <a:pt x="3429" y="131"/>
                    <a:pt x="3299" y="1"/>
                    <a:pt x="3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0"/>
            <p:cNvSpPr/>
            <p:nvPr/>
          </p:nvSpPr>
          <p:spPr>
            <a:xfrm>
              <a:off x="7586779" y="2887436"/>
              <a:ext cx="95472" cy="16204"/>
            </a:xfrm>
            <a:custGeom>
              <a:rect b="b" l="l" r="r" t="t"/>
              <a:pathLst>
                <a:path extrusionOk="0" h="582" w="3429">
                  <a:moveTo>
                    <a:pt x="290" y="1"/>
                  </a:moveTo>
                  <a:cubicBezTo>
                    <a:pt x="131" y="1"/>
                    <a:pt x="0" y="131"/>
                    <a:pt x="0" y="291"/>
                  </a:cubicBezTo>
                  <a:cubicBezTo>
                    <a:pt x="0" y="452"/>
                    <a:pt x="131" y="581"/>
                    <a:pt x="290" y="581"/>
                  </a:cubicBezTo>
                  <a:lnTo>
                    <a:pt x="3140" y="581"/>
                  </a:lnTo>
                  <a:cubicBezTo>
                    <a:pt x="3299" y="581"/>
                    <a:pt x="3429" y="452"/>
                    <a:pt x="3429" y="291"/>
                  </a:cubicBezTo>
                  <a:cubicBezTo>
                    <a:pt x="3429" y="131"/>
                    <a:pt x="3299" y="1"/>
                    <a:pt x="3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0"/>
            <p:cNvSpPr/>
            <p:nvPr/>
          </p:nvSpPr>
          <p:spPr>
            <a:xfrm>
              <a:off x="7774552" y="2796333"/>
              <a:ext cx="95500" cy="16204"/>
            </a:xfrm>
            <a:custGeom>
              <a:rect b="b" l="l" r="r" t="t"/>
              <a:pathLst>
                <a:path extrusionOk="0" h="582" w="3430">
                  <a:moveTo>
                    <a:pt x="291" y="1"/>
                  </a:moveTo>
                  <a:cubicBezTo>
                    <a:pt x="130" y="1"/>
                    <a:pt x="1" y="131"/>
                    <a:pt x="1" y="291"/>
                  </a:cubicBezTo>
                  <a:cubicBezTo>
                    <a:pt x="1" y="452"/>
                    <a:pt x="130" y="581"/>
                    <a:pt x="291" y="581"/>
                  </a:cubicBezTo>
                  <a:lnTo>
                    <a:pt x="3139" y="581"/>
                  </a:lnTo>
                  <a:cubicBezTo>
                    <a:pt x="3299" y="581"/>
                    <a:pt x="3429" y="452"/>
                    <a:pt x="3429" y="291"/>
                  </a:cubicBezTo>
                  <a:cubicBezTo>
                    <a:pt x="3429" y="131"/>
                    <a:pt x="3299" y="1"/>
                    <a:pt x="3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0"/>
            <p:cNvSpPr/>
            <p:nvPr/>
          </p:nvSpPr>
          <p:spPr>
            <a:xfrm>
              <a:off x="7774552" y="2826738"/>
              <a:ext cx="95500" cy="16149"/>
            </a:xfrm>
            <a:custGeom>
              <a:rect b="b" l="l" r="r" t="t"/>
              <a:pathLst>
                <a:path extrusionOk="0" h="580" w="3430">
                  <a:moveTo>
                    <a:pt x="291" y="0"/>
                  </a:moveTo>
                  <a:cubicBezTo>
                    <a:pt x="130" y="0"/>
                    <a:pt x="1" y="129"/>
                    <a:pt x="1" y="290"/>
                  </a:cubicBezTo>
                  <a:cubicBezTo>
                    <a:pt x="1" y="450"/>
                    <a:pt x="130" y="580"/>
                    <a:pt x="291" y="580"/>
                  </a:cubicBezTo>
                  <a:lnTo>
                    <a:pt x="3139" y="580"/>
                  </a:lnTo>
                  <a:cubicBezTo>
                    <a:pt x="3299" y="580"/>
                    <a:pt x="3429" y="450"/>
                    <a:pt x="3429" y="290"/>
                  </a:cubicBezTo>
                  <a:cubicBezTo>
                    <a:pt x="3429" y="129"/>
                    <a:pt x="3299" y="0"/>
                    <a:pt x="31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0"/>
            <p:cNvSpPr/>
            <p:nvPr/>
          </p:nvSpPr>
          <p:spPr>
            <a:xfrm>
              <a:off x="7774552" y="2857087"/>
              <a:ext cx="95500" cy="16204"/>
            </a:xfrm>
            <a:custGeom>
              <a:rect b="b" l="l" r="r" t="t"/>
              <a:pathLst>
                <a:path extrusionOk="0" h="582" w="3430">
                  <a:moveTo>
                    <a:pt x="291" y="1"/>
                  </a:moveTo>
                  <a:cubicBezTo>
                    <a:pt x="130" y="1"/>
                    <a:pt x="1" y="131"/>
                    <a:pt x="1" y="291"/>
                  </a:cubicBezTo>
                  <a:cubicBezTo>
                    <a:pt x="1" y="451"/>
                    <a:pt x="130" y="581"/>
                    <a:pt x="291" y="581"/>
                  </a:cubicBezTo>
                  <a:lnTo>
                    <a:pt x="3139" y="581"/>
                  </a:lnTo>
                  <a:cubicBezTo>
                    <a:pt x="3299" y="581"/>
                    <a:pt x="3429" y="451"/>
                    <a:pt x="3429" y="291"/>
                  </a:cubicBezTo>
                  <a:cubicBezTo>
                    <a:pt x="3429" y="131"/>
                    <a:pt x="3299" y="1"/>
                    <a:pt x="3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0"/>
            <p:cNvSpPr/>
            <p:nvPr/>
          </p:nvSpPr>
          <p:spPr>
            <a:xfrm>
              <a:off x="7774552" y="2887436"/>
              <a:ext cx="95500" cy="16204"/>
            </a:xfrm>
            <a:custGeom>
              <a:rect b="b" l="l" r="r" t="t"/>
              <a:pathLst>
                <a:path extrusionOk="0" h="582" w="3430">
                  <a:moveTo>
                    <a:pt x="291" y="1"/>
                  </a:moveTo>
                  <a:cubicBezTo>
                    <a:pt x="130" y="1"/>
                    <a:pt x="1" y="131"/>
                    <a:pt x="1" y="291"/>
                  </a:cubicBezTo>
                  <a:cubicBezTo>
                    <a:pt x="1" y="452"/>
                    <a:pt x="130" y="581"/>
                    <a:pt x="291" y="581"/>
                  </a:cubicBezTo>
                  <a:lnTo>
                    <a:pt x="3139" y="581"/>
                  </a:lnTo>
                  <a:cubicBezTo>
                    <a:pt x="3299" y="581"/>
                    <a:pt x="3429" y="452"/>
                    <a:pt x="3429" y="291"/>
                  </a:cubicBezTo>
                  <a:cubicBezTo>
                    <a:pt x="3429" y="131"/>
                    <a:pt x="3299" y="1"/>
                    <a:pt x="3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0"/>
            <p:cNvSpPr/>
            <p:nvPr/>
          </p:nvSpPr>
          <p:spPr>
            <a:xfrm>
              <a:off x="7523130" y="2715478"/>
              <a:ext cx="58219" cy="30961"/>
            </a:xfrm>
            <a:custGeom>
              <a:rect b="b" l="l" r="r" t="t"/>
              <a:pathLst>
                <a:path extrusionOk="0" h="1112" w="2091">
                  <a:moveTo>
                    <a:pt x="1" y="1"/>
                  </a:moveTo>
                  <a:lnTo>
                    <a:pt x="1" y="745"/>
                  </a:lnTo>
                  <a:cubicBezTo>
                    <a:pt x="1" y="947"/>
                    <a:pt x="164" y="1112"/>
                    <a:pt x="368" y="1112"/>
                  </a:cubicBezTo>
                  <a:lnTo>
                    <a:pt x="1725" y="1112"/>
                  </a:lnTo>
                  <a:cubicBezTo>
                    <a:pt x="1928" y="1112"/>
                    <a:pt x="2091" y="947"/>
                    <a:pt x="2091" y="745"/>
                  </a:cubicBezTo>
                  <a:lnTo>
                    <a:pt x="20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0"/>
            <p:cNvSpPr/>
            <p:nvPr/>
          </p:nvSpPr>
          <p:spPr>
            <a:xfrm>
              <a:off x="7892328" y="2492066"/>
              <a:ext cx="20492" cy="120502"/>
            </a:xfrm>
            <a:custGeom>
              <a:rect b="b" l="l" r="r" t="t"/>
              <a:pathLst>
                <a:path extrusionOk="0" h="4328" w="736">
                  <a:moveTo>
                    <a:pt x="297" y="0"/>
                  </a:moveTo>
                  <a:cubicBezTo>
                    <a:pt x="293" y="0"/>
                    <a:pt x="290" y="1"/>
                    <a:pt x="286" y="1"/>
                  </a:cubicBezTo>
                  <a:cubicBezTo>
                    <a:pt x="126" y="8"/>
                    <a:pt x="1" y="142"/>
                    <a:pt x="7" y="302"/>
                  </a:cubicBezTo>
                  <a:lnTo>
                    <a:pt x="31" y="926"/>
                  </a:lnTo>
                  <a:lnTo>
                    <a:pt x="149" y="4049"/>
                  </a:lnTo>
                  <a:cubicBezTo>
                    <a:pt x="155" y="4205"/>
                    <a:pt x="285" y="4328"/>
                    <a:pt x="440" y="4328"/>
                  </a:cubicBezTo>
                  <a:lnTo>
                    <a:pt x="451" y="4328"/>
                  </a:lnTo>
                  <a:cubicBezTo>
                    <a:pt x="610" y="4322"/>
                    <a:pt x="736" y="4186"/>
                    <a:pt x="730" y="4027"/>
                  </a:cubicBezTo>
                  <a:lnTo>
                    <a:pt x="603" y="718"/>
                  </a:lnTo>
                  <a:lnTo>
                    <a:pt x="587" y="280"/>
                  </a:lnTo>
                  <a:cubicBezTo>
                    <a:pt x="581" y="124"/>
                    <a:pt x="452" y="0"/>
                    <a:pt x="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0"/>
            <p:cNvSpPr/>
            <p:nvPr/>
          </p:nvSpPr>
          <p:spPr>
            <a:xfrm>
              <a:off x="7530954" y="2470849"/>
              <a:ext cx="389099" cy="158312"/>
            </a:xfrm>
            <a:custGeom>
              <a:rect b="b" l="l" r="r" t="t"/>
              <a:pathLst>
                <a:path extrusionOk="0" h="5686" w="13975">
                  <a:moveTo>
                    <a:pt x="13490" y="0"/>
                  </a:moveTo>
                  <a:cubicBezTo>
                    <a:pt x="13449" y="0"/>
                    <a:pt x="13406" y="7"/>
                    <a:pt x="13365" y="22"/>
                  </a:cubicBezTo>
                  <a:lnTo>
                    <a:pt x="289" y="4781"/>
                  </a:lnTo>
                  <a:cubicBezTo>
                    <a:pt x="99" y="4851"/>
                    <a:pt x="0" y="5062"/>
                    <a:pt x="70" y="5252"/>
                  </a:cubicBezTo>
                  <a:lnTo>
                    <a:pt x="140" y="5444"/>
                  </a:lnTo>
                  <a:cubicBezTo>
                    <a:pt x="194" y="5593"/>
                    <a:pt x="335" y="5685"/>
                    <a:pt x="485" y="5685"/>
                  </a:cubicBezTo>
                  <a:cubicBezTo>
                    <a:pt x="526" y="5685"/>
                    <a:pt x="569" y="5678"/>
                    <a:pt x="610" y="5663"/>
                  </a:cubicBezTo>
                  <a:lnTo>
                    <a:pt x="13686" y="904"/>
                  </a:lnTo>
                  <a:cubicBezTo>
                    <a:pt x="13876" y="835"/>
                    <a:pt x="13975" y="624"/>
                    <a:pt x="13905" y="433"/>
                  </a:cubicBezTo>
                  <a:lnTo>
                    <a:pt x="13835" y="242"/>
                  </a:lnTo>
                  <a:cubicBezTo>
                    <a:pt x="13781" y="93"/>
                    <a:pt x="13640" y="0"/>
                    <a:pt x="13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0"/>
            <p:cNvSpPr/>
            <p:nvPr/>
          </p:nvSpPr>
          <p:spPr>
            <a:xfrm>
              <a:off x="7525803" y="2604468"/>
              <a:ext cx="407865" cy="98952"/>
            </a:xfrm>
            <a:custGeom>
              <a:rect b="b" l="l" r="r" t="t"/>
              <a:pathLst>
                <a:path extrusionOk="0" h="3554" w="14649">
                  <a:moveTo>
                    <a:pt x="368" y="1"/>
                  </a:moveTo>
                  <a:cubicBezTo>
                    <a:pt x="164" y="1"/>
                    <a:pt x="1" y="165"/>
                    <a:pt x="1" y="368"/>
                  </a:cubicBezTo>
                  <a:lnTo>
                    <a:pt x="1" y="3553"/>
                  </a:lnTo>
                  <a:lnTo>
                    <a:pt x="14649" y="3553"/>
                  </a:lnTo>
                  <a:lnTo>
                    <a:pt x="14649" y="368"/>
                  </a:lnTo>
                  <a:cubicBezTo>
                    <a:pt x="14649" y="165"/>
                    <a:pt x="14485" y="1"/>
                    <a:pt x="14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0"/>
            <p:cNvSpPr/>
            <p:nvPr/>
          </p:nvSpPr>
          <p:spPr>
            <a:xfrm>
              <a:off x="7875455" y="2715478"/>
              <a:ext cx="58219" cy="30961"/>
            </a:xfrm>
            <a:custGeom>
              <a:rect b="b" l="l" r="r" t="t"/>
              <a:pathLst>
                <a:path extrusionOk="0" h="1112" w="2091">
                  <a:moveTo>
                    <a:pt x="0" y="1"/>
                  </a:moveTo>
                  <a:lnTo>
                    <a:pt x="0" y="745"/>
                  </a:lnTo>
                  <a:cubicBezTo>
                    <a:pt x="0" y="947"/>
                    <a:pt x="164" y="1112"/>
                    <a:pt x="366" y="1112"/>
                  </a:cubicBezTo>
                  <a:lnTo>
                    <a:pt x="1725" y="1112"/>
                  </a:lnTo>
                  <a:cubicBezTo>
                    <a:pt x="1927" y="1112"/>
                    <a:pt x="2091" y="947"/>
                    <a:pt x="2091" y="745"/>
                  </a:cubicBezTo>
                  <a:lnTo>
                    <a:pt x="20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0"/>
            <p:cNvSpPr/>
            <p:nvPr/>
          </p:nvSpPr>
          <p:spPr>
            <a:xfrm>
              <a:off x="7484512" y="2670817"/>
              <a:ext cx="487773" cy="49058"/>
            </a:xfrm>
            <a:custGeom>
              <a:rect b="b" l="l" r="r" t="t"/>
              <a:pathLst>
                <a:path extrusionOk="0" h="1762" w="17519">
                  <a:moveTo>
                    <a:pt x="367" y="1"/>
                  </a:moveTo>
                  <a:cubicBezTo>
                    <a:pt x="164" y="1"/>
                    <a:pt x="1" y="165"/>
                    <a:pt x="1" y="368"/>
                  </a:cubicBezTo>
                  <a:lnTo>
                    <a:pt x="1" y="1396"/>
                  </a:lnTo>
                  <a:cubicBezTo>
                    <a:pt x="1" y="1599"/>
                    <a:pt x="164" y="1762"/>
                    <a:pt x="367" y="1762"/>
                  </a:cubicBezTo>
                  <a:lnTo>
                    <a:pt x="17153" y="1762"/>
                  </a:lnTo>
                  <a:cubicBezTo>
                    <a:pt x="17355" y="1762"/>
                    <a:pt x="17519" y="1599"/>
                    <a:pt x="17519" y="1396"/>
                  </a:cubicBezTo>
                  <a:lnTo>
                    <a:pt x="17519" y="368"/>
                  </a:lnTo>
                  <a:cubicBezTo>
                    <a:pt x="17519" y="165"/>
                    <a:pt x="17355" y="1"/>
                    <a:pt x="17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0"/>
            <p:cNvSpPr/>
            <p:nvPr/>
          </p:nvSpPr>
          <p:spPr>
            <a:xfrm>
              <a:off x="7679246" y="2634956"/>
              <a:ext cx="98340" cy="35889"/>
            </a:xfrm>
            <a:custGeom>
              <a:rect b="b" l="l" r="r" t="t"/>
              <a:pathLst>
                <a:path extrusionOk="0" h="1289" w="3532">
                  <a:moveTo>
                    <a:pt x="194" y="1"/>
                  </a:moveTo>
                  <a:cubicBezTo>
                    <a:pt x="87" y="1"/>
                    <a:pt x="0" y="87"/>
                    <a:pt x="0" y="194"/>
                  </a:cubicBezTo>
                  <a:lnTo>
                    <a:pt x="0" y="1289"/>
                  </a:lnTo>
                  <a:lnTo>
                    <a:pt x="3531" y="1289"/>
                  </a:lnTo>
                  <a:lnTo>
                    <a:pt x="3531" y="194"/>
                  </a:lnTo>
                  <a:cubicBezTo>
                    <a:pt x="3531" y="87"/>
                    <a:pt x="3445" y="1"/>
                    <a:pt x="3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0"/>
            <p:cNvSpPr/>
            <p:nvPr/>
          </p:nvSpPr>
          <p:spPr>
            <a:xfrm>
              <a:off x="7896476" y="2626826"/>
              <a:ext cx="16176" cy="16260"/>
            </a:xfrm>
            <a:custGeom>
              <a:rect b="b" l="l" r="r" t="t"/>
              <a:pathLst>
                <a:path extrusionOk="0" h="584" w="581">
                  <a:moveTo>
                    <a:pt x="291" y="0"/>
                  </a:moveTo>
                  <a:cubicBezTo>
                    <a:pt x="131" y="0"/>
                    <a:pt x="0" y="131"/>
                    <a:pt x="0" y="290"/>
                  </a:cubicBezTo>
                  <a:lnTo>
                    <a:pt x="0" y="294"/>
                  </a:lnTo>
                  <a:cubicBezTo>
                    <a:pt x="0" y="455"/>
                    <a:pt x="131" y="583"/>
                    <a:pt x="291" y="583"/>
                  </a:cubicBezTo>
                  <a:cubicBezTo>
                    <a:pt x="450" y="583"/>
                    <a:pt x="581" y="451"/>
                    <a:pt x="581" y="290"/>
                  </a:cubicBezTo>
                  <a:cubicBezTo>
                    <a:pt x="581" y="131"/>
                    <a:pt x="450" y="0"/>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0"/>
            <p:cNvSpPr/>
            <p:nvPr/>
          </p:nvSpPr>
          <p:spPr>
            <a:xfrm>
              <a:off x="7544152" y="2626826"/>
              <a:ext cx="16204" cy="16260"/>
            </a:xfrm>
            <a:custGeom>
              <a:rect b="b" l="l" r="r" t="t"/>
              <a:pathLst>
                <a:path extrusionOk="0" h="584" w="582">
                  <a:moveTo>
                    <a:pt x="291" y="0"/>
                  </a:moveTo>
                  <a:cubicBezTo>
                    <a:pt x="131" y="0"/>
                    <a:pt x="1" y="131"/>
                    <a:pt x="1" y="290"/>
                  </a:cubicBezTo>
                  <a:lnTo>
                    <a:pt x="1" y="294"/>
                  </a:lnTo>
                  <a:cubicBezTo>
                    <a:pt x="1" y="455"/>
                    <a:pt x="131" y="583"/>
                    <a:pt x="291" y="583"/>
                  </a:cubicBezTo>
                  <a:cubicBezTo>
                    <a:pt x="452" y="583"/>
                    <a:pt x="581" y="451"/>
                    <a:pt x="581" y="290"/>
                  </a:cubicBezTo>
                  <a:cubicBezTo>
                    <a:pt x="581" y="131"/>
                    <a:pt x="451" y="0"/>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0"/>
            <p:cNvSpPr/>
            <p:nvPr/>
          </p:nvSpPr>
          <p:spPr>
            <a:xfrm>
              <a:off x="7525803" y="2670817"/>
              <a:ext cx="29179" cy="23527"/>
            </a:xfrm>
            <a:custGeom>
              <a:rect b="b" l="l" r="r" t="t"/>
              <a:pathLst>
                <a:path extrusionOk="0" h="845" w="1048">
                  <a:moveTo>
                    <a:pt x="1" y="1"/>
                  </a:moveTo>
                  <a:lnTo>
                    <a:pt x="1" y="650"/>
                  </a:lnTo>
                  <a:cubicBezTo>
                    <a:pt x="1" y="757"/>
                    <a:pt x="89" y="845"/>
                    <a:pt x="196" y="845"/>
                  </a:cubicBezTo>
                  <a:lnTo>
                    <a:pt x="851" y="845"/>
                  </a:lnTo>
                  <a:cubicBezTo>
                    <a:pt x="960"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0"/>
            <p:cNvSpPr/>
            <p:nvPr/>
          </p:nvSpPr>
          <p:spPr>
            <a:xfrm>
              <a:off x="7554955" y="2670817"/>
              <a:ext cx="29151" cy="23527"/>
            </a:xfrm>
            <a:custGeom>
              <a:rect b="b" l="l" r="r" t="t"/>
              <a:pathLst>
                <a:path extrusionOk="0" h="845" w="1047">
                  <a:moveTo>
                    <a:pt x="0" y="1"/>
                  </a:moveTo>
                  <a:lnTo>
                    <a:pt x="0" y="650"/>
                  </a:lnTo>
                  <a:cubicBezTo>
                    <a:pt x="0" y="757"/>
                    <a:pt x="88" y="845"/>
                    <a:pt x="195" y="845"/>
                  </a:cubicBezTo>
                  <a:lnTo>
                    <a:pt x="850" y="845"/>
                  </a:lnTo>
                  <a:cubicBezTo>
                    <a:pt x="959"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0"/>
            <p:cNvSpPr/>
            <p:nvPr/>
          </p:nvSpPr>
          <p:spPr>
            <a:xfrm>
              <a:off x="7584078" y="2670817"/>
              <a:ext cx="29179" cy="23527"/>
            </a:xfrm>
            <a:custGeom>
              <a:rect b="b" l="l" r="r" t="t"/>
              <a:pathLst>
                <a:path extrusionOk="0" h="845" w="1048">
                  <a:moveTo>
                    <a:pt x="1" y="1"/>
                  </a:moveTo>
                  <a:lnTo>
                    <a:pt x="1" y="650"/>
                  </a:lnTo>
                  <a:cubicBezTo>
                    <a:pt x="1" y="757"/>
                    <a:pt x="87" y="845"/>
                    <a:pt x="196" y="845"/>
                  </a:cubicBezTo>
                  <a:lnTo>
                    <a:pt x="851" y="845"/>
                  </a:lnTo>
                  <a:cubicBezTo>
                    <a:pt x="959"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0"/>
            <p:cNvSpPr/>
            <p:nvPr/>
          </p:nvSpPr>
          <p:spPr>
            <a:xfrm>
              <a:off x="7613230" y="2670817"/>
              <a:ext cx="29123" cy="23527"/>
            </a:xfrm>
            <a:custGeom>
              <a:rect b="b" l="l" r="r" t="t"/>
              <a:pathLst>
                <a:path extrusionOk="0" h="845" w="1046">
                  <a:moveTo>
                    <a:pt x="0" y="1"/>
                  </a:moveTo>
                  <a:lnTo>
                    <a:pt x="0" y="650"/>
                  </a:lnTo>
                  <a:cubicBezTo>
                    <a:pt x="0" y="757"/>
                    <a:pt x="87" y="845"/>
                    <a:pt x="195" y="845"/>
                  </a:cubicBezTo>
                  <a:lnTo>
                    <a:pt x="850" y="845"/>
                  </a:lnTo>
                  <a:cubicBezTo>
                    <a:pt x="959" y="845"/>
                    <a:pt x="1046" y="757"/>
                    <a:pt x="1046" y="650"/>
                  </a:cubicBezTo>
                  <a:lnTo>
                    <a:pt x="10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0"/>
            <p:cNvSpPr/>
            <p:nvPr/>
          </p:nvSpPr>
          <p:spPr>
            <a:xfrm>
              <a:off x="7642326" y="2670817"/>
              <a:ext cx="29151" cy="23527"/>
            </a:xfrm>
            <a:custGeom>
              <a:rect b="b" l="l" r="r" t="t"/>
              <a:pathLst>
                <a:path extrusionOk="0" h="845" w="1047">
                  <a:moveTo>
                    <a:pt x="1" y="1"/>
                  </a:moveTo>
                  <a:lnTo>
                    <a:pt x="1" y="650"/>
                  </a:lnTo>
                  <a:cubicBezTo>
                    <a:pt x="1" y="757"/>
                    <a:pt x="88" y="845"/>
                    <a:pt x="197" y="845"/>
                  </a:cubicBezTo>
                  <a:lnTo>
                    <a:pt x="852" y="845"/>
                  </a:lnTo>
                  <a:cubicBezTo>
                    <a:pt x="960"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0"/>
            <p:cNvSpPr/>
            <p:nvPr/>
          </p:nvSpPr>
          <p:spPr>
            <a:xfrm>
              <a:off x="7671450" y="2670817"/>
              <a:ext cx="29179" cy="23527"/>
            </a:xfrm>
            <a:custGeom>
              <a:rect b="b" l="l" r="r" t="t"/>
              <a:pathLst>
                <a:path extrusionOk="0" h="845" w="1048">
                  <a:moveTo>
                    <a:pt x="1" y="1"/>
                  </a:moveTo>
                  <a:lnTo>
                    <a:pt x="1" y="650"/>
                  </a:lnTo>
                  <a:cubicBezTo>
                    <a:pt x="1" y="757"/>
                    <a:pt x="89" y="845"/>
                    <a:pt x="197" y="845"/>
                  </a:cubicBezTo>
                  <a:lnTo>
                    <a:pt x="852" y="845"/>
                  </a:lnTo>
                  <a:cubicBezTo>
                    <a:pt x="960"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0"/>
            <p:cNvSpPr/>
            <p:nvPr/>
          </p:nvSpPr>
          <p:spPr>
            <a:xfrm>
              <a:off x="7700601" y="2670817"/>
              <a:ext cx="29151" cy="23527"/>
            </a:xfrm>
            <a:custGeom>
              <a:rect b="b" l="l" r="r" t="t"/>
              <a:pathLst>
                <a:path extrusionOk="0" h="845" w="1047">
                  <a:moveTo>
                    <a:pt x="0" y="1"/>
                  </a:moveTo>
                  <a:lnTo>
                    <a:pt x="0" y="650"/>
                  </a:lnTo>
                  <a:cubicBezTo>
                    <a:pt x="0" y="757"/>
                    <a:pt x="88" y="845"/>
                    <a:pt x="196" y="845"/>
                  </a:cubicBezTo>
                  <a:lnTo>
                    <a:pt x="852" y="845"/>
                  </a:lnTo>
                  <a:cubicBezTo>
                    <a:pt x="959"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0"/>
            <p:cNvSpPr/>
            <p:nvPr/>
          </p:nvSpPr>
          <p:spPr>
            <a:xfrm>
              <a:off x="7729725" y="2670817"/>
              <a:ext cx="29179" cy="23527"/>
            </a:xfrm>
            <a:custGeom>
              <a:rect b="b" l="l" r="r" t="t"/>
              <a:pathLst>
                <a:path extrusionOk="0" h="845" w="1048">
                  <a:moveTo>
                    <a:pt x="1" y="1"/>
                  </a:moveTo>
                  <a:lnTo>
                    <a:pt x="1" y="650"/>
                  </a:lnTo>
                  <a:cubicBezTo>
                    <a:pt x="1" y="757"/>
                    <a:pt x="89" y="845"/>
                    <a:pt x="196" y="845"/>
                  </a:cubicBezTo>
                  <a:lnTo>
                    <a:pt x="852" y="845"/>
                  </a:lnTo>
                  <a:cubicBezTo>
                    <a:pt x="960"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0"/>
            <p:cNvSpPr/>
            <p:nvPr/>
          </p:nvSpPr>
          <p:spPr>
            <a:xfrm>
              <a:off x="7758877" y="2670817"/>
              <a:ext cx="29151" cy="23527"/>
            </a:xfrm>
            <a:custGeom>
              <a:rect b="b" l="l" r="r" t="t"/>
              <a:pathLst>
                <a:path extrusionOk="0" h="845" w="1047">
                  <a:moveTo>
                    <a:pt x="0" y="1"/>
                  </a:moveTo>
                  <a:lnTo>
                    <a:pt x="0" y="650"/>
                  </a:lnTo>
                  <a:cubicBezTo>
                    <a:pt x="0" y="757"/>
                    <a:pt x="88" y="845"/>
                    <a:pt x="195" y="845"/>
                  </a:cubicBezTo>
                  <a:lnTo>
                    <a:pt x="852" y="845"/>
                  </a:lnTo>
                  <a:cubicBezTo>
                    <a:pt x="959"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0"/>
            <p:cNvSpPr/>
            <p:nvPr/>
          </p:nvSpPr>
          <p:spPr>
            <a:xfrm>
              <a:off x="7788000" y="2670817"/>
              <a:ext cx="29179" cy="23527"/>
            </a:xfrm>
            <a:custGeom>
              <a:rect b="b" l="l" r="r" t="t"/>
              <a:pathLst>
                <a:path extrusionOk="0" h="845" w="1048">
                  <a:moveTo>
                    <a:pt x="1" y="1"/>
                  </a:moveTo>
                  <a:lnTo>
                    <a:pt x="1" y="650"/>
                  </a:lnTo>
                  <a:cubicBezTo>
                    <a:pt x="1" y="757"/>
                    <a:pt x="89" y="845"/>
                    <a:pt x="196" y="845"/>
                  </a:cubicBezTo>
                  <a:lnTo>
                    <a:pt x="852" y="845"/>
                  </a:lnTo>
                  <a:cubicBezTo>
                    <a:pt x="959"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0"/>
            <p:cNvSpPr/>
            <p:nvPr/>
          </p:nvSpPr>
          <p:spPr>
            <a:xfrm>
              <a:off x="7817152" y="2670817"/>
              <a:ext cx="29151" cy="23527"/>
            </a:xfrm>
            <a:custGeom>
              <a:rect b="b" l="l" r="r" t="t"/>
              <a:pathLst>
                <a:path extrusionOk="0" h="845" w="1047">
                  <a:moveTo>
                    <a:pt x="0" y="1"/>
                  </a:moveTo>
                  <a:lnTo>
                    <a:pt x="0" y="650"/>
                  </a:lnTo>
                  <a:cubicBezTo>
                    <a:pt x="0" y="757"/>
                    <a:pt x="88" y="845"/>
                    <a:pt x="195" y="845"/>
                  </a:cubicBezTo>
                  <a:lnTo>
                    <a:pt x="850" y="845"/>
                  </a:lnTo>
                  <a:cubicBezTo>
                    <a:pt x="959" y="845"/>
                    <a:pt x="1047" y="757"/>
                    <a:pt x="1047" y="650"/>
                  </a:cubicBezTo>
                  <a:lnTo>
                    <a:pt x="1047"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0"/>
            <p:cNvSpPr/>
            <p:nvPr/>
          </p:nvSpPr>
          <p:spPr>
            <a:xfrm>
              <a:off x="7846276" y="2670817"/>
              <a:ext cx="29179" cy="23527"/>
            </a:xfrm>
            <a:custGeom>
              <a:rect b="b" l="l" r="r" t="t"/>
              <a:pathLst>
                <a:path extrusionOk="0" h="845" w="1048">
                  <a:moveTo>
                    <a:pt x="1" y="1"/>
                  </a:moveTo>
                  <a:lnTo>
                    <a:pt x="1" y="650"/>
                  </a:lnTo>
                  <a:cubicBezTo>
                    <a:pt x="1" y="757"/>
                    <a:pt x="87" y="845"/>
                    <a:pt x="196" y="845"/>
                  </a:cubicBezTo>
                  <a:lnTo>
                    <a:pt x="851" y="845"/>
                  </a:lnTo>
                  <a:cubicBezTo>
                    <a:pt x="959"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0"/>
            <p:cNvSpPr/>
            <p:nvPr/>
          </p:nvSpPr>
          <p:spPr>
            <a:xfrm>
              <a:off x="7875427" y="2670817"/>
              <a:ext cx="29123" cy="23527"/>
            </a:xfrm>
            <a:custGeom>
              <a:rect b="b" l="l" r="r" t="t"/>
              <a:pathLst>
                <a:path extrusionOk="0" h="845" w="1046">
                  <a:moveTo>
                    <a:pt x="0" y="1"/>
                  </a:moveTo>
                  <a:lnTo>
                    <a:pt x="0" y="650"/>
                  </a:lnTo>
                  <a:cubicBezTo>
                    <a:pt x="0" y="757"/>
                    <a:pt x="87" y="845"/>
                    <a:pt x="195" y="845"/>
                  </a:cubicBezTo>
                  <a:lnTo>
                    <a:pt x="850" y="845"/>
                  </a:lnTo>
                  <a:cubicBezTo>
                    <a:pt x="959" y="845"/>
                    <a:pt x="1045" y="757"/>
                    <a:pt x="1045" y="650"/>
                  </a:cubicBezTo>
                  <a:lnTo>
                    <a:pt x="1045" y="1"/>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0"/>
            <p:cNvSpPr/>
            <p:nvPr/>
          </p:nvSpPr>
          <p:spPr>
            <a:xfrm>
              <a:off x="7904523" y="2670817"/>
              <a:ext cx="29151" cy="23527"/>
            </a:xfrm>
            <a:custGeom>
              <a:rect b="b" l="l" r="r" t="t"/>
              <a:pathLst>
                <a:path extrusionOk="0" h="845" w="1047">
                  <a:moveTo>
                    <a:pt x="0" y="1"/>
                  </a:moveTo>
                  <a:lnTo>
                    <a:pt x="0" y="650"/>
                  </a:lnTo>
                  <a:cubicBezTo>
                    <a:pt x="0" y="757"/>
                    <a:pt x="88" y="845"/>
                    <a:pt x="197" y="845"/>
                  </a:cubicBezTo>
                  <a:lnTo>
                    <a:pt x="852" y="845"/>
                  </a:lnTo>
                  <a:cubicBezTo>
                    <a:pt x="960" y="845"/>
                    <a:pt x="1047" y="757"/>
                    <a:pt x="1047" y="650"/>
                  </a:cubicBez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70"/>
          <p:cNvGrpSpPr/>
          <p:nvPr/>
        </p:nvGrpSpPr>
        <p:grpSpPr>
          <a:xfrm>
            <a:off x="6831812" y="3328761"/>
            <a:ext cx="482199" cy="501876"/>
            <a:chOff x="6625947" y="3153558"/>
            <a:chExt cx="504234" cy="535277"/>
          </a:xfrm>
        </p:grpSpPr>
        <p:sp>
          <p:nvSpPr>
            <p:cNvPr id="4329" name="Google Shape;4329;p70"/>
            <p:cNvSpPr/>
            <p:nvPr/>
          </p:nvSpPr>
          <p:spPr>
            <a:xfrm>
              <a:off x="6855568" y="3153558"/>
              <a:ext cx="44993" cy="74339"/>
            </a:xfrm>
            <a:custGeom>
              <a:rect b="b" l="l" r="r" t="t"/>
              <a:pathLst>
                <a:path extrusionOk="0" h="2670" w="1616">
                  <a:moveTo>
                    <a:pt x="808" y="0"/>
                  </a:moveTo>
                  <a:cubicBezTo>
                    <a:pt x="755" y="0"/>
                    <a:pt x="702" y="28"/>
                    <a:pt x="675" y="84"/>
                  </a:cubicBezTo>
                  <a:cubicBezTo>
                    <a:pt x="446" y="561"/>
                    <a:pt x="1" y="1532"/>
                    <a:pt x="1" y="1864"/>
                  </a:cubicBezTo>
                  <a:cubicBezTo>
                    <a:pt x="1" y="2309"/>
                    <a:pt x="362" y="2670"/>
                    <a:pt x="808" y="2670"/>
                  </a:cubicBezTo>
                  <a:cubicBezTo>
                    <a:pt x="1253" y="2670"/>
                    <a:pt x="1616" y="2309"/>
                    <a:pt x="1616" y="1864"/>
                  </a:cubicBezTo>
                  <a:cubicBezTo>
                    <a:pt x="1616" y="1532"/>
                    <a:pt x="1170" y="561"/>
                    <a:pt x="941" y="84"/>
                  </a:cubicBezTo>
                  <a:cubicBezTo>
                    <a:pt x="914" y="28"/>
                    <a:pt x="861" y="0"/>
                    <a:pt x="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0"/>
            <p:cNvSpPr/>
            <p:nvPr/>
          </p:nvSpPr>
          <p:spPr>
            <a:xfrm>
              <a:off x="6862361" y="3265988"/>
              <a:ext cx="31378" cy="178888"/>
            </a:xfrm>
            <a:custGeom>
              <a:rect b="b" l="l" r="r" t="t"/>
              <a:pathLst>
                <a:path extrusionOk="0" h="6425" w="1127">
                  <a:moveTo>
                    <a:pt x="1" y="0"/>
                  </a:moveTo>
                  <a:lnTo>
                    <a:pt x="1" y="6424"/>
                  </a:lnTo>
                  <a:lnTo>
                    <a:pt x="1126" y="6424"/>
                  </a:lnTo>
                  <a:lnTo>
                    <a:pt x="1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0"/>
            <p:cNvSpPr/>
            <p:nvPr/>
          </p:nvSpPr>
          <p:spPr>
            <a:xfrm>
              <a:off x="6664259" y="3465399"/>
              <a:ext cx="427605" cy="223436"/>
            </a:xfrm>
            <a:custGeom>
              <a:rect b="b" l="l" r="r" t="t"/>
              <a:pathLst>
                <a:path extrusionOk="0" h="8025" w="15358">
                  <a:moveTo>
                    <a:pt x="411" y="0"/>
                  </a:moveTo>
                  <a:cubicBezTo>
                    <a:pt x="183" y="0"/>
                    <a:pt x="0" y="184"/>
                    <a:pt x="0" y="411"/>
                  </a:cubicBezTo>
                  <a:lnTo>
                    <a:pt x="0" y="7613"/>
                  </a:lnTo>
                  <a:cubicBezTo>
                    <a:pt x="0" y="7840"/>
                    <a:pt x="184" y="8024"/>
                    <a:pt x="411" y="8024"/>
                  </a:cubicBezTo>
                  <a:lnTo>
                    <a:pt x="14947" y="8024"/>
                  </a:lnTo>
                  <a:cubicBezTo>
                    <a:pt x="15174" y="8024"/>
                    <a:pt x="15358" y="7840"/>
                    <a:pt x="15358" y="7613"/>
                  </a:cubicBezTo>
                  <a:lnTo>
                    <a:pt x="15358" y="411"/>
                  </a:lnTo>
                  <a:cubicBezTo>
                    <a:pt x="15358" y="184"/>
                    <a:pt x="15174" y="0"/>
                    <a:pt x="149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0"/>
            <p:cNvSpPr/>
            <p:nvPr/>
          </p:nvSpPr>
          <p:spPr>
            <a:xfrm>
              <a:off x="6855568" y="3372432"/>
              <a:ext cx="44993" cy="122423"/>
            </a:xfrm>
            <a:custGeom>
              <a:rect b="b" l="l" r="r" t="t"/>
              <a:pathLst>
                <a:path extrusionOk="0" h="4397" w="1616">
                  <a:moveTo>
                    <a:pt x="195" y="1"/>
                  </a:moveTo>
                  <a:cubicBezTo>
                    <a:pt x="87" y="1"/>
                    <a:pt x="1" y="87"/>
                    <a:pt x="1" y="195"/>
                  </a:cubicBezTo>
                  <a:lnTo>
                    <a:pt x="1" y="4396"/>
                  </a:lnTo>
                  <a:lnTo>
                    <a:pt x="1616" y="4396"/>
                  </a:lnTo>
                  <a:lnTo>
                    <a:pt x="1616" y="195"/>
                  </a:lnTo>
                  <a:cubicBezTo>
                    <a:pt x="1616" y="87"/>
                    <a:pt x="1529" y="1"/>
                    <a:pt x="1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0"/>
            <p:cNvSpPr/>
            <p:nvPr/>
          </p:nvSpPr>
          <p:spPr>
            <a:xfrm>
              <a:off x="6696919" y="3436220"/>
              <a:ext cx="181171" cy="221042"/>
            </a:xfrm>
            <a:custGeom>
              <a:rect b="b" l="l" r="r" t="t"/>
              <a:pathLst>
                <a:path extrusionOk="0" h="7939" w="6507">
                  <a:moveTo>
                    <a:pt x="412" y="0"/>
                  </a:moveTo>
                  <a:cubicBezTo>
                    <a:pt x="185" y="0"/>
                    <a:pt x="1" y="183"/>
                    <a:pt x="1" y="411"/>
                  </a:cubicBezTo>
                  <a:lnTo>
                    <a:pt x="1" y="7528"/>
                  </a:lnTo>
                  <a:cubicBezTo>
                    <a:pt x="1" y="7756"/>
                    <a:pt x="185" y="7939"/>
                    <a:pt x="412" y="7939"/>
                  </a:cubicBezTo>
                  <a:lnTo>
                    <a:pt x="6506" y="7939"/>
                  </a:lnTo>
                  <a:lnTo>
                    <a:pt x="6506" y="1643"/>
                  </a:lnTo>
                  <a:cubicBezTo>
                    <a:pt x="6506" y="736"/>
                    <a:pt x="5771" y="0"/>
                    <a:pt x="48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0"/>
            <p:cNvSpPr/>
            <p:nvPr/>
          </p:nvSpPr>
          <p:spPr>
            <a:xfrm>
              <a:off x="6696946" y="3611519"/>
              <a:ext cx="181143" cy="45745"/>
            </a:xfrm>
            <a:custGeom>
              <a:rect b="b" l="l" r="r" t="t"/>
              <a:pathLst>
                <a:path extrusionOk="0" h="1643" w="6506">
                  <a:moveTo>
                    <a:pt x="411" y="0"/>
                  </a:moveTo>
                  <a:cubicBezTo>
                    <a:pt x="184" y="0"/>
                    <a:pt x="1" y="184"/>
                    <a:pt x="1" y="411"/>
                  </a:cubicBezTo>
                  <a:lnTo>
                    <a:pt x="1" y="1233"/>
                  </a:lnTo>
                  <a:cubicBezTo>
                    <a:pt x="1" y="1460"/>
                    <a:pt x="184" y="1643"/>
                    <a:pt x="411" y="1643"/>
                  </a:cubicBezTo>
                  <a:lnTo>
                    <a:pt x="6505" y="1643"/>
                  </a:lnTo>
                  <a:cubicBezTo>
                    <a:pt x="6505" y="736"/>
                    <a:pt x="5770" y="0"/>
                    <a:pt x="4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0"/>
            <p:cNvSpPr/>
            <p:nvPr/>
          </p:nvSpPr>
          <p:spPr>
            <a:xfrm>
              <a:off x="6878065" y="3436220"/>
              <a:ext cx="181115" cy="221042"/>
            </a:xfrm>
            <a:custGeom>
              <a:rect b="b" l="l" r="r" t="t"/>
              <a:pathLst>
                <a:path extrusionOk="0" h="7939" w="6505">
                  <a:moveTo>
                    <a:pt x="1643" y="0"/>
                  </a:moveTo>
                  <a:cubicBezTo>
                    <a:pt x="736" y="0"/>
                    <a:pt x="0" y="736"/>
                    <a:pt x="0" y="1643"/>
                  </a:cubicBezTo>
                  <a:lnTo>
                    <a:pt x="0" y="7939"/>
                  </a:lnTo>
                  <a:lnTo>
                    <a:pt x="6095" y="7939"/>
                  </a:lnTo>
                  <a:cubicBezTo>
                    <a:pt x="6322" y="7939"/>
                    <a:pt x="6504" y="7756"/>
                    <a:pt x="6504" y="7529"/>
                  </a:cubicBezTo>
                  <a:lnTo>
                    <a:pt x="6504" y="411"/>
                  </a:lnTo>
                  <a:cubicBezTo>
                    <a:pt x="6504" y="185"/>
                    <a:pt x="6322" y="0"/>
                    <a:pt x="6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0"/>
            <p:cNvSpPr/>
            <p:nvPr/>
          </p:nvSpPr>
          <p:spPr>
            <a:xfrm>
              <a:off x="6878065" y="3611519"/>
              <a:ext cx="181115" cy="45745"/>
            </a:xfrm>
            <a:custGeom>
              <a:rect b="b" l="l" r="r" t="t"/>
              <a:pathLst>
                <a:path extrusionOk="0" h="1643" w="6505">
                  <a:moveTo>
                    <a:pt x="1643" y="0"/>
                  </a:moveTo>
                  <a:cubicBezTo>
                    <a:pt x="736" y="0"/>
                    <a:pt x="0" y="736"/>
                    <a:pt x="0" y="1643"/>
                  </a:cubicBezTo>
                  <a:lnTo>
                    <a:pt x="6095" y="1643"/>
                  </a:lnTo>
                  <a:cubicBezTo>
                    <a:pt x="6322" y="1643"/>
                    <a:pt x="6504" y="1460"/>
                    <a:pt x="6504" y="1233"/>
                  </a:cubicBezTo>
                  <a:lnTo>
                    <a:pt x="6504" y="411"/>
                  </a:lnTo>
                  <a:cubicBezTo>
                    <a:pt x="6504" y="184"/>
                    <a:pt x="6322" y="0"/>
                    <a:pt x="6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0"/>
            <p:cNvSpPr/>
            <p:nvPr/>
          </p:nvSpPr>
          <p:spPr>
            <a:xfrm>
              <a:off x="6729049" y="3465594"/>
              <a:ext cx="99871" cy="16176"/>
            </a:xfrm>
            <a:custGeom>
              <a:rect b="b" l="l" r="r" t="t"/>
              <a:pathLst>
                <a:path extrusionOk="0" h="581" w="3587">
                  <a:moveTo>
                    <a:pt x="291" y="0"/>
                  </a:moveTo>
                  <a:cubicBezTo>
                    <a:pt x="131" y="0"/>
                    <a:pt x="0" y="131"/>
                    <a:pt x="0" y="291"/>
                  </a:cubicBezTo>
                  <a:cubicBezTo>
                    <a:pt x="0" y="452"/>
                    <a:pt x="131" y="581"/>
                    <a:pt x="291" y="581"/>
                  </a:cubicBezTo>
                  <a:lnTo>
                    <a:pt x="3296" y="581"/>
                  </a:lnTo>
                  <a:cubicBezTo>
                    <a:pt x="3457" y="581"/>
                    <a:pt x="3586" y="452"/>
                    <a:pt x="3586" y="291"/>
                  </a:cubicBezTo>
                  <a:cubicBezTo>
                    <a:pt x="3586" y="131"/>
                    <a:pt x="3457"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0"/>
            <p:cNvSpPr/>
            <p:nvPr/>
          </p:nvSpPr>
          <p:spPr>
            <a:xfrm>
              <a:off x="6729049" y="3497642"/>
              <a:ext cx="99871" cy="16204"/>
            </a:xfrm>
            <a:custGeom>
              <a:rect b="b" l="l" r="r" t="t"/>
              <a:pathLst>
                <a:path extrusionOk="0" h="582" w="3587">
                  <a:moveTo>
                    <a:pt x="291" y="1"/>
                  </a:moveTo>
                  <a:cubicBezTo>
                    <a:pt x="131" y="1"/>
                    <a:pt x="0" y="131"/>
                    <a:pt x="0" y="291"/>
                  </a:cubicBezTo>
                  <a:cubicBezTo>
                    <a:pt x="0" y="451"/>
                    <a:pt x="131" y="581"/>
                    <a:pt x="291" y="581"/>
                  </a:cubicBezTo>
                  <a:lnTo>
                    <a:pt x="3296" y="581"/>
                  </a:lnTo>
                  <a:cubicBezTo>
                    <a:pt x="3457" y="581"/>
                    <a:pt x="3586" y="451"/>
                    <a:pt x="3586" y="291"/>
                  </a:cubicBezTo>
                  <a:cubicBezTo>
                    <a:pt x="3586" y="131"/>
                    <a:pt x="3457" y="1"/>
                    <a:pt x="32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0"/>
            <p:cNvSpPr/>
            <p:nvPr/>
          </p:nvSpPr>
          <p:spPr>
            <a:xfrm>
              <a:off x="6729049" y="3529717"/>
              <a:ext cx="99871" cy="16176"/>
            </a:xfrm>
            <a:custGeom>
              <a:rect b="b" l="l" r="r" t="t"/>
              <a:pathLst>
                <a:path extrusionOk="0" h="581" w="3587">
                  <a:moveTo>
                    <a:pt x="291" y="0"/>
                  </a:moveTo>
                  <a:cubicBezTo>
                    <a:pt x="131" y="0"/>
                    <a:pt x="0" y="131"/>
                    <a:pt x="0" y="290"/>
                  </a:cubicBezTo>
                  <a:cubicBezTo>
                    <a:pt x="0" y="450"/>
                    <a:pt x="131" y="581"/>
                    <a:pt x="291" y="581"/>
                  </a:cubicBezTo>
                  <a:lnTo>
                    <a:pt x="3296" y="581"/>
                  </a:lnTo>
                  <a:cubicBezTo>
                    <a:pt x="3457" y="581"/>
                    <a:pt x="3586" y="450"/>
                    <a:pt x="3586" y="290"/>
                  </a:cubicBezTo>
                  <a:cubicBezTo>
                    <a:pt x="3586" y="131"/>
                    <a:pt x="3457"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0"/>
            <p:cNvSpPr/>
            <p:nvPr/>
          </p:nvSpPr>
          <p:spPr>
            <a:xfrm>
              <a:off x="6729049" y="3561764"/>
              <a:ext cx="99871" cy="16176"/>
            </a:xfrm>
            <a:custGeom>
              <a:rect b="b" l="l" r="r" t="t"/>
              <a:pathLst>
                <a:path extrusionOk="0" h="581" w="3587">
                  <a:moveTo>
                    <a:pt x="291" y="0"/>
                  </a:moveTo>
                  <a:cubicBezTo>
                    <a:pt x="131" y="0"/>
                    <a:pt x="0" y="130"/>
                    <a:pt x="0" y="291"/>
                  </a:cubicBezTo>
                  <a:cubicBezTo>
                    <a:pt x="0" y="450"/>
                    <a:pt x="131" y="581"/>
                    <a:pt x="291" y="581"/>
                  </a:cubicBezTo>
                  <a:lnTo>
                    <a:pt x="3296" y="581"/>
                  </a:lnTo>
                  <a:cubicBezTo>
                    <a:pt x="3457" y="581"/>
                    <a:pt x="3586" y="450"/>
                    <a:pt x="3586" y="291"/>
                  </a:cubicBezTo>
                  <a:cubicBezTo>
                    <a:pt x="3586" y="130"/>
                    <a:pt x="3457"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0"/>
            <p:cNvSpPr/>
            <p:nvPr/>
          </p:nvSpPr>
          <p:spPr>
            <a:xfrm>
              <a:off x="6927235" y="3465594"/>
              <a:ext cx="99843" cy="16176"/>
            </a:xfrm>
            <a:custGeom>
              <a:rect b="b" l="l" r="r" t="t"/>
              <a:pathLst>
                <a:path extrusionOk="0" h="581" w="3586">
                  <a:moveTo>
                    <a:pt x="289" y="0"/>
                  </a:moveTo>
                  <a:cubicBezTo>
                    <a:pt x="129" y="0"/>
                    <a:pt x="0" y="131"/>
                    <a:pt x="0" y="291"/>
                  </a:cubicBezTo>
                  <a:cubicBezTo>
                    <a:pt x="0" y="452"/>
                    <a:pt x="129" y="581"/>
                    <a:pt x="289" y="581"/>
                  </a:cubicBezTo>
                  <a:lnTo>
                    <a:pt x="3296" y="581"/>
                  </a:lnTo>
                  <a:cubicBezTo>
                    <a:pt x="3455" y="581"/>
                    <a:pt x="3586" y="452"/>
                    <a:pt x="3586" y="291"/>
                  </a:cubicBezTo>
                  <a:cubicBezTo>
                    <a:pt x="3586" y="131"/>
                    <a:pt x="3455"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0"/>
            <p:cNvSpPr/>
            <p:nvPr/>
          </p:nvSpPr>
          <p:spPr>
            <a:xfrm>
              <a:off x="6927235" y="3497642"/>
              <a:ext cx="99843" cy="16204"/>
            </a:xfrm>
            <a:custGeom>
              <a:rect b="b" l="l" r="r" t="t"/>
              <a:pathLst>
                <a:path extrusionOk="0" h="582" w="3586">
                  <a:moveTo>
                    <a:pt x="289" y="1"/>
                  </a:moveTo>
                  <a:cubicBezTo>
                    <a:pt x="129" y="1"/>
                    <a:pt x="0" y="131"/>
                    <a:pt x="0" y="291"/>
                  </a:cubicBezTo>
                  <a:cubicBezTo>
                    <a:pt x="0" y="451"/>
                    <a:pt x="129" y="581"/>
                    <a:pt x="289" y="581"/>
                  </a:cubicBezTo>
                  <a:lnTo>
                    <a:pt x="3296" y="581"/>
                  </a:lnTo>
                  <a:cubicBezTo>
                    <a:pt x="3455" y="581"/>
                    <a:pt x="3586" y="451"/>
                    <a:pt x="3586" y="291"/>
                  </a:cubicBezTo>
                  <a:cubicBezTo>
                    <a:pt x="3586" y="131"/>
                    <a:pt x="3455" y="1"/>
                    <a:pt x="32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0"/>
            <p:cNvSpPr/>
            <p:nvPr/>
          </p:nvSpPr>
          <p:spPr>
            <a:xfrm>
              <a:off x="6927235" y="3529717"/>
              <a:ext cx="99843" cy="16176"/>
            </a:xfrm>
            <a:custGeom>
              <a:rect b="b" l="l" r="r" t="t"/>
              <a:pathLst>
                <a:path extrusionOk="0" h="581" w="3586">
                  <a:moveTo>
                    <a:pt x="289" y="0"/>
                  </a:moveTo>
                  <a:cubicBezTo>
                    <a:pt x="129" y="0"/>
                    <a:pt x="0" y="131"/>
                    <a:pt x="0" y="290"/>
                  </a:cubicBezTo>
                  <a:cubicBezTo>
                    <a:pt x="0" y="450"/>
                    <a:pt x="129" y="581"/>
                    <a:pt x="289" y="581"/>
                  </a:cubicBezTo>
                  <a:lnTo>
                    <a:pt x="3296" y="581"/>
                  </a:lnTo>
                  <a:cubicBezTo>
                    <a:pt x="3455" y="581"/>
                    <a:pt x="3586" y="450"/>
                    <a:pt x="3586" y="290"/>
                  </a:cubicBezTo>
                  <a:cubicBezTo>
                    <a:pt x="3586" y="131"/>
                    <a:pt x="3455"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0"/>
            <p:cNvSpPr/>
            <p:nvPr/>
          </p:nvSpPr>
          <p:spPr>
            <a:xfrm>
              <a:off x="6927235" y="3561764"/>
              <a:ext cx="99843" cy="16176"/>
            </a:xfrm>
            <a:custGeom>
              <a:rect b="b" l="l" r="r" t="t"/>
              <a:pathLst>
                <a:path extrusionOk="0" h="581" w="3586">
                  <a:moveTo>
                    <a:pt x="289" y="0"/>
                  </a:moveTo>
                  <a:cubicBezTo>
                    <a:pt x="129" y="0"/>
                    <a:pt x="0" y="130"/>
                    <a:pt x="0" y="291"/>
                  </a:cubicBezTo>
                  <a:cubicBezTo>
                    <a:pt x="0" y="450"/>
                    <a:pt x="129" y="581"/>
                    <a:pt x="289" y="581"/>
                  </a:cubicBezTo>
                  <a:lnTo>
                    <a:pt x="3296" y="581"/>
                  </a:lnTo>
                  <a:cubicBezTo>
                    <a:pt x="3455" y="581"/>
                    <a:pt x="3586" y="450"/>
                    <a:pt x="3586" y="291"/>
                  </a:cubicBezTo>
                  <a:cubicBezTo>
                    <a:pt x="3586" y="130"/>
                    <a:pt x="3455" y="0"/>
                    <a:pt x="3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0"/>
            <p:cNvSpPr/>
            <p:nvPr/>
          </p:nvSpPr>
          <p:spPr>
            <a:xfrm>
              <a:off x="6885833" y="3238981"/>
              <a:ext cx="198656" cy="27035"/>
            </a:xfrm>
            <a:custGeom>
              <a:rect b="b" l="l" r="r" t="t"/>
              <a:pathLst>
                <a:path extrusionOk="0" h="971" w="7135">
                  <a:moveTo>
                    <a:pt x="0" y="1"/>
                  </a:moveTo>
                  <a:lnTo>
                    <a:pt x="0" y="970"/>
                  </a:lnTo>
                  <a:lnTo>
                    <a:pt x="7134" y="970"/>
                  </a:lnTo>
                  <a:lnTo>
                    <a:pt x="71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0"/>
            <p:cNvSpPr/>
            <p:nvPr/>
          </p:nvSpPr>
          <p:spPr>
            <a:xfrm>
              <a:off x="7025438" y="3264513"/>
              <a:ext cx="99871" cy="129356"/>
            </a:xfrm>
            <a:custGeom>
              <a:rect b="b" l="l" r="r" t="t"/>
              <a:pathLst>
                <a:path extrusionOk="0" h="4646" w="3587">
                  <a:moveTo>
                    <a:pt x="1793" y="1"/>
                  </a:moveTo>
                  <a:cubicBezTo>
                    <a:pt x="1671" y="1"/>
                    <a:pt x="1562" y="78"/>
                    <a:pt x="1520" y="194"/>
                  </a:cubicBezTo>
                  <a:lnTo>
                    <a:pt x="55" y="4256"/>
                  </a:lnTo>
                  <a:cubicBezTo>
                    <a:pt x="0" y="4407"/>
                    <a:pt x="78" y="4573"/>
                    <a:pt x="230" y="4627"/>
                  </a:cubicBezTo>
                  <a:cubicBezTo>
                    <a:pt x="262" y="4639"/>
                    <a:pt x="296" y="4644"/>
                    <a:pt x="328" y="4644"/>
                  </a:cubicBezTo>
                  <a:cubicBezTo>
                    <a:pt x="447" y="4644"/>
                    <a:pt x="558" y="4571"/>
                    <a:pt x="600" y="4453"/>
                  </a:cubicBezTo>
                  <a:lnTo>
                    <a:pt x="1793" y="1146"/>
                  </a:lnTo>
                  <a:lnTo>
                    <a:pt x="2986" y="4453"/>
                  </a:lnTo>
                  <a:cubicBezTo>
                    <a:pt x="3029" y="4571"/>
                    <a:pt x="3140" y="4645"/>
                    <a:pt x="3259" y="4645"/>
                  </a:cubicBezTo>
                  <a:cubicBezTo>
                    <a:pt x="3291" y="4645"/>
                    <a:pt x="3325" y="4639"/>
                    <a:pt x="3357" y="4627"/>
                  </a:cubicBezTo>
                  <a:cubicBezTo>
                    <a:pt x="3508" y="4573"/>
                    <a:pt x="3586" y="4407"/>
                    <a:pt x="3531" y="4256"/>
                  </a:cubicBezTo>
                  <a:lnTo>
                    <a:pt x="2066" y="194"/>
                  </a:lnTo>
                  <a:cubicBezTo>
                    <a:pt x="2025" y="78"/>
                    <a:pt x="1915"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0"/>
            <p:cNvSpPr/>
            <p:nvPr/>
          </p:nvSpPr>
          <p:spPr>
            <a:xfrm>
              <a:off x="7060603" y="3232354"/>
              <a:ext cx="29513" cy="40288"/>
            </a:xfrm>
            <a:custGeom>
              <a:rect b="b" l="l" r="r" t="t"/>
              <a:pathLst>
                <a:path extrusionOk="0" h="1447" w="1060">
                  <a:moveTo>
                    <a:pt x="257" y="1"/>
                  </a:moveTo>
                  <a:cubicBezTo>
                    <a:pt x="116" y="1"/>
                    <a:pt x="1" y="115"/>
                    <a:pt x="1" y="256"/>
                  </a:cubicBezTo>
                  <a:lnTo>
                    <a:pt x="1" y="1191"/>
                  </a:lnTo>
                  <a:cubicBezTo>
                    <a:pt x="1" y="1333"/>
                    <a:pt x="116" y="1446"/>
                    <a:pt x="257" y="1446"/>
                  </a:cubicBezTo>
                  <a:lnTo>
                    <a:pt x="803" y="1446"/>
                  </a:lnTo>
                  <a:cubicBezTo>
                    <a:pt x="945" y="1446"/>
                    <a:pt x="1060" y="1333"/>
                    <a:pt x="1060" y="1191"/>
                  </a:cubicBezTo>
                  <a:lnTo>
                    <a:pt x="1060" y="256"/>
                  </a:lnTo>
                  <a:cubicBezTo>
                    <a:pt x="1060" y="115"/>
                    <a:pt x="945" y="1"/>
                    <a:pt x="8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0"/>
            <p:cNvSpPr/>
            <p:nvPr/>
          </p:nvSpPr>
          <p:spPr>
            <a:xfrm>
              <a:off x="7031841" y="3407792"/>
              <a:ext cx="87036" cy="65486"/>
            </a:xfrm>
            <a:custGeom>
              <a:rect b="b" l="l" r="r" t="t"/>
              <a:pathLst>
                <a:path extrusionOk="0" h="2352" w="3126">
                  <a:moveTo>
                    <a:pt x="1" y="0"/>
                  </a:moveTo>
                  <a:lnTo>
                    <a:pt x="1" y="919"/>
                  </a:lnTo>
                  <a:cubicBezTo>
                    <a:pt x="1" y="1710"/>
                    <a:pt x="642" y="2352"/>
                    <a:pt x="1434" y="2352"/>
                  </a:cubicBezTo>
                  <a:lnTo>
                    <a:pt x="1693" y="2352"/>
                  </a:lnTo>
                  <a:cubicBezTo>
                    <a:pt x="2484" y="2352"/>
                    <a:pt x="3126" y="1710"/>
                    <a:pt x="3126" y="919"/>
                  </a:cubicBezTo>
                  <a:lnTo>
                    <a:pt x="3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0"/>
            <p:cNvSpPr/>
            <p:nvPr/>
          </p:nvSpPr>
          <p:spPr>
            <a:xfrm>
              <a:off x="7020565" y="3385741"/>
              <a:ext cx="109616" cy="28260"/>
            </a:xfrm>
            <a:custGeom>
              <a:rect b="b" l="l" r="r" t="t"/>
              <a:pathLst>
                <a:path extrusionOk="0" h="1015" w="3937">
                  <a:moveTo>
                    <a:pt x="410" y="1"/>
                  </a:moveTo>
                  <a:cubicBezTo>
                    <a:pt x="184" y="1"/>
                    <a:pt x="1" y="184"/>
                    <a:pt x="1" y="410"/>
                  </a:cubicBezTo>
                  <a:lnTo>
                    <a:pt x="1" y="606"/>
                  </a:lnTo>
                  <a:cubicBezTo>
                    <a:pt x="1" y="832"/>
                    <a:pt x="184" y="1014"/>
                    <a:pt x="410" y="1014"/>
                  </a:cubicBezTo>
                  <a:lnTo>
                    <a:pt x="3527" y="1014"/>
                  </a:lnTo>
                  <a:cubicBezTo>
                    <a:pt x="3753" y="1014"/>
                    <a:pt x="3937" y="832"/>
                    <a:pt x="3936" y="606"/>
                  </a:cubicBezTo>
                  <a:lnTo>
                    <a:pt x="3936" y="410"/>
                  </a:lnTo>
                  <a:cubicBezTo>
                    <a:pt x="3936" y="184"/>
                    <a:pt x="3753" y="1"/>
                    <a:pt x="35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0"/>
            <p:cNvSpPr/>
            <p:nvPr/>
          </p:nvSpPr>
          <p:spPr>
            <a:xfrm>
              <a:off x="6671665" y="3238981"/>
              <a:ext cx="198628" cy="27035"/>
            </a:xfrm>
            <a:custGeom>
              <a:rect b="b" l="l" r="r" t="t"/>
              <a:pathLst>
                <a:path extrusionOk="0" h="971" w="7134">
                  <a:moveTo>
                    <a:pt x="0" y="1"/>
                  </a:moveTo>
                  <a:lnTo>
                    <a:pt x="0" y="970"/>
                  </a:lnTo>
                  <a:lnTo>
                    <a:pt x="7134" y="970"/>
                  </a:lnTo>
                  <a:lnTo>
                    <a:pt x="71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0"/>
            <p:cNvSpPr/>
            <p:nvPr/>
          </p:nvSpPr>
          <p:spPr>
            <a:xfrm>
              <a:off x="6630847" y="3264513"/>
              <a:ext cx="99843" cy="129356"/>
            </a:xfrm>
            <a:custGeom>
              <a:rect b="b" l="l" r="r" t="t"/>
              <a:pathLst>
                <a:path extrusionOk="0" h="4646" w="3586">
                  <a:moveTo>
                    <a:pt x="1793" y="1"/>
                  </a:moveTo>
                  <a:cubicBezTo>
                    <a:pt x="1670" y="1"/>
                    <a:pt x="1561" y="78"/>
                    <a:pt x="1520" y="194"/>
                  </a:cubicBezTo>
                  <a:lnTo>
                    <a:pt x="54" y="4256"/>
                  </a:lnTo>
                  <a:cubicBezTo>
                    <a:pt x="0" y="4407"/>
                    <a:pt x="78" y="4573"/>
                    <a:pt x="228" y="4627"/>
                  </a:cubicBezTo>
                  <a:cubicBezTo>
                    <a:pt x="261" y="4639"/>
                    <a:pt x="294" y="4645"/>
                    <a:pt x="327" y="4645"/>
                  </a:cubicBezTo>
                  <a:cubicBezTo>
                    <a:pt x="446" y="4645"/>
                    <a:pt x="557" y="4571"/>
                    <a:pt x="600" y="4453"/>
                  </a:cubicBezTo>
                  <a:lnTo>
                    <a:pt x="1793" y="1146"/>
                  </a:lnTo>
                  <a:lnTo>
                    <a:pt x="2986" y="4453"/>
                  </a:lnTo>
                  <a:cubicBezTo>
                    <a:pt x="3028" y="4571"/>
                    <a:pt x="3139" y="4644"/>
                    <a:pt x="3257" y="4644"/>
                  </a:cubicBezTo>
                  <a:cubicBezTo>
                    <a:pt x="3290" y="4644"/>
                    <a:pt x="3324" y="4639"/>
                    <a:pt x="3357" y="4627"/>
                  </a:cubicBezTo>
                  <a:cubicBezTo>
                    <a:pt x="3508" y="4573"/>
                    <a:pt x="3586" y="4407"/>
                    <a:pt x="3531" y="4256"/>
                  </a:cubicBezTo>
                  <a:lnTo>
                    <a:pt x="2065" y="194"/>
                  </a:lnTo>
                  <a:cubicBezTo>
                    <a:pt x="2023" y="78"/>
                    <a:pt x="1915"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0"/>
            <p:cNvSpPr/>
            <p:nvPr/>
          </p:nvSpPr>
          <p:spPr>
            <a:xfrm>
              <a:off x="6666013" y="3232354"/>
              <a:ext cx="29485" cy="40288"/>
            </a:xfrm>
            <a:custGeom>
              <a:rect b="b" l="l" r="r" t="t"/>
              <a:pathLst>
                <a:path extrusionOk="0" h="1447" w="1059">
                  <a:moveTo>
                    <a:pt x="256" y="1"/>
                  </a:moveTo>
                  <a:cubicBezTo>
                    <a:pt x="115" y="1"/>
                    <a:pt x="1" y="115"/>
                    <a:pt x="1" y="256"/>
                  </a:cubicBezTo>
                  <a:lnTo>
                    <a:pt x="1" y="1191"/>
                  </a:lnTo>
                  <a:cubicBezTo>
                    <a:pt x="1" y="1333"/>
                    <a:pt x="115" y="1446"/>
                    <a:pt x="256" y="1446"/>
                  </a:cubicBezTo>
                  <a:lnTo>
                    <a:pt x="803" y="1446"/>
                  </a:lnTo>
                  <a:cubicBezTo>
                    <a:pt x="945" y="1446"/>
                    <a:pt x="1058" y="1333"/>
                    <a:pt x="1058" y="1191"/>
                  </a:cubicBezTo>
                  <a:lnTo>
                    <a:pt x="1058" y="256"/>
                  </a:lnTo>
                  <a:cubicBezTo>
                    <a:pt x="1058" y="115"/>
                    <a:pt x="945" y="1"/>
                    <a:pt x="8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0"/>
            <p:cNvSpPr/>
            <p:nvPr/>
          </p:nvSpPr>
          <p:spPr>
            <a:xfrm>
              <a:off x="6637251" y="3407792"/>
              <a:ext cx="87036" cy="65486"/>
            </a:xfrm>
            <a:custGeom>
              <a:rect b="b" l="l" r="r" t="t"/>
              <a:pathLst>
                <a:path extrusionOk="0" h="2352" w="3126">
                  <a:moveTo>
                    <a:pt x="1" y="0"/>
                  </a:moveTo>
                  <a:lnTo>
                    <a:pt x="1" y="919"/>
                  </a:lnTo>
                  <a:cubicBezTo>
                    <a:pt x="1" y="1710"/>
                    <a:pt x="642" y="2352"/>
                    <a:pt x="1432" y="2352"/>
                  </a:cubicBezTo>
                  <a:lnTo>
                    <a:pt x="1692" y="2352"/>
                  </a:lnTo>
                  <a:cubicBezTo>
                    <a:pt x="2484" y="2352"/>
                    <a:pt x="3125" y="1710"/>
                    <a:pt x="3125" y="919"/>
                  </a:cubicBezTo>
                  <a:lnTo>
                    <a:pt x="31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0"/>
            <p:cNvSpPr/>
            <p:nvPr/>
          </p:nvSpPr>
          <p:spPr>
            <a:xfrm>
              <a:off x="6625947" y="3385741"/>
              <a:ext cx="109616" cy="28260"/>
            </a:xfrm>
            <a:custGeom>
              <a:rect b="b" l="l" r="r" t="t"/>
              <a:pathLst>
                <a:path extrusionOk="0" h="1015" w="3937">
                  <a:moveTo>
                    <a:pt x="410" y="1"/>
                  </a:moveTo>
                  <a:cubicBezTo>
                    <a:pt x="185" y="1"/>
                    <a:pt x="0" y="184"/>
                    <a:pt x="0" y="410"/>
                  </a:cubicBezTo>
                  <a:lnTo>
                    <a:pt x="0" y="606"/>
                  </a:lnTo>
                  <a:cubicBezTo>
                    <a:pt x="0" y="832"/>
                    <a:pt x="185" y="1014"/>
                    <a:pt x="410" y="1014"/>
                  </a:cubicBezTo>
                  <a:lnTo>
                    <a:pt x="3526" y="1014"/>
                  </a:lnTo>
                  <a:cubicBezTo>
                    <a:pt x="3753" y="1014"/>
                    <a:pt x="3936" y="832"/>
                    <a:pt x="3936" y="606"/>
                  </a:cubicBezTo>
                  <a:lnTo>
                    <a:pt x="3936" y="410"/>
                  </a:lnTo>
                  <a:cubicBezTo>
                    <a:pt x="3936" y="184"/>
                    <a:pt x="3753" y="1"/>
                    <a:pt x="3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0"/>
            <p:cNvSpPr/>
            <p:nvPr/>
          </p:nvSpPr>
          <p:spPr>
            <a:xfrm>
              <a:off x="6844904" y="3219351"/>
              <a:ext cx="66321" cy="66321"/>
            </a:xfrm>
            <a:custGeom>
              <a:rect b="b" l="l" r="r" t="t"/>
              <a:pathLst>
                <a:path extrusionOk="0" h="2382" w="2382">
                  <a:moveTo>
                    <a:pt x="1191" y="1"/>
                  </a:moveTo>
                  <a:cubicBezTo>
                    <a:pt x="534" y="1"/>
                    <a:pt x="1" y="534"/>
                    <a:pt x="1" y="1191"/>
                  </a:cubicBezTo>
                  <a:cubicBezTo>
                    <a:pt x="1" y="1848"/>
                    <a:pt x="534" y="2381"/>
                    <a:pt x="1191" y="2381"/>
                  </a:cubicBezTo>
                  <a:cubicBezTo>
                    <a:pt x="1849" y="2381"/>
                    <a:pt x="2381" y="1848"/>
                    <a:pt x="2381" y="1191"/>
                  </a:cubicBezTo>
                  <a:cubicBezTo>
                    <a:pt x="2381" y="534"/>
                    <a:pt x="1849" y="1"/>
                    <a:pt x="1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70"/>
          <p:cNvGrpSpPr/>
          <p:nvPr/>
        </p:nvGrpSpPr>
        <p:grpSpPr>
          <a:xfrm>
            <a:off x="6164853" y="3286846"/>
            <a:ext cx="409611" cy="501876"/>
            <a:chOff x="5889417" y="3153558"/>
            <a:chExt cx="428329" cy="535277"/>
          </a:xfrm>
        </p:grpSpPr>
        <p:sp>
          <p:nvSpPr>
            <p:cNvPr id="4357" name="Google Shape;4357;p70"/>
            <p:cNvSpPr/>
            <p:nvPr/>
          </p:nvSpPr>
          <p:spPr>
            <a:xfrm>
              <a:off x="5889417" y="3465010"/>
              <a:ext cx="428329" cy="223826"/>
            </a:xfrm>
            <a:custGeom>
              <a:rect b="b" l="l" r="r" t="t"/>
              <a:pathLst>
                <a:path extrusionOk="0" h="8039" w="15384">
                  <a:moveTo>
                    <a:pt x="412" y="1"/>
                  </a:moveTo>
                  <a:cubicBezTo>
                    <a:pt x="185" y="1"/>
                    <a:pt x="1" y="185"/>
                    <a:pt x="1" y="412"/>
                  </a:cubicBezTo>
                  <a:lnTo>
                    <a:pt x="1" y="7627"/>
                  </a:lnTo>
                  <a:cubicBezTo>
                    <a:pt x="1" y="7854"/>
                    <a:pt x="185" y="8038"/>
                    <a:pt x="412" y="8038"/>
                  </a:cubicBezTo>
                  <a:lnTo>
                    <a:pt x="14973" y="8038"/>
                  </a:lnTo>
                  <a:cubicBezTo>
                    <a:pt x="15200" y="8038"/>
                    <a:pt x="15384" y="7854"/>
                    <a:pt x="15384" y="7627"/>
                  </a:cubicBezTo>
                  <a:lnTo>
                    <a:pt x="15384" y="412"/>
                  </a:lnTo>
                  <a:cubicBezTo>
                    <a:pt x="15384" y="185"/>
                    <a:pt x="15200" y="1"/>
                    <a:pt x="149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0"/>
            <p:cNvSpPr/>
            <p:nvPr/>
          </p:nvSpPr>
          <p:spPr>
            <a:xfrm>
              <a:off x="5922161" y="3435775"/>
              <a:ext cx="181422" cy="221459"/>
            </a:xfrm>
            <a:custGeom>
              <a:rect b="b" l="l" r="r" t="t"/>
              <a:pathLst>
                <a:path extrusionOk="0" h="7954" w="6516">
                  <a:moveTo>
                    <a:pt x="411" y="0"/>
                  </a:moveTo>
                  <a:cubicBezTo>
                    <a:pt x="184" y="0"/>
                    <a:pt x="0" y="185"/>
                    <a:pt x="0" y="413"/>
                  </a:cubicBezTo>
                  <a:lnTo>
                    <a:pt x="0" y="7542"/>
                  </a:lnTo>
                  <a:cubicBezTo>
                    <a:pt x="0" y="7770"/>
                    <a:pt x="184" y="7954"/>
                    <a:pt x="411" y="7954"/>
                  </a:cubicBezTo>
                  <a:lnTo>
                    <a:pt x="6516" y="7954"/>
                  </a:lnTo>
                  <a:lnTo>
                    <a:pt x="6516" y="1646"/>
                  </a:lnTo>
                  <a:cubicBezTo>
                    <a:pt x="6516" y="737"/>
                    <a:pt x="5779" y="0"/>
                    <a:pt x="4870" y="0"/>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0"/>
            <p:cNvSpPr/>
            <p:nvPr/>
          </p:nvSpPr>
          <p:spPr>
            <a:xfrm>
              <a:off x="5922161" y="3611380"/>
              <a:ext cx="181422" cy="45857"/>
            </a:xfrm>
            <a:custGeom>
              <a:rect b="b" l="l" r="r" t="t"/>
              <a:pathLst>
                <a:path extrusionOk="0" h="1647" w="6516">
                  <a:moveTo>
                    <a:pt x="411" y="0"/>
                  </a:moveTo>
                  <a:cubicBezTo>
                    <a:pt x="184" y="0"/>
                    <a:pt x="0" y="184"/>
                    <a:pt x="0" y="412"/>
                  </a:cubicBezTo>
                  <a:lnTo>
                    <a:pt x="0" y="1235"/>
                  </a:lnTo>
                  <a:cubicBezTo>
                    <a:pt x="0" y="1463"/>
                    <a:pt x="184" y="1647"/>
                    <a:pt x="411" y="1647"/>
                  </a:cubicBezTo>
                  <a:lnTo>
                    <a:pt x="6516" y="1647"/>
                  </a:lnTo>
                  <a:cubicBezTo>
                    <a:pt x="6516" y="737"/>
                    <a:pt x="5779" y="0"/>
                    <a:pt x="4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0"/>
            <p:cNvSpPr/>
            <p:nvPr/>
          </p:nvSpPr>
          <p:spPr>
            <a:xfrm>
              <a:off x="6103557" y="3435775"/>
              <a:ext cx="181477" cy="221459"/>
            </a:xfrm>
            <a:custGeom>
              <a:rect b="b" l="l" r="r" t="t"/>
              <a:pathLst>
                <a:path extrusionOk="0" h="7954" w="6518">
                  <a:moveTo>
                    <a:pt x="1647" y="0"/>
                  </a:moveTo>
                  <a:cubicBezTo>
                    <a:pt x="738" y="0"/>
                    <a:pt x="1" y="737"/>
                    <a:pt x="1" y="1646"/>
                  </a:cubicBezTo>
                  <a:lnTo>
                    <a:pt x="1" y="7954"/>
                  </a:lnTo>
                  <a:lnTo>
                    <a:pt x="6105" y="7954"/>
                  </a:lnTo>
                  <a:cubicBezTo>
                    <a:pt x="6333" y="7954"/>
                    <a:pt x="6517" y="7770"/>
                    <a:pt x="6517" y="7542"/>
                  </a:cubicBezTo>
                  <a:lnTo>
                    <a:pt x="6517" y="413"/>
                  </a:lnTo>
                  <a:cubicBezTo>
                    <a:pt x="6517" y="185"/>
                    <a:pt x="6333" y="0"/>
                    <a:pt x="6105" y="0"/>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0"/>
            <p:cNvSpPr/>
            <p:nvPr/>
          </p:nvSpPr>
          <p:spPr>
            <a:xfrm>
              <a:off x="6103557" y="3611380"/>
              <a:ext cx="181477" cy="45857"/>
            </a:xfrm>
            <a:custGeom>
              <a:rect b="b" l="l" r="r" t="t"/>
              <a:pathLst>
                <a:path extrusionOk="0" h="1647" w="6518">
                  <a:moveTo>
                    <a:pt x="1647" y="0"/>
                  </a:moveTo>
                  <a:cubicBezTo>
                    <a:pt x="738" y="0"/>
                    <a:pt x="1" y="737"/>
                    <a:pt x="1" y="1647"/>
                  </a:cubicBezTo>
                  <a:lnTo>
                    <a:pt x="6106" y="1647"/>
                  </a:lnTo>
                  <a:cubicBezTo>
                    <a:pt x="6333" y="1647"/>
                    <a:pt x="6517" y="1463"/>
                    <a:pt x="6517" y="1235"/>
                  </a:cubicBezTo>
                  <a:lnTo>
                    <a:pt x="6517" y="412"/>
                  </a:lnTo>
                  <a:cubicBezTo>
                    <a:pt x="6517" y="184"/>
                    <a:pt x="6333" y="0"/>
                    <a:pt x="6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0"/>
            <p:cNvSpPr/>
            <p:nvPr/>
          </p:nvSpPr>
          <p:spPr>
            <a:xfrm>
              <a:off x="5954319" y="3497335"/>
              <a:ext cx="100038" cy="16204"/>
            </a:xfrm>
            <a:custGeom>
              <a:rect b="b" l="l" r="r" t="t"/>
              <a:pathLst>
                <a:path extrusionOk="0" h="582" w="3593">
                  <a:moveTo>
                    <a:pt x="291" y="1"/>
                  </a:moveTo>
                  <a:cubicBezTo>
                    <a:pt x="131" y="1"/>
                    <a:pt x="0" y="131"/>
                    <a:pt x="0" y="291"/>
                  </a:cubicBezTo>
                  <a:cubicBezTo>
                    <a:pt x="0" y="451"/>
                    <a:pt x="131" y="581"/>
                    <a:pt x="291" y="581"/>
                  </a:cubicBezTo>
                  <a:lnTo>
                    <a:pt x="3302" y="581"/>
                  </a:lnTo>
                  <a:cubicBezTo>
                    <a:pt x="3462" y="581"/>
                    <a:pt x="3592" y="451"/>
                    <a:pt x="3592" y="291"/>
                  </a:cubicBezTo>
                  <a:cubicBezTo>
                    <a:pt x="3592" y="131"/>
                    <a:pt x="3462" y="1"/>
                    <a:pt x="3302" y="1"/>
                  </a:cubicBezTo>
                  <a:close/>
                </a:path>
              </a:pathLst>
            </a:custGeom>
            <a:solidFill>
              <a:srgbClr val="CB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0"/>
            <p:cNvSpPr/>
            <p:nvPr/>
          </p:nvSpPr>
          <p:spPr>
            <a:xfrm>
              <a:off x="5954319" y="3529466"/>
              <a:ext cx="100038" cy="16149"/>
            </a:xfrm>
            <a:custGeom>
              <a:rect b="b" l="l" r="r" t="t"/>
              <a:pathLst>
                <a:path extrusionOk="0" h="580" w="3593">
                  <a:moveTo>
                    <a:pt x="291" y="0"/>
                  </a:moveTo>
                  <a:cubicBezTo>
                    <a:pt x="131" y="0"/>
                    <a:pt x="0" y="130"/>
                    <a:pt x="0" y="290"/>
                  </a:cubicBezTo>
                  <a:cubicBezTo>
                    <a:pt x="0" y="451"/>
                    <a:pt x="131" y="580"/>
                    <a:pt x="291" y="580"/>
                  </a:cubicBezTo>
                  <a:lnTo>
                    <a:pt x="3302" y="580"/>
                  </a:lnTo>
                  <a:cubicBezTo>
                    <a:pt x="3462" y="580"/>
                    <a:pt x="3592" y="451"/>
                    <a:pt x="3592" y="290"/>
                  </a:cubicBezTo>
                  <a:cubicBezTo>
                    <a:pt x="3592" y="130"/>
                    <a:pt x="3462" y="0"/>
                    <a:pt x="3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0"/>
            <p:cNvSpPr/>
            <p:nvPr/>
          </p:nvSpPr>
          <p:spPr>
            <a:xfrm>
              <a:off x="5954319" y="3561569"/>
              <a:ext cx="100038" cy="16176"/>
            </a:xfrm>
            <a:custGeom>
              <a:rect b="b" l="l" r="r" t="t"/>
              <a:pathLst>
                <a:path extrusionOk="0" h="581" w="3593">
                  <a:moveTo>
                    <a:pt x="291" y="0"/>
                  </a:moveTo>
                  <a:cubicBezTo>
                    <a:pt x="131" y="0"/>
                    <a:pt x="0" y="129"/>
                    <a:pt x="0" y="290"/>
                  </a:cubicBezTo>
                  <a:cubicBezTo>
                    <a:pt x="0" y="450"/>
                    <a:pt x="131" y="581"/>
                    <a:pt x="291" y="581"/>
                  </a:cubicBezTo>
                  <a:lnTo>
                    <a:pt x="3302" y="581"/>
                  </a:lnTo>
                  <a:cubicBezTo>
                    <a:pt x="3462" y="581"/>
                    <a:pt x="3592" y="450"/>
                    <a:pt x="3592" y="290"/>
                  </a:cubicBezTo>
                  <a:cubicBezTo>
                    <a:pt x="3592" y="129"/>
                    <a:pt x="3462" y="0"/>
                    <a:pt x="3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0"/>
            <p:cNvSpPr/>
            <p:nvPr/>
          </p:nvSpPr>
          <p:spPr>
            <a:xfrm>
              <a:off x="6152839" y="3497335"/>
              <a:ext cx="99982" cy="16204"/>
            </a:xfrm>
            <a:custGeom>
              <a:rect b="b" l="l" r="r" t="t"/>
              <a:pathLst>
                <a:path extrusionOk="0" h="582" w="3591">
                  <a:moveTo>
                    <a:pt x="291" y="1"/>
                  </a:moveTo>
                  <a:cubicBezTo>
                    <a:pt x="130" y="1"/>
                    <a:pt x="0" y="131"/>
                    <a:pt x="0" y="291"/>
                  </a:cubicBezTo>
                  <a:cubicBezTo>
                    <a:pt x="0" y="451"/>
                    <a:pt x="130" y="581"/>
                    <a:pt x="291" y="581"/>
                  </a:cubicBezTo>
                  <a:lnTo>
                    <a:pt x="3302" y="581"/>
                  </a:lnTo>
                  <a:cubicBezTo>
                    <a:pt x="3462" y="581"/>
                    <a:pt x="3591" y="451"/>
                    <a:pt x="3591" y="291"/>
                  </a:cubicBezTo>
                  <a:cubicBezTo>
                    <a:pt x="3591" y="131"/>
                    <a:pt x="3462" y="1"/>
                    <a:pt x="3302" y="1"/>
                  </a:cubicBezTo>
                  <a:close/>
                </a:path>
              </a:pathLst>
            </a:custGeom>
            <a:solidFill>
              <a:srgbClr val="CB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0"/>
            <p:cNvSpPr/>
            <p:nvPr/>
          </p:nvSpPr>
          <p:spPr>
            <a:xfrm>
              <a:off x="6152839" y="3529466"/>
              <a:ext cx="99982" cy="16149"/>
            </a:xfrm>
            <a:custGeom>
              <a:rect b="b" l="l" r="r" t="t"/>
              <a:pathLst>
                <a:path extrusionOk="0" h="580" w="3591">
                  <a:moveTo>
                    <a:pt x="291" y="0"/>
                  </a:moveTo>
                  <a:cubicBezTo>
                    <a:pt x="130" y="0"/>
                    <a:pt x="0" y="130"/>
                    <a:pt x="0" y="290"/>
                  </a:cubicBezTo>
                  <a:cubicBezTo>
                    <a:pt x="0" y="451"/>
                    <a:pt x="130" y="580"/>
                    <a:pt x="291" y="580"/>
                  </a:cubicBezTo>
                  <a:lnTo>
                    <a:pt x="3302" y="580"/>
                  </a:lnTo>
                  <a:cubicBezTo>
                    <a:pt x="3462" y="580"/>
                    <a:pt x="3591" y="451"/>
                    <a:pt x="3591" y="290"/>
                  </a:cubicBezTo>
                  <a:cubicBezTo>
                    <a:pt x="3591" y="130"/>
                    <a:pt x="3462" y="0"/>
                    <a:pt x="3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0"/>
            <p:cNvSpPr/>
            <p:nvPr/>
          </p:nvSpPr>
          <p:spPr>
            <a:xfrm>
              <a:off x="6152839" y="3561569"/>
              <a:ext cx="99982" cy="16176"/>
            </a:xfrm>
            <a:custGeom>
              <a:rect b="b" l="l" r="r" t="t"/>
              <a:pathLst>
                <a:path extrusionOk="0" h="581" w="3591">
                  <a:moveTo>
                    <a:pt x="291" y="0"/>
                  </a:moveTo>
                  <a:cubicBezTo>
                    <a:pt x="130" y="0"/>
                    <a:pt x="0" y="129"/>
                    <a:pt x="0" y="290"/>
                  </a:cubicBezTo>
                  <a:cubicBezTo>
                    <a:pt x="0" y="450"/>
                    <a:pt x="130" y="581"/>
                    <a:pt x="291" y="581"/>
                  </a:cubicBezTo>
                  <a:lnTo>
                    <a:pt x="3302" y="581"/>
                  </a:lnTo>
                  <a:cubicBezTo>
                    <a:pt x="3462" y="581"/>
                    <a:pt x="3591" y="450"/>
                    <a:pt x="3591" y="290"/>
                  </a:cubicBezTo>
                  <a:cubicBezTo>
                    <a:pt x="3591" y="129"/>
                    <a:pt x="3462" y="0"/>
                    <a:pt x="3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0"/>
            <p:cNvSpPr/>
            <p:nvPr/>
          </p:nvSpPr>
          <p:spPr>
            <a:xfrm>
              <a:off x="5911580" y="3213170"/>
              <a:ext cx="206035" cy="367076"/>
            </a:xfrm>
            <a:custGeom>
              <a:rect b="b" l="l" r="r" t="t"/>
              <a:pathLst>
                <a:path extrusionOk="0" h="13184" w="7400">
                  <a:moveTo>
                    <a:pt x="1" y="1"/>
                  </a:moveTo>
                  <a:lnTo>
                    <a:pt x="1" y="6228"/>
                  </a:lnTo>
                  <a:cubicBezTo>
                    <a:pt x="1" y="10020"/>
                    <a:pt x="3103" y="13181"/>
                    <a:pt x="6893" y="13184"/>
                  </a:cubicBezTo>
                  <a:cubicBezTo>
                    <a:pt x="7063" y="13184"/>
                    <a:pt x="7231" y="13178"/>
                    <a:pt x="7399" y="13166"/>
                  </a:cubicBezTo>
                  <a:lnTo>
                    <a:pt x="7399" y="10023"/>
                  </a:lnTo>
                  <a:cubicBezTo>
                    <a:pt x="7235" y="10045"/>
                    <a:pt x="7068" y="10057"/>
                    <a:pt x="6898" y="10057"/>
                  </a:cubicBezTo>
                  <a:cubicBezTo>
                    <a:pt x="6890" y="10057"/>
                    <a:pt x="6882" y="10057"/>
                    <a:pt x="6874" y="10057"/>
                  </a:cubicBezTo>
                  <a:cubicBezTo>
                    <a:pt x="4794" y="10044"/>
                    <a:pt x="3128" y="8326"/>
                    <a:pt x="3128" y="6247"/>
                  </a:cubicBezTo>
                  <a:lnTo>
                    <a:pt x="31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0"/>
            <p:cNvSpPr/>
            <p:nvPr/>
          </p:nvSpPr>
          <p:spPr>
            <a:xfrm>
              <a:off x="5911580" y="3153558"/>
              <a:ext cx="87119" cy="68158"/>
            </a:xfrm>
            <a:custGeom>
              <a:rect b="b" l="l" r="r" t="t"/>
              <a:pathLst>
                <a:path extrusionOk="0" h="2448" w="3129">
                  <a:moveTo>
                    <a:pt x="312" y="0"/>
                  </a:moveTo>
                  <a:cubicBezTo>
                    <a:pt x="140" y="0"/>
                    <a:pt x="1" y="139"/>
                    <a:pt x="1" y="311"/>
                  </a:cubicBezTo>
                  <a:lnTo>
                    <a:pt x="1" y="2448"/>
                  </a:lnTo>
                  <a:lnTo>
                    <a:pt x="3128" y="2448"/>
                  </a:lnTo>
                  <a:lnTo>
                    <a:pt x="3128" y="311"/>
                  </a:lnTo>
                  <a:cubicBezTo>
                    <a:pt x="3128" y="139"/>
                    <a:pt x="2988" y="0"/>
                    <a:pt x="28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0"/>
            <p:cNvSpPr/>
            <p:nvPr/>
          </p:nvSpPr>
          <p:spPr>
            <a:xfrm>
              <a:off x="6102945" y="3213170"/>
              <a:ext cx="192642" cy="367076"/>
            </a:xfrm>
            <a:custGeom>
              <a:rect b="b" l="l" r="r" t="t"/>
              <a:pathLst>
                <a:path extrusionOk="0" h="13184" w="6919">
                  <a:moveTo>
                    <a:pt x="3791" y="1"/>
                  </a:moveTo>
                  <a:lnTo>
                    <a:pt x="3791" y="6288"/>
                  </a:lnTo>
                  <a:cubicBezTo>
                    <a:pt x="3791" y="8366"/>
                    <a:pt x="2101" y="10057"/>
                    <a:pt x="23" y="10057"/>
                  </a:cubicBezTo>
                  <a:cubicBezTo>
                    <a:pt x="16" y="10057"/>
                    <a:pt x="8" y="10057"/>
                    <a:pt x="1" y="10057"/>
                  </a:cubicBezTo>
                  <a:lnTo>
                    <a:pt x="1" y="10057"/>
                  </a:lnTo>
                  <a:lnTo>
                    <a:pt x="20" y="13184"/>
                  </a:lnTo>
                  <a:cubicBezTo>
                    <a:pt x="22" y="13184"/>
                    <a:pt x="23" y="13184"/>
                    <a:pt x="25" y="13184"/>
                  </a:cubicBezTo>
                  <a:cubicBezTo>
                    <a:pt x="3825" y="13184"/>
                    <a:pt x="6918" y="10091"/>
                    <a:pt x="6918" y="6288"/>
                  </a:cubicBezTo>
                  <a:lnTo>
                    <a:pt x="69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0"/>
            <p:cNvSpPr/>
            <p:nvPr/>
          </p:nvSpPr>
          <p:spPr>
            <a:xfrm>
              <a:off x="6208498" y="3153558"/>
              <a:ext cx="87091" cy="68158"/>
            </a:xfrm>
            <a:custGeom>
              <a:rect b="b" l="l" r="r" t="t"/>
              <a:pathLst>
                <a:path extrusionOk="0" h="2448" w="3128">
                  <a:moveTo>
                    <a:pt x="311" y="0"/>
                  </a:moveTo>
                  <a:cubicBezTo>
                    <a:pt x="139" y="0"/>
                    <a:pt x="0" y="139"/>
                    <a:pt x="0" y="311"/>
                  </a:cubicBezTo>
                  <a:lnTo>
                    <a:pt x="0" y="2448"/>
                  </a:lnTo>
                  <a:lnTo>
                    <a:pt x="3127" y="2448"/>
                  </a:lnTo>
                  <a:lnTo>
                    <a:pt x="3127" y="311"/>
                  </a:lnTo>
                  <a:cubicBezTo>
                    <a:pt x="3127" y="139"/>
                    <a:pt x="2988" y="0"/>
                    <a:pt x="2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0"/>
            <p:cNvSpPr/>
            <p:nvPr/>
          </p:nvSpPr>
          <p:spPr>
            <a:xfrm>
              <a:off x="5911580" y="3221690"/>
              <a:ext cx="87119" cy="28"/>
            </a:xfrm>
            <a:custGeom>
              <a:rect b="b" l="l" r="r" t="t"/>
              <a:pathLst>
                <a:path extrusionOk="0" h="1" w="3129">
                  <a:moveTo>
                    <a:pt x="1" y="1"/>
                  </a:moveTo>
                  <a:lnTo>
                    <a:pt x="3128" y="1"/>
                  </a:lnTo>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0"/>
            <p:cNvSpPr/>
            <p:nvPr/>
          </p:nvSpPr>
          <p:spPr>
            <a:xfrm>
              <a:off x="6208498" y="3221690"/>
              <a:ext cx="87091" cy="28"/>
            </a:xfrm>
            <a:custGeom>
              <a:rect b="b" l="l" r="r" t="t"/>
              <a:pathLst>
                <a:path extrusionOk="0" h="1" w="3128">
                  <a:moveTo>
                    <a:pt x="0" y="1"/>
                  </a:moveTo>
                  <a:lnTo>
                    <a:pt x="3127" y="1"/>
                  </a:lnTo>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0"/>
            <p:cNvSpPr/>
            <p:nvPr/>
          </p:nvSpPr>
          <p:spPr>
            <a:xfrm>
              <a:off x="6048930" y="3178255"/>
              <a:ext cx="109811" cy="144976"/>
            </a:xfrm>
            <a:custGeom>
              <a:rect b="b" l="l" r="r" t="t"/>
              <a:pathLst>
                <a:path extrusionOk="0" h="5207" w="3944">
                  <a:moveTo>
                    <a:pt x="1744" y="1"/>
                  </a:moveTo>
                  <a:cubicBezTo>
                    <a:pt x="1604" y="1"/>
                    <a:pt x="1476" y="80"/>
                    <a:pt x="1414" y="205"/>
                  </a:cubicBezTo>
                  <a:lnTo>
                    <a:pt x="62" y="2893"/>
                  </a:lnTo>
                  <a:cubicBezTo>
                    <a:pt x="0" y="3016"/>
                    <a:pt x="89" y="3160"/>
                    <a:pt x="227" y="3160"/>
                  </a:cubicBezTo>
                  <a:lnTo>
                    <a:pt x="1516" y="3160"/>
                  </a:lnTo>
                  <a:lnTo>
                    <a:pt x="962" y="4966"/>
                  </a:lnTo>
                  <a:cubicBezTo>
                    <a:pt x="921" y="5099"/>
                    <a:pt x="1029" y="5206"/>
                    <a:pt x="1142" y="5206"/>
                  </a:cubicBezTo>
                  <a:cubicBezTo>
                    <a:pt x="1189" y="5206"/>
                    <a:pt x="1237" y="5188"/>
                    <a:pt x="1276" y="5145"/>
                  </a:cubicBezTo>
                  <a:lnTo>
                    <a:pt x="3836" y="2341"/>
                  </a:lnTo>
                  <a:cubicBezTo>
                    <a:pt x="3943" y="2223"/>
                    <a:pt x="3859" y="2032"/>
                    <a:pt x="3699" y="2032"/>
                  </a:cubicBezTo>
                  <a:lnTo>
                    <a:pt x="2530" y="2032"/>
                  </a:lnTo>
                  <a:lnTo>
                    <a:pt x="3443" y="272"/>
                  </a:lnTo>
                  <a:cubicBezTo>
                    <a:pt x="3508" y="149"/>
                    <a:pt x="3419" y="1"/>
                    <a:pt x="3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70"/>
          <p:cNvGrpSpPr/>
          <p:nvPr/>
        </p:nvGrpSpPr>
        <p:grpSpPr>
          <a:xfrm>
            <a:off x="5363006" y="3360072"/>
            <a:ext cx="511882" cy="443192"/>
            <a:chOff x="5045915" y="3153558"/>
            <a:chExt cx="535273" cy="472687"/>
          </a:xfrm>
        </p:grpSpPr>
        <p:sp>
          <p:nvSpPr>
            <p:cNvPr id="4376" name="Google Shape;4376;p70"/>
            <p:cNvSpPr/>
            <p:nvPr/>
          </p:nvSpPr>
          <p:spPr>
            <a:xfrm>
              <a:off x="5045915" y="3468685"/>
              <a:ext cx="178387" cy="157561"/>
            </a:xfrm>
            <a:custGeom>
              <a:rect b="b" l="l" r="r" t="t"/>
              <a:pathLst>
                <a:path extrusionOk="0" h="5659" w="6407">
                  <a:moveTo>
                    <a:pt x="2830" y="0"/>
                  </a:moveTo>
                  <a:cubicBezTo>
                    <a:pt x="1270" y="0"/>
                    <a:pt x="1" y="1269"/>
                    <a:pt x="1" y="2829"/>
                  </a:cubicBezTo>
                  <a:cubicBezTo>
                    <a:pt x="1" y="4390"/>
                    <a:pt x="1270" y="5658"/>
                    <a:pt x="2830" y="5658"/>
                  </a:cubicBezTo>
                  <a:lnTo>
                    <a:pt x="6406" y="5658"/>
                  </a:lnTo>
                  <a:lnTo>
                    <a:pt x="64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0"/>
            <p:cNvSpPr/>
            <p:nvPr/>
          </p:nvSpPr>
          <p:spPr>
            <a:xfrm>
              <a:off x="5140804" y="3491238"/>
              <a:ext cx="412375" cy="112456"/>
            </a:xfrm>
            <a:custGeom>
              <a:rect b="b" l="l" r="r" t="t"/>
              <a:pathLst>
                <a:path extrusionOk="0" h="4039" w="14811">
                  <a:moveTo>
                    <a:pt x="2020" y="0"/>
                  </a:moveTo>
                  <a:cubicBezTo>
                    <a:pt x="905" y="0"/>
                    <a:pt x="0" y="904"/>
                    <a:pt x="0" y="2019"/>
                  </a:cubicBezTo>
                  <a:cubicBezTo>
                    <a:pt x="0" y="3135"/>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0"/>
            <p:cNvSpPr/>
            <p:nvPr/>
          </p:nvSpPr>
          <p:spPr>
            <a:xfrm>
              <a:off x="5407261" y="3548037"/>
              <a:ext cx="57161" cy="16149"/>
            </a:xfrm>
            <a:custGeom>
              <a:rect b="b" l="l" r="r" t="t"/>
              <a:pathLst>
                <a:path extrusionOk="0" h="580" w="2053">
                  <a:moveTo>
                    <a:pt x="290" y="1"/>
                  </a:moveTo>
                  <a:cubicBezTo>
                    <a:pt x="130" y="1"/>
                    <a:pt x="1" y="130"/>
                    <a:pt x="1" y="291"/>
                  </a:cubicBezTo>
                  <a:cubicBezTo>
                    <a:pt x="1" y="451"/>
                    <a:pt x="130" y="580"/>
                    <a:pt x="290" y="580"/>
                  </a:cubicBezTo>
                  <a:lnTo>
                    <a:pt x="1763" y="580"/>
                  </a:lnTo>
                  <a:cubicBezTo>
                    <a:pt x="1923" y="580"/>
                    <a:pt x="2052" y="451"/>
                    <a:pt x="2052" y="291"/>
                  </a:cubicBezTo>
                  <a:cubicBezTo>
                    <a:pt x="2052" y="130"/>
                    <a:pt x="1923" y="1"/>
                    <a:pt x="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0"/>
            <p:cNvSpPr/>
            <p:nvPr/>
          </p:nvSpPr>
          <p:spPr>
            <a:xfrm>
              <a:off x="5143560" y="3548037"/>
              <a:ext cx="238415" cy="16149"/>
            </a:xfrm>
            <a:custGeom>
              <a:rect b="b" l="l" r="r" t="t"/>
              <a:pathLst>
                <a:path extrusionOk="0" h="580" w="8563">
                  <a:moveTo>
                    <a:pt x="290" y="1"/>
                  </a:moveTo>
                  <a:cubicBezTo>
                    <a:pt x="129" y="1"/>
                    <a:pt x="0" y="130"/>
                    <a:pt x="0" y="291"/>
                  </a:cubicBezTo>
                  <a:cubicBezTo>
                    <a:pt x="0" y="451"/>
                    <a:pt x="129" y="580"/>
                    <a:pt x="290" y="580"/>
                  </a:cubicBezTo>
                  <a:lnTo>
                    <a:pt x="8272" y="580"/>
                  </a:lnTo>
                  <a:cubicBezTo>
                    <a:pt x="8432" y="580"/>
                    <a:pt x="8562" y="451"/>
                    <a:pt x="8562" y="291"/>
                  </a:cubicBezTo>
                  <a:cubicBezTo>
                    <a:pt x="8562" y="130"/>
                    <a:pt x="8432" y="1"/>
                    <a:pt x="82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0"/>
            <p:cNvSpPr/>
            <p:nvPr/>
          </p:nvSpPr>
          <p:spPr>
            <a:xfrm>
              <a:off x="5515375" y="3491238"/>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0"/>
            <p:cNvSpPr/>
            <p:nvPr/>
          </p:nvSpPr>
          <p:spPr>
            <a:xfrm>
              <a:off x="5112794" y="3468685"/>
              <a:ext cx="468394" cy="157561"/>
            </a:xfrm>
            <a:custGeom>
              <a:rect b="b" l="l" r="r" t="t"/>
              <a:pathLst>
                <a:path extrusionOk="0" h="5659" w="16823">
                  <a:moveTo>
                    <a:pt x="2830" y="0"/>
                  </a:moveTo>
                  <a:cubicBezTo>
                    <a:pt x="1269" y="0"/>
                    <a:pt x="0" y="1269"/>
                    <a:pt x="0" y="2829"/>
                  </a:cubicBezTo>
                  <a:cubicBezTo>
                    <a:pt x="0" y="4390"/>
                    <a:pt x="1269" y="5658"/>
                    <a:pt x="2830" y="5658"/>
                  </a:cubicBezTo>
                  <a:lnTo>
                    <a:pt x="16123" y="5658"/>
                  </a:lnTo>
                  <a:cubicBezTo>
                    <a:pt x="16509" y="5658"/>
                    <a:pt x="16823" y="5345"/>
                    <a:pt x="16823" y="4958"/>
                  </a:cubicBezTo>
                  <a:cubicBezTo>
                    <a:pt x="16823" y="4572"/>
                    <a:pt x="16509" y="4258"/>
                    <a:pt x="16123" y="4258"/>
                  </a:cubicBezTo>
                  <a:lnTo>
                    <a:pt x="2830" y="4258"/>
                  </a:lnTo>
                  <a:cubicBezTo>
                    <a:pt x="2042" y="4258"/>
                    <a:pt x="1400" y="3617"/>
                    <a:pt x="1400" y="2829"/>
                  </a:cubicBezTo>
                  <a:cubicBezTo>
                    <a:pt x="1400" y="2041"/>
                    <a:pt x="2042" y="1400"/>
                    <a:pt x="2830" y="1400"/>
                  </a:cubicBezTo>
                  <a:lnTo>
                    <a:pt x="16123" y="1400"/>
                  </a:lnTo>
                  <a:cubicBezTo>
                    <a:pt x="16509" y="1400"/>
                    <a:pt x="16823" y="1087"/>
                    <a:pt x="16823" y="700"/>
                  </a:cubicBezTo>
                  <a:cubicBezTo>
                    <a:pt x="16823" y="314"/>
                    <a:pt x="16509" y="0"/>
                    <a:pt x="16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0"/>
            <p:cNvSpPr/>
            <p:nvPr/>
          </p:nvSpPr>
          <p:spPr>
            <a:xfrm>
              <a:off x="5045915" y="3311122"/>
              <a:ext cx="199909" cy="157561"/>
            </a:xfrm>
            <a:custGeom>
              <a:rect b="b" l="l" r="r" t="t"/>
              <a:pathLst>
                <a:path extrusionOk="0" h="5659" w="7180">
                  <a:moveTo>
                    <a:pt x="2830" y="0"/>
                  </a:moveTo>
                  <a:cubicBezTo>
                    <a:pt x="1270" y="0"/>
                    <a:pt x="1" y="1269"/>
                    <a:pt x="1" y="2830"/>
                  </a:cubicBezTo>
                  <a:cubicBezTo>
                    <a:pt x="1" y="4390"/>
                    <a:pt x="1270" y="5658"/>
                    <a:pt x="2830" y="5658"/>
                  </a:cubicBezTo>
                  <a:lnTo>
                    <a:pt x="7180" y="5658"/>
                  </a:lnTo>
                  <a:lnTo>
                    <a:pt x="7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0"/>
            <p:cNvSpPr/>
            <p:nvPr/>
          </p:nvSpPr>
          <p:spPr>
            <a:xfrm>
              <a:off x="5140804" y="3333674"/>
              <a:ext cx="412375" cy="112456"/>
            </a:xfrm>
            <a:custGeom>
              <a:rect b="b" l="l" r="r" t="t"/>
              <a:pathLst>
                <a:path extrusionOk="0" h="4039" w="14811">
                  <a:moveTo>
                    <a:pt x="2020" y="0"/>
                  </a:moveTo>
                  <a:cubicBezTo>
                    <a:pt x="905" y="0"/>
                    <a:pt x="0" y="904"/>
                    <a:pt x="0" y="2020"/>
                  </a:cubicBezTo>
                  <a:cubicBezTo>
                    <a:pt x="0" y="3134"/>
                    <a:pt x="905" y="4038"/>
                    <a:pt x="2020" y="4038"/>
                  </a:cubicBezTo>
                  <a:lnTo>
                    <a:pt x="14811" y="4038"/>
                  </a:lnTo>
                  <a:lnTo>
                    <a:pt x="14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0"/>
            <p:cNvSpPr/>
            <p:nvPr/>
          </p:nvSpPr>
          <p:spPr>
            <a:xfrm>
              <a:off x="5515375" y="3333674"/>
              <a:ext cx="37810" cy="112456"/>
            </a:xfrm>
            <a:custGeom>
              <a:rect b="b" l="l" r="r" t="t"/>
              <a:pathLst>
                <a:path extrusionOk="0" h="4039" w="1358">
                  <a:moveTo>
                    <a:pt x="0" y="0"/>
                  </a:moveTo>
                  <a:lnTo>
                    <a:pt x="0" y="4038"/>
                  </a:lnTo>
                  <a:lnTo>
                    <a:pt x="1358" y="4038"/>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0"/>
            <p:cNvSpPr/>
            <p:nvPr/>
          </p:nvSpPr>
          <p:spPr>
            <a:xfrm>
              <a:off x="5112794" y="3311122"/>
              <a:ext cx="468394" cy="157589"/>
            </a:xfrm>
            <a:custGeom>
              <a:rect b="b" l="l" r="r" t="t"/>
              <a:pathLst>
                <a:path extrusionOk="0" h="5660" w="16823">
                  <a:moveTo>
                    <a:pt x="2830" y="0"/>
                  </a:moveTo>
                  <a:cubicBezTo>
                    <a:pt x="1269" y="0"/>
                    <a:pt x="0" y="1269"/>
                    <a:pt x="0" y="2830"/>
                  </a:cubicBezTo>
                  <a:cubicBezTo>
                    <a:pt x="0" y="4390"/>
                    <a:pt x="1269" y="5659"/>
                    <a:pt x="2830" y="5659"/>
                  </a:cubicBezTo>
                  <a:lnTo>
                    <a:pt x="16123" y="5659"/>
                  </a:lnTo>
                  <a:cubicBezTo>
                    <a:pt x="16509" y="5659"/>
                    <a:pt x="16823" y="5345"/>
                    <a:pt x="16823" y="4958"/>
                  </a:cubicBezTo>
                  <a:cubicBezTo>
                    <a:pt x="16823" y="4571"/>
                    <a:pt x="16509" y="4258"/>
                    <a:pt x="16123" y="4258"/>
                  </a:cubicBezTo>
                  <a:lnTo>
                    <a:pt x="2830" y="4258"/>
                  </a:lnTo>
                  <a:cubicBezTo>
                    <a:pt x="2042" y="4258"/>
                    <a:pt x="1400" y="3618"/>
                    <a:pt x="1400" y="2830"/>
                  </a:cubicBezTo>
                  <a:cubicBezTo>
                    <a:pt x="1400" y="2042"/>
                    <a:pt x="2042" y="1400"/>
                    <a:pt x="2830" y="1400"/>
                  </a:cubicBezTo>
                  <a:lnTo>
                    <a:pt x="16123" y="1400"/>
                  </a:lnTo>
                  <a:cubicBezTo>
                    <a:pt x="16509" y="1400"/>
                    <a:pt x="16823" y="1087"/>
                    <a:pt x="16823" y="700"/>
                  </a:cubicBezTo>
                  <a:cubicBezTo>
                    <a:pt x="16823" y="314"/>
                    <a:pt x="16509" y="0"/>
                    <a:pt x="16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0"/>
            <p:cNvSpPr/>
            <p:nvPr/>
          </p:nvSpPr>
          <p:spPr>
            <a:xfrm>
              <a:off x="5095476" y="3153558"/>
              <a:ext cx="178359" cy="157589"/>
            </a:xfrm>
            <a:custGeom>
              <a:rect b="b" l="l" r="r" t="t"/>
              <a:pathLst>
                <a:path extrusionOk="0" h="5660" w="6406">
                  <a:moveTo>
                    <a:pt x="2830" y="0"/>
                  </a:moveTo>
                  <a:cubicBezTo>
                    <a:pt x="1270" y="0"/>
                    <a:pt x="0" y="1270"/>
                    <a:pt x="0" y="2830"/>
                  </a:cubicBezTo>
                  <a:cubicBezTo>
                    <a:pt x="0" y="4390"/>
                    <a:pt x="1270" y="5659"/>
                    <a:pt x="2830" y="5659"/>
                  </a:cubicBezTo>
                  <a:lnTo>
                    <a:pt x="6406" y="5659"/>
                  </a:lnTo>
                  <a:lnTo>
                    <a:pt x="6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0"/>
            <p:cNvSpPr/>
            <p:nvPr/>
          </p:nvSpPr>
          <p:spPr>
            <a:xfrm>
              <a:off x="5190336" y="3176083"/>
              <a:ext cx="326203" cy="112512"/>
            </a:xfrm>
            <a:custGeom>
              <a:rect b="b" l="l" r="r" t="t"/>
              <a:pathLst>
                <a:path extrusionOk="0" h="4041" w="11716">
                  <a:moveTo>
                    <a:pt x="2021" y="1"/>
                  </a:moveTo>
                  <a:cubicBezTo>
                    <a:pt x="906" y="1"/>
                    <a:pt x="1" y="905"/>
                    <a:pt x="1" y="2021"/>
                  </a:cubicBezTo>
                  <a:cubicBezTo>
                    <a:pt x="1" y="3135"/>
                    <a:pt x="906" y="4040"/>
                    <a:pt x="2021" y="4040"/>
                  </a:cubicBezTo>
                  <a:lnTo>
                    <a:pt x="11716" y="4040"/>
                  </a:lnTo>
                  <a:lnTo>
                    <a:pt x="1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0"/>
            <p:cNvSpPr/>
            <p:nvPr/>
          </p:nvSpPr>
          <p:spPr>
            <a:xfrm>
              <a:off x="5478762" y="3176083"/>
              <a:ext cx="37810" cy="112512"/>
            </a:xfrm>
            <a:custGeom>
              <a:rect b="b" l="l" r="r" t="t"/>
              <a:pathLst>
                <a:path extrusionOk="0" h="4041" w="1358">
                  <a:moveTo>
                    <a:pt x="0" y="1"/>
                  </a:moveTo>
                  <a:lnTo>
                    <a:pt x="0" y="4040"/>
                  </a:lnTo>
                  <a:lnTo>
                    <a:pt x="1358" y="4040"/>
                  </a:lnTo>
                  <a:lnTo>
                    <a:pt x="13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0"/>
            <p:cNvSpPr/>
            <p:nvPr/>
          </p:nvSpPr>
          <p:spPr>
            <a:xfrm>
              <a:off x="5162326" y="3153558"/>
              <a:ext cx="382250" cy="157589"/>
            </a:xfrm>
            <a:custGeom>
              <a:rect b="b" l="l" r="r" t="t"/>
              <a:pathLst>
                <a:path extrusionOk="0" h="5660" w="13729">
                  <a:moveTo>
                    <a:pt x="2829" y="0"/>
                  </a:moveTo>
                  <a:cubicBezTo>
                    <a:pt x="1269" y="0"/>
                    <a:pt x="1" y="1270"/>
                    <a:pt x="1" y="2830"/>
                  </a:cubicBezTo>
                  <a:cubicBezTo>
                    <a:pt x="1" y="4390"/>
                    <a:pt x="1269" y="5659"/>
                    <a:pt x="2829" y="5659"/>
                  </a:cubicBezTo>
                  <a:lnTo>
                    <a:pt x="13029" y="5659"/>
                  </a:lnTo>
                  <a:cubicBezTo>
                    <a:pt x="13416" y="5659"/>
                    <a:pt x="13729" y="5346"/>
                    <a:pt x="13729" y="4959"/>
                  </a:cubicBezTo>
                  <a:cubicBezTo>
                    <a:pt x="13729" y="4571"/>
                    <a:pt x="13416" y="4258"/>
                    <a:pt x="13029" y="4258"/>
                  </a:cubicBezTo>
                  <a:lnTo>
                    <a:pt x="2829" y="4258"/>
                  </a:lnTo>
                  <a:cubicBezTo>
                    <a:pt x="2041" y="4258"/>
                    <a:pt x="1401" y="3618"/>
                    <a:pt x="1401" y="2830"/>
                  </a:cubicBezTo>
                  <a:cubicBezTo>
                    <a:pt x="1401" y="2042"/>
                    <a:pt x="2041" y="1400"/>
                    <a:pt x="2829" y="1400"/>
                  </a:cubicBezTo>
                  <a:lnTo>
                    <a:pt x="13029" y="1400"/>
                  </a:lnTo>
                  <a:cubicBezTo>
                    <a:pt x="13416" y="1400"/>
                    <a:pt x="13729" y="1087"/>
                    <a:pt x="13729" y="700"/>
                  </a:cubicBezTo>
                  <a:cubicBezTo>
                    <a:pt x="13729" y="313"/>
                    <a:pt x="13416" y="0"/>
                    <a:pt x="13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0"/>
            <p:cNvSpPr/>
            <p:nvPr/>
          </p:nvSpPr>
          <p:spPr>
            <a:xfrm>
              <a:off x="5322813" y="3219491"/>
              <a:ext cx="193756" cy="16149"/>
            </a:xfrm>
            <a:custGeom>
              <a:rect b="b" l="l" r="r" t="t"/>
              <a:pathLst>
                <a:path extrusionOk="0" h="580" w="6959">
                  <a:moveTo>
                    <a:pt x="291" y="1"/>
                  </a:moveTo>
                  <a:cubicBezTo>
                    <a:pt x="131" y="1"/>
                    <a:pt x="1" y="130"/>
                    <a:pt x="1" y="290"/>
                  </a:cubicBezTo>
                  <a:cubicBezTo>
                    <a:pt x="1" y="451"/>
                    <a:pt x="131" y="580"/>
                    <a:pt x="291" y="580"/>
                  </a:cubicBezTo>
                  <a:lnTo>
                    <a:pt x="6959" y="580"/>
                  </a:lnTo>
                  <a:lnTo>
                    <a:pt x="69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0"/>
            <p:cNvSpPr/>
            <p:nvPr/>
          </p:nvSpPr>
          <p:spPr>
            <a:xfrm>
              <a:off x="5248918" y="3219491"/>
              <a:ext cx="55212" cy="16149"/>
            </a:xfrm>
            <a:custGeom>
              <a:rect b="b" l="l" r="r" t="t"/>
              <a:pathLst>
                <a:path extrusionOk="0" h="580" w="1983">
                  <a:moveTo>
                    <a:pt x="291" y="1"/>
                  </a:moveTo>
                  <a:cubicBezTo>
                    <a:pt x="130" y="1"/>
                    <a:pt x="1" y="130"/>
                    <a:pt x="1" y="290"/>
                  </a:cubicBezTo>
                  <a:cubicBezTo>
                    <a:pt x="1" y="451"/>
                    <a:pt x="130" y="580"/>
                    <a:pt x="291" y="580"/>
                  </a:cubicBezTo>
                  <a:lnTo>
                    <a:pt x="1692" y="580"/>
                  </a:lnTo>
                  <a:cubicBezTo>
                    <a:pt x="1853" y="580"/>
                    <a:pt x="1983" y="451"/>
                    <a:pt x="1983" y="290"/>
                  </a:cubicBezTo>
                  <a:cubicBezTo>
                    <a:pt x="1983" y="130"/>
                    <a:pt x="1853" y="1"/>
                    <a:pt x="1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0"/>
            <p:cNvSpPr/>
            <p:nvPr/>
          </p:nvSpPr>
          <p:spPr>
            <a:xfrm>
              <a:off x="5313542" y="3307530"/>
              <a:ext cx="165997" cy="77597"/>
            </a:xfrm>
            <a:custGeom>
              <a:rect b="b" l="l" r="r" t="t"/>
              <a:pathLst>
                <a:path extrusionOk="0" h="2787" w="5962">
                  <a:moveTo>
                    <a:pt x="2980" y="0"/>
                  </a:moveTo>
                  <a:cubicBezTo>
                    <a:pt x="2861" y="0"/>
                    <a:pt x="2742" y="46"/>
                    <a:pt x="2651" y="136"/>
                  </a:cubicBezTo>
                  <a:lnTo>
                    <a:pt x="1" y="2787"/>
                  </a:lnTo>
                  <a:lnTo>
                    <a:pt x="5961" y="2787"/>
                  </a:lnTo>
                  <a:lnTo>
                    <a:pt x="3311" y="136"/>
                  </a:lnTo>
                  <a:cubicBezTo>
                    <a:pt x="3219" y="46"/>
                    <a:pt x="3100" y="0"/>
                    <a:pt x="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0"/>
            <p:cNvSpPr/>
            <p:nvPr/>
          </p:nvSpPr>
          <p:spPr>
            <a:xfrm>
              <a:off x="5199385" y="3377026"/>
              <a:ext cx="353795" cy="16204"/>
            </a:xfrm>
            <a:custGeom>
              <a:rect b="b" l="l" r="r" t="t"/>
              <a:pathLst>
                <a:path extrusionOk="0" h="582" w="12707">
                  <a:moveTo>
                    <a:pt x="291" y="1"/>
                  </a:moveTo>
                  <a:cubicBezTo>
                    <a:pt x="130" y="1"/>
                    <a:pt x="0" y="131"/>
                    <a:pt x="0" y="291"/>
                  </a:cubicBezTo>
                  <a:cubicBezTo>
                    <a:pt x="0" y="452"/>
                    <a:pt x="130" y="581"/>
                    <a:pt x="291" y="581"/>
                  </a:cubicBezTo>
                  <a:lnTo>
                    <a:pt x="12707" y="581"/>
                  </a:lnTo>
                  <a:lnTo>
                    <a:pt x="127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70"/>
          <p:cNvGrpSpPr/>
          <p:nvPr/>
        </p:nvGrpSpPr>
        <p:grpSpPr>
          <a:xfrm>
            <a:off x="4724415" y="3288270"/>
            <a:ext cx="403860" cy="501902"/>
            <a:chOff x="4315427" y="3153531"/>
            <a:chExt cx="422315" cy="535305"/>
          </a:xfrm>
        </p:grpSpPr>
        <p:sp>
          <p:nvSpPr>
            <p:cNvPr id="4395" name="Google Shape;4395;p70"/>
            <p:cNvSpPr/>
            <p:nvPr/>
          </p:nvSpPr>
          <p:spPr>
            <a:xfrm>
              <a:off x="4315427" y="3468184"/>
              <a:ext cx="422315" cy="220652"/>
            </a:xfrm>
            <a:custGeom>
              <a:rect b="b" l="l" r="r" t="t"/>
              <a:pathLst>
                <a:path extrusionOk="0" h="7925" w="15168">
                  <a:moveTo>
                    <a:pt x="406" y="0"/>
                  </a:moveTo>
                  <a:cubicBezTo>
                    <a:pt x="181" y="0"/>
                    <a:pt x="1" y="182"/>
                    <a:pt x="1" y="406"/>
                  </a:cubicBezTo>
                  <a:lnTo>
                    <a:pt x="1" y="7519"/>
                  </a:lnTo>
                  <a:cubicBezTo>
                    <a:pt x="1" y="7742"/>
                    <a:pt x="181" y="7924"/>
                    <a:pt x="406" y="7924"/>
                  </a:cubicBezTo>
                  <a:lnTo>
                    <a:pt x="14761" y="7924"/>
                  </a:lnTo>
                  <a:cubicBezTo>
                    <a:pt x="14985" y="7924"/>
                    <a:pt x="15167" y="7742"/>
                    <a:pt x="15167" y="7519"/>
                  </a:cubicBezTo>
                  <a:lnTo>
                    <a:pt x="15167" y="406"/>
                  </a:lnTo>
                  <a:cubicBezTo>
                    <a:pt x="15167" y="182"/>
                    <a:pt x="14985" y="0"/>
                    <a:pt x="14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0"/>
            <p:cNvSpPr/>
            <p:nvPr/>
          </p:nvSpPr>
          <p:spPr>
            <a:xfrm>
              <a:off x="4367633" y="3204483"/>
              <a:ext cx="326537" cy="284940"/>
            </a:xfrm>
            <a:custGeom>
              <a:rect b="b" l="l" r="r" t="t"/>
              <a:pathLst>
                <a:path extrusionOk="0" h="10234" w="11728">
                  <a:moveTo>
                    <a:pt x="11727" y="1"/>
                  </a:moveTo>
                  <a:cubicBezTo>
                    <a:pt x="7130" y="1"/>
                    <a:pt x="7469" y="5076"/>
                    <a:pt x="5331" y="5076"/>
                  </a:cubicBezTo>
                  <a:cubicBezTo>
                    <a:pt x="4901" y="5076"/>
                    <a:pt x="4370" y="4871"/>
                    <a:pt x="3679" y="4377"/>
                  </a:cubicBezTo>
                  <a:cubicBezTo>
                    <a:pt x="3098" y="3962"/>
                    <a:pt x="2472" y="3828"/>
                    <a:pt x="1903" y="3828"/>
                  </a:cubicBezTo>
                  <a:cubicBezTo>
                    <a:pt x="853" y="3828"/>
                    <a:pt x="0" y="4285"/>
                    <a:pt x="0" y="4285"/>
                  </a:cubicBezTo>
                  <a:lnTo>
                    <a:pt x="0" y="10233"/>
                  </a:lnTo>
                  <a:lnTo>
                    <a:pt x="11727" y="10233"/>
                  </a:lnTo>
                  <a:lnTo>
                    <a:pt x="11727" y="1"/>
                  </a:lnTo>
                  <a:close/>
                </a:path>
              </a:pathLst>
            </a:custGeom>
            <a:solidFill>
              <a:srgbClr val="8A9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0"/>
            <p:cNvSpPr/>
            <p:nvPr/>
          </p:nvSpPr>
          <p:spPr>
            <a:xfrm>
              <a:off x="4367633" y="3311038"/>
              <a:ext cx="106553" cy="178387"/>
            </a:xfrm>
            <a:custGeom>
              <a:rect b="b" l="l" r="r" t="t"/>
              <a:pathLst>
                <a:path extrusionOk="0" h="6407" w="3827">
                  <a:moveTo>
                    <a:pt x="1903" y="1"/>
                  </a:moveTo>
                  <a:cubicBezTo>
                    <a:pt x="853" y="1"/>
                    <a:pt x="0" y="458"/>
                    <a:pt x="0" y="458"/>
                  </a:cubicBezTo>
                  <a:lnTo>
                    <a:pt x="0" y="6406"/>
                  </a:lnTo>
                  <a:lnTo>
                    <a:pt x="3826" y="6406"/>
                  </a:lnTo>
                  <a:lnTo>
                    <a:pt x="3826" y="652"/>
                  </a:lnTo>
                  <a:cubicBezTo>
                    <a:pt x="3778" y="619"/>
                    <a:pt x="3729" y="586"/>
                    <a:pt x="3679" y="550"/>
                  </a:cubicBezTo>
                  <a:cubicBezTo>
                    <a:pt x="3098" y="135"/>
                    <a:pt x="2472" y="1"/>
                    <a:pt x="19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0"/>
            <p:cNvSpPr/>
            <p:nvPr/>
          </p:nvSpPr>
          <p:spPr>
            <a:xfrm>
              <a:off x="4610062" y="3204483"/>
              <a:ext cx="84112" cy="284940"/>
            </a:xfrm>
            <a:custGeom>
              <a:rect b="b" l="l" r="r" t="t"/>
              <a:pathLst>
                <a:path extrusionOk="0" h="10234" w="3021">
                  <a:moveTo>
                    <a:pt x="3020" y="1"/>
                  </a:moveTo>
                  <a:cubicBezTo>
                    <a:pt x="1631" y="1"/>
                    <a:pt x="692" y="464"/>
                    <a:pt x="1" y="1112"/>
                  </a:cubicBezTo>
                  <a:lnTo>
                    <a:pt x="1" y="10233"/>
                  </a:lnTo>
                  <a:lnTo>
                    <a:pt x="3020" y="10233"/>
                  </a:lnTo>
                  <a:lnTo>
                    <a:pt x="30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0"/>
            <p:cNvSpPr/>
            <p:nvPr/>
          </p:nvSpPr>
          <p:spPr>
            <a:xfrm>
              <a:off x="4472322" y="3233273"/>
              <a:ext cx="140076" cy="256151"/>
            </a:xfrm>
            <a:custGeom>
              <a:rect b="b" l="l" r="r" t="t"/>
              <a:pathLst>
                <a:path extrusionOk="0" h="9200" w="5031">
                  <a:moveTo>
                    <a:pt x="5030" y="1"/>
                  </a:moveTo>
                  <a:cubicBezTo>
                    <a:pt x="3359" y="1486"/>
                    <a:pt x="3088" y="4042"/>
                    <a:pt x="1571" y="4042"/>
                  </a:cubicBezTo>
                  <a:cubicBezTo>
                    <a:pt x="1158" y="4042"/>
                    <a:pt x="652" y="3853"/>
                    <a:pt x="1" y="3400"/>
                  </a:cubicBezTo>
                  <a:lnTo>
                    <a:pt x="1" y="9199"/>
                  </a:lnTo>
                  <a:lnTo>
                    <a:pt x="5030" y="9199"/>
                  </a:lnTo>
                  <a:lnTo>
                    <a:pt x="5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0"/>
            <p:cNvSpPr/>
            <p:nvPr/>
          </p:nvSpPr>
          <p:spPr>
            <a:xfrm>
              <a:off x="4338899" y="3153531"/>
              <a:ext cx="57523" cy="290063"/>
            </a:xfrm>
            <a:custGeom>
              <a:rect b="b" l="l" r="r" t="t"/>
              <a:pathLst>
                <a:path extrusionOk="0" h="10418" w="2066">
                  <a:moveTo>
                    <a:pt x="1033" y="1"/>
                  </a:moveTo>
                  <a:cubicBezTo>
                    <a:pt x="960" y="1"/>
                    <a:pt x="887" y="28"/>
                    <a:pt x="831" y="84"/>
                  </a:cubicBezTo>
                  <a:lnTo>
                    <a:pt x="112" y="804"/>
                  </a:lnTo>
                  <a:cubicBezTo>
                    <a:pt x="1" y="915"/>
                    <a:pt x="1" y="1096"/>
                    <a:pt x="112" y="1207"/>
                  </a:cubicBezTo>
                  <a:cubicBezTo>
                    <a:pt x="168" y="1263"/>
                    <a:pt x="241" y="1291"/>
                    <a:pt x="314" y="1291"/>
                  </a:cubicBezTo>
                  <a:cubicBezTo>
                    <a:pt x="387" y="1291"/>
                    <a:pt x="460" y="1263"/>
                    <a:pt x="517" y="1207"/>
                  </a:cubicBezTo>
                  <a:lnTo>
                    <a:pt x="747" y="977"/>
                  </a:lnTo>
                  <a:lnTo>
                    <a:pt x="747" y="10133"/>
                  </a:lnTo>
                  <a:cubicBezTo>
                    <a:pt x="747" y="10291"/>
                    <a:pt x="875" y="10418"/>
                    <a:pt x="1032" y="10418"/>
                  </a:cubicBezTo>
                  <a:cubicBezTo>
                    <a:pt x="1191" y="10418"/>
                    <a:pt x="1319" y="10291"/>
                    <a:pt x="1319" y="10133"/>
                  </a:cubicBezTo>
                  <a:lnTo>
                    <a:pt x="1319" y="977"/>
                  </a:lnTo>
                  <a:lnTo>
                    <a:pt x="1550" y="1207"/>
                  </a:lnTo>
                  <a:cubicBezTo>
                    <a:pt x="1606" y="1263"/>
                    <a:pt x="1679" y="1291"/>
                    <a:pt x="1752" y="1291"/>
                  </a:cubicBezTo>
                  <a:cubicBezTo>
                    <a:pt x="1825" y="1291"/>
                    <a:pt x="1898" y="1263"/>
                    <a:pt x="1953" y="1207"/>
                  </a:cubicBezTo>
                  <a:cubicBezTo>
                    <a:pt x="2065" y="1096"/>
                    <a:pt x="2065" y="915"/>
                    <a:pt x="1953" y="804"/>
                  </a:cubicBezTo>
                  <a:lnTo>
                    <a:pt x="1235" y="84"/>
                  </a:lnTo>
                  <a:cubicBezTo>
                    <a:pt x="1179" y="28"/>
                    <a:pt x="1106"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0"/>
            <p:cNvSpPr/>
            <p:nvPr/>
          </p:nvSpPr>
          <p:spPr>
            <a:xfrm>
              <a:off x="4443561" y="3252735"/>
              <a:ext cx="57523" cy="223408"/>
            </a:xfrm>
            <a:custGeom>
              <a:rect b="b" l="l" r="r" t="t"/>
              <a:pathLst>
                <a:path extrusionOk="0" h="8024" w="2066">
                  <a:moveTo>
                    <a:pt x="1033" y="1"/>
                  </a:moveTo>
                  <a:cubicBezTo>
                    <a:pt x="960" y="1"/>
                    <a:pt x="887" y="29"/>
                    <a:pt x="831" y="85"/>
                  </a:cubicBezTo>
                  <a:lnTo>
                    <a:pt x="113" y="803"/>
                  </a:lnTo>
                  <a:cubicBezTo>
                    <a:pt x="1" y="914"/>
                    <a:pt x="1" y="1096"/>
                    <a:pt x="113" y="1207"/>
                  </a:cubicBezTo>
                  <a:cubicBezTo>
                    <a:pt x="168" y="1263"/>
                    <a:pt x="241" y="1291"/>
                    <a:pt x="314" y="1291"/>
                  </a:cubicBezTo>
                  <a:cubicBezTo>
                    <a:pt x="387" y="1291"/>
                    <a:pt x="460" y="1263"/>
                    <a:pt x="516" y="1207"/>
                  </a:cubicBezTo>
                  <a:lnTo>
                    <a:pt x="747" y="976"/>
                  </a:lnTo>
                  <a:lnTo>
                    <a:pt x="747" y="7738"/>
                  </a:lnTo>
                  <a:cubicBezTo>
                    <a:pt x="747" y="7895"/>
                    <a:pt x="875" y="8023"/>
                    <a:pt x="1034" y="8023"/>
                  </a:cubicBezTo>
                  <a:cubicBezTo>
                    <a:pt x="1191" y="8023"/>
                    <a:pt x="1319" y="7895"/>
                    <a:pt x="1319" y="7738"/>
                  </a:cubicBezTo>
                  <a:lnTo>
                    <a:pt x="1319" y="976"/>
                  </a:lnTo>
                  <a:lnTo>
                    <a:pt x="1550" y="1207"/>
                  </a:lnTo>
                  <a:cubicBezTo>
                    <a:pt x="1606" y="1263"/>
                    <a:pt x="1679" y="1291"/>
                    <a:pt x="1752" y="1291"/>
                  </a:cubicBezTo>
                  <a:cubicBezTo>
                    <a:pt x="1825" y="1291"/>
                    <a:pt x="1898" y="1263"/>
                    <a:pt x="1954" y="1207"/>
                  </a:cubicBezTo>
                  <a:cubicBezTo>
                    <a:pt x="2065" y="1096"/>
                    <a:pt x="2065" y="914"/>
                    <a:pt x="1954" y="803"/>
                  </a:cubicBezTo>
                  <a:lnTo>
                    <a:pt x="1235" y="85"/>
                  </a:lnTo>
                  <a:cubicBezTo>
                    <a:pt x="1179" y="29"/>
                    <a:pt x="1106"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0"/>
            <p:cNvSpPr/>
            <p:nvPr/>
          </p:nvSpPr>
          <p:spPr>
            <a:xfrm>
              <a:off x="4583639" y="3160742"/>
              <a:ext cx="57523" cy="315400"/>
            </a:xfrm>
            <a:custGeom>
              <a:rect b="b" l="l" r="r" t="t"/>
              <a:pathLst>
                <a:path extrusionOk="0" h="11328" w="2066">
                  <a:moveTo>
                    <a:pt x="1032" y="1"/>
                  </a:moveTo>
                  <a:cubicBezTo>
                    <a:pt x="957" y="1"/>
                    <a:pt x="885" y="30"/>
                    <a:pt x="831" y="84"/>
                  </a:cubicBezTo>
                  <a:lnTo>
                    <a:pt x="112" y="803"/>
                  </a:lnTo>
                  <a:cubicBezTo>
                    <a:pt x="1" y="914"/>
                    <a:pt x="1" y="1096"/>
                    <a:pt x="112" y="1207"/>
                  </a:cubicBezTo>
                  <a:cubicBezTo>
                    <a:pt x="168" y="1263"/>
                    <a:pt x="241" y="1291"/>
                    <a:pt x="314" y="1291"/>
                  </a:cubicBezTo>
                  <a:cubicBezTo>
                    <a:pt x="387" y="1291"/>
                    <a:pt x="460" y="1263"/>
                    <a:pt x="517" y="1207"/>
                  </a:cubicBezTo>
                  <a:lnTo>
                    <a:pt x="747" y="976"/>
                  </a:lnTo>
                  <a:lnTo>
                    <a:pt x="747" y="11042"/>
                  </a:lnTo>
                  <a:cubicBezTo>
                    <a:pt x="747" y="11199"/>
                    <a:pt x="875" y="11327"/>
                    <a:pt x="1032" y="11327"/>
                  </a:cubicBezTo>
                  <a:cubicBezTo>
                    <a:pt x="1191" y="11327"/>
                    <a:pt x="1319" y="11199"/>
                    <a:pt x="1319" y="11042"/>
                  </a:cubicBezTo>
                  <a:lnTo>
                    <a:pt x="1319" y="976"/>
                  </a:lnTo>
                  <a:lnTo>
                    <a:pt x="1550" y="1207"/>
                  </a:lnTo>
                  <a:cubicBezTo>
                    <a:pt x="1606" y="1263"/>
                    <a:pt x="1678" y="1291"/>
                    <a:pt x="1751" y="1291"/>
                  </a:cubicBezTo>
                  <a:cubicBezTo>
                    <a:pt x="1824" y="1291"/>
                    <a:pt x="1897" y="1263"/>
                    <a:pt x="1953" y="1207"/>
                  </a:cubicBezTo>
                  <a:cubicBezTo>
                    <a:pt x="2065" y="1096"/>
                    <a:pt x="2065" y="914"/>
                    <a:pt x="1953" y="803"/>
                  </a:cubicBezTo>
                  <a:lnTo>
                    <a:pt x="1235" y="84"/>
                  </a:lnTo>
                  <a:cubicBezTo>
                    <a:pt x="1181" y="30"/>
                    <a:pt x="1108" y="1"/>
                    <a:pt x="1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0"/>
            <p:cNvSpPr/>
            <p:nvPr/>
          </p:nvSpPr>
          <p:spPr>
            <a:xfrm>
              <a:off x="4347697" y="3439338"/>
              <a:ext cx="178888" cy="218341"/>
            </a:xfrm>
            <a:custGeom>
              <a:rect b="b" l="l" r="r" t="t"/>
              <a:pathLst>
                <a:path extrusionOk="0" h="7842" w="6425">
                  <a:moveTo>
                    <a:pt x="407" y="1"/>
                  </a:moveTo>
                  <a:cubicBezTo>
                    <a:pt x="182" y="1"/>
                    <a:pt x="1" y="182"/>
                    <a:pt x="1" y="407"/>
                  </a:cubicBezTo>
                  <a:lnTo>
                    <a:pt x="1" y="7435"/>
                  </a:lnTo>
                  <a:cubicBezTo>
                    <a:pt x="1" y="7660"/>
                    <a:pt x="182" y="7842"/>
                    <a:pt x="407" y="7842"/>
                  </a:cubicBezTo>
                  <a:lnTo>
                    <a:pt x="6424" y="7842"/>
                  </a:lnTo>
                  <a:lnTo>
                    <a:pt x="6424" y="1624"/>
                  </a:lnTo>
                  <a:cubicBezTo>
                    <a:pt x="6424" y="727"/>
                    <a:pt x="5699" y="1"/>
                    <a:pt x="48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0"/>
            <p:cNvSpPr/>
            <p:nvPr/>
          </p:nvSpPr>
          <p:spPr>
            <a:xfrm>
              <a:off x="4347697" y="3612494"/>
              <a:ext cx="178888" cy="45188"/>
            </a:xfrm>
            <a:custGeom>
              <a:rect b="b" l="l" r="r" t="t"/>
              <a:pathLst>
                <a:path extrusionOk="0" h="1623" w="6425">
                  <a:moveTo>
                    <a:pt x="407" y="0"/>
                  </a:moveTo>
                  <a:cubicBezTo>
                    <a:pt x="182" y="0"/>
                    <a:pt x="1" y="181"/>
                    <a:pt x="1" y="405"/>
                  </a:cubicBezTo>
                  <a:lnTo>
                    <a:pt x="1" y="1216"/>
                  </a:lnTo>
                  <a:cubicBezTo>
                    <a:pt x="1" y="1441"/>
                    <a:pt x="182" y="1623"/>
                    <a:pt x="407" y="1623"/>
                  </a:cubicBezTo>
                  <a:lnTo>
                    <a:pt x="6424" y="1623"/>
                  </a:lnTo>
                  <a:cubicBezTo>
                    <a:pt x="6424" y="726"/>
                    <a:pt x="5699" y="0"/>
                    <a:pt x="4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0"/>
            <p:cNvSpPr/>
            <p:nvPr/>
          </p:nvSpPr>
          <p:spPr>
            <a:xfrm>
              <a:off x="4526561" y="3439338"/>
              <a:ext cx="178888" cy="218341"/>
            </a:xfrm>
            <a:custGeom>
              <a:rect b="b" l="l" r="r" t="t"/>
              <a:pathLst>
                <a:path extrusionOk="0" h="7842" w="6425">
                  <a:moveTo>
                    <a:pt x="1624" y="1"/>
                  </a:moveTo>
                  <a:cubicBezTo>
                    <a:pt x="727" y="1"/>
                    <a:pt x="0" y="727"/>
                    <a:pt x="0" y="1624"/>
                  </a:cubicBezTo>
                  <a:lnTo>
                    <a:pt x="0" y="7842"/>
                  </a:lnTo>
                  <a:lnTo>
                    <a:pt x="6019" y="7842"/>
                  </a:lnTo>
                  <a:cubicBezTo>
                    <a:pt x="6243" y="7842"/>
                    <a:pt x="6424" y="7660"/>
                    <a:pt x="6424" y="7435"/>
                  </a:cubicBezTo>
                  <a:lnTo>
                    <a:pt x="6424" y="407"/>
                  </a:lnTo>
                  <a:cubicBezTo>
                    <a:pt x="6424" y="182"/>
                    <a:pt x="6243" y="1"/>
                    <a:pt x="60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0"/>
            <p:cNvSpPr/>
            <p:nvPr/>
          </p:nvSpPr>
          <p:spPr>
            <a:xfrm>
              <a:off x="4526561" y="3612494"/>
              <a:ext cx="178888" cy="45188"/>
            </a:xfrm>
            <a:custGeom>
              <a:rect b="b" l="l" r="r" t="t"/>
              <a:pathLst>
                <a:path extrusionOk="0" h="1623" w="6425">
                  <a:moveTo>
                    <a:pt x="1624" y="0"/>
                  </a:moveTo>
                  <a:cubicBezTo>
                    <a:pt x="727" y="0"/>
                    <a:pt x="0" y="726"/>
                    <a:pt x="0" y="1623"/>
                  </a:cubicBezTo>
                  <a:lnTo>
                    <a:pt x="6019" y="1623"/>
                  </a:lnTo>
                  <a:cubicBezTo>
                    <a:pt x="6243" y="1623"/>
                    <a:pt x="6424" y="1441"/>
                    <a:pt x="6424" y="1216"/>
                  </a:cubicBezTo>
                  <a:lnTo>
                    <a:pt x="6424" y="405"/>
                  </a:lnTo>
                  <a:cubicBezTo>
                    <a:pt x="6424" y="181"/>
                    <a:pt x="6243" y="0"/>
                    <a:pt x="6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0"/>
            <p:cNvSpPr/>
            <p:nvPr/>
          </p:nvSpPr>
          <p:spPr>
            <a:xfrm>
              <a:off x="4379438" y="3500064"/>
              <a:ext cx="98590" cy="15954"/>
            </a:xfrm>
            <a:custGeom>
              <a:rect b="b" l="l" r="r" t="t"/>
              <a:pathLst>
                <a:path extrusionOk="0" h="573" w="3541">
                  <a:moveTo>
                    <a:pt x="286" y="0"/>
                  </a:moveTo>
                  <a:cubicBezTo>
                    <a:pt x="128" y="0"/>
                    <a:pt x="1" y="128"/>
                    <a:pt x="1" y="286"/>
                  </a:cubicBezTo>
                  <a:cubicBezTo>
                    <a:pt x="1" y="444"/>
                    <a:pt x="128" y="572"/>
                    <a:pt x="286" y="572"/>
                  </a:cubicBezTo>
                  <a:lnTo>
                    <a:pt x="3255" y="572"/>
                  </a:lnTo>
                  <a:cubicBezTo>
                    <a:pt x="3412" y="572"/>
                    <a:pt x="3540" y="444"/>
                    <a:pt x="3540" y="286"/>
                  </a:cubicBezTo>
                  <a:cubicBezTo>
                    <a:pt x="3540" y="128"/>
                    <a:pt x="3412" y="0"/>
                    <a:pt x="32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0"/>
            <p:cNvSpPr/>
            <p:nvPr/>
          </p:nvSpPr>
          <p:spPr>
            <a:xfrm>
              <a:off x="4379438" y="3531694"/>
              <a:ext cx="98590" cy="15954"/>
            </a:xfrm>
            <a:custGeom>
              <a:rect b="b" l="l" r="r" t="t"/>
              <a:pathLst>
                <a:path extrusionOk="0" h="573" w="3541">
                  <a:moveTo>
                    <a:pt x="286" y="1"/>
                  </a:moveTo>
                  <a:cubicBezTo>
                    <a:pt x="128" y="1"/>
                    <a:pt x="1" y="129"/>
                    <a:pt x="1" y="286"/>
                  </a:cubicBezTo>
                  <a:cubicBezTo>
                    <a:pt x="1" y="445"/>
                    <a:pt x="128" y="573"/>
                    <a:pt x="286" y="573"/>
                  </a:cubicBezTo>
                  <a:lnTo>
                    <a:pt x="3255" y="573"/>
                  </a:lnTo>
                  <a:cubicBezTo>
                    <a:pt x="3412" y="573"/>
                    <a:pt x="3540" y="445"/>
                    <a:pt x="3540" y="286"/>
                  </a:cubicBezTo>
                  <a:cubicBezTo>
                    <a:pt x="3540" y="129"/>
                    <a:pt x="3412" y="1"/>
                    <a:pt x="3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0"/>
            <p:cNvSpPr/>
            <p:nvPr/>
          </p:nvSpPr>
          <p:spPr>
            <a:xfrm>
              <a:off x="4379438" y="3563351"/>
              <a:ext cx="98590" cy="15954"/>
            </a:xfrm>
            <a:custGeom>
              <a:rect b="b" l="l" r="r" t="t"/>
              <a:pathLst>
                <a:path extrusionOk="0" h="573" w="3541">
                  <a:moveTo>
                    <a:pt x="286" y="1"/>
                  </a:moveTo>
                  <a:cubicBezTo>
                    <a:pt x="128" y="1"/>
                    <a:pt x="1" y="129"/>
                    <a:pt x="1" y="286"/>
                  </a:cubicBezTo>
                  <a:cubicBezTo>
                    <a:pt x="1" y="445"/>
                    <a:pt x="128" y="573"/>
                    <a:pt x="286" y="573"/>
                  </a:cubicBezTo>
                  <a:lnTo>
                    <a:pt x="3255" y="573"/>
                  </a:lnTo>
                  <a:cubicBezTo>
                    <a:pt x="3412" y="573"/>
                    <a:pt x="3540" y="445"/>
                    <a:pt x="3540" y="286"/>
                  </a:cubicBezTo>
                  <a:cubicBezTo>
                    <a:pt x="3540" y="129"/>
                    <a:pt x="3412" y="1"/>
                    <a:pt x="3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0"/>
            <p:cNvSpPr/>
            <p:nvPr/>
          </p:nvSpPr>
          <p:spPr>
            <a:xfrm>
              <a:off x="4575119" y="3500064"/>
              <a:ext cx="98618" cy="15954"/>
            </a:xfrm>
            <a:custGeom>
              <a:rect b="b" l="l" r="r" t="t"/>
              <a:pathLst>
                <a:path extrusionOk="0" h="573" w="3542">
                  <a:moveTo>
                    <a:pt x="287" y="0"/>
                  </a:moveTo>
                  <a:cubicBezTo>
                    <a:pt x="129" y="0"/>
                    <a:pt x="0" y="128"/>
                    <a:pt x="0" y="286"/>
                  </a:cubicBezTo>
                  <a:cubicBezTo>
                    <a:pt x="0" y="444"/>
                    <a:pt x="129" y="572"/>
                    <a:pt x="287" y="572"/>
                  </a:cubicBezTo>
                  <a:lnTo>
                    <a:pt x="3256" y="572"/>
                  </a:lnTo>
                  <a:cubicBezTo>
                    <a:pt x="3413" y="572"/>
                    <a:pt x="3541" y="444"/>
                    <a:pt x="3541" y="286"/>
                  </a:cubicBezTo>
                  <a:cubicBezTo>
                    <a:pt x="3541" y="128"/>
                    <a:pt x="3413" y="0"/>
                    <a:pt x="3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0"/>
            <p:cNvSpPr/>
            <p:nvPr/>
          </p:nvSpPr>
          <p:spPr>
            <a:xfrm>
              <a:off x="4575119" y="3531694"/>
              <a:ext cx="98618" cy="15954"/>
            </a:xfrm>
            <a:custGeom>
              <a:rect b="b" l="l" r="r" t="t"/>
              <a:pathLst>
                <a:path extrusionOk="0" h="573" w="3542">
                  <a:moveTo>
                    <a:pt x="287" y="1"/>
                  </a:moveTo>
                  <a:cubicBezTo>
                    <a:pt x="129" y="1"/>
                    <a:pt x="0" y="129"/>
                    <a:pt x="0" y="286"/>
                  </a:cubicBezTo>
                  <a:cubicBezTo>
                    <a:pt x="0" y="445"/>
                    <a:pt x="129" y="573"/>
                    <a:pt x="287" y="573"/>
                  </a:cubicBezTo>
                  <a:lnTo>
                    <a:pt x="3256" y="573"/>
                  </a:lnTo>
                  <a:cubicBezTo>
                    <a:pt x="3413" y="573"/>
                    <a:pt x="3541" y="445"/>
                    <a:pt x="3541" y="286"/>
                  </a:cubicBezTo>
                  <a:cubicBezTo>
                    <a:pt x="3541" y="129"/>
                    <a:pt x="3413" y="1"/>
                    <a:pt x="3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0"/>
            <p:cNvSpPr/>
            <p:nvPr/>
          </p:nvSpPr>
          <p:spPr>
            <a:xfrm>
              <a:off x="4575119" y="3563351"/>
              <a:ext cx="98618" cy="15954"/>
            </a:xfrm>
            <a:custGeom>
              <a:rect b="b" l="l" r="r" t="t"/>
              <a:pathLst>
                <a:path extrusionOk="0" h="573" w="3542">
                  <a:moveTo>
                    <a:pt x="287" y="1"/>
                  </a:moveTo>
                  <a:cubicBezTo>
                    <a:pt x="129" y="1"/>
                    <a:pt x="0" y="129"/>
                    <a:pt x="0" y="286"/>
                  </a:cubicBezTo>
                  <a:cubicBezTo>
                    <a:pt x="0" y="445"/>
                    <a:pt x="129" y="573"/>
                    <a:pt x="287" y="573"/>
                  </a:cubicBezTo>
                  <a:lnTo>
                    <a:pt x="3256" y="573"/>
                  </a:lnTo>
                  <a:cubicBezTo>
                    <a:pt x="3413" y="573"/>
                    <a:pt x="3541" y="445"/>
                    <a:pt x="3541" y="286"/>
                  </a:cubicBezTo>
                  <a:cubicBezTo>
                    <a:pt x="3541" y="129"/>
                    <a:pt x="3413" y="1"/>
                    <a:pt x="3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0"/>
            <p:cNvSpPr/>
            <p:nvPr/>
          </p:nvSpPr>
          <p:spPr>
            <a:xfrm>
              <a:off x="4379661" y="3468741"/>
              <a:ext cx="98451" cy="15954"/>
            </a:xfrm>
            <a:custGeom>
              <a:rect b="b" l="l" r="r" t="t"/>
              <a:pathLst>
                <a:path extrusionOk="0" h="573" w="3536">
                  <a:moveTo>
                    <a:pt x="287" y="1"/>
                  </a:moveTo>
                  <a:cubicBezTo>
                    <a:pt x="128" y="1"/>
                    <a:pt x="0" y="129"/>
                    <a:pt x="0" y="287"/>
                  </a:cubicBezTo>
                  <a:cubicBezTo>
                    <a:pt x="0" y="445"/>
                    <a:pt x="128" y="573"/>
                    <a:pt x="287" y="573"/>
                  </a:cubicBezTo>
                  <a:lnTo>
                    <a:pt x="3251" y="573"/>
                  </a:lnTo>
                  <a:cubicBezTo>
                    <a:pt x="3408" y="573"/>
                    <a:pt x="3536" y="445"/>
                    <a:pt x="3536" y="287"/>
                  </a:cubicBezTo>
                  <a:cubicBezTo>
                    <a:pt x="3536" y="129"/>
                    <a:pt x="3408" y="1"/>
                    <a:pt x="3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0"/>
            <p:cNvSpPr/>
            <p:nvPr/>
          </p:nvSpPr>
          <p:spPr>
            <a:xfrm>
              <a:off x="4575063" y="3468741"/>
              <a:ext cx="98423" cy="15954"/>
            </a:xfrm>
            <a:custGeom>
              <a:rect b="b" l="l" r="r" t="t"/>
              <a:pathLst>
                <a:path extrusionOk="0" h="573" w="3535">
                  <a:moveTo>
                    <a:pt x="285" y="1"/>
                  </a:moveTo>
                  <a:cubicBezTo>
                    <a:pt x="127" y="1"/>
                    <a:pt x="0" y="129"/>
                    <a:pt x="0" y="287"/>
                  </a:cubicBezTo>
                  <a:cubicBezTo>
                    <a:pt x="0" y="445"/>
                    <a:pt x="127" y="573"/>
                    <a:pt x="285" y="573"/>
                  </a:cubicBezTo>
                  <a:lnTo>
                    <a:pt x="3249" y="573"/>
                  </a:lnTo>
                  <a:cubicBezTo>
                    <a:pt x="3407" y="573"/>
                    <a:pt x="3535" y="445"/>
                    <a:pt x="3535" y="287"/>
                  </a:cubicBezTo>
                  <a:cubicBezTo>
                    <a:pt x="3535" y="129"/>
                    <a:pt x="3407" y="1"/>
                    <a:pt x="3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0"/>
            <p:cNvSpPr/>
            <p:nvPr/>
          </p:nvSpPr>
          <p:spPr>
            <a:xfrm>
              <a:off x="4417722" y="3177559"/>
              <a:ext cx="38089" cy="58135"/>
            </a:xfrm>
            <a:custGeom>
              <a:rect b="b" l="l" r="r" t="t"/>
              <a:pathLst>
                <a:path extrusionOk="0" h="2088" w="1368">
                  <a:moveTo>
                    <a:pt x="286" y="0"/>
                  </a:moveTo>
                  <a:cubicBezTo>
                    <a:pt x="128" y="0"/>
                    <a:pt x="0" y="128"/>
                    <a:pt x="0" y="286"/>
                  </a:cubicBezTo>
                  <a:lnTo>
                    <a:pt x="0" y="1801"/>
                  </a:lnTo>
                  <a:cubicBezTo>
                    <a:pt x="0" y="1959"/>
                    <a:pt x="128" y="2087"/>
                    <a:pt x="286" y="2087"/>
                  </a:cubicBezTo>
                  <a:cubicBezTo>
                    <a:pt x="444" y="2087"/>
                    <a:pt x="572" y="1959"/>
                    <a:pt x="572" y="1801"/>
                  </a:cubicBezTo>
                  <a:lnTo>
                    <a:pt x="572" y="1364"/>
                  </a:lnTo>
                  <a:lnTo>
                    <a:pt x="976" y="1364"/>
                  </a:lnTo>
                  <a:cubicBezTo>
                    <a:pt x="1135" y="1364"/>
                    <a:pt x="1263" y="1237"/>
                    <a:pt x="1263" y="1078"/>
                  </a:cubicBezTo>
                  <a:cubicBezTo>
                    <a:pt x="1263" y="921"/>
                    <a:pt x="1135" y="793"/>
                    <a:pt x="976" y="793"/>
                  </a:cubicBezTo>
                  <a:lnTo>
                    <a:pt x="572" y="793"/>
                  </a:lnTo>
                  <a:lnTo>
                    <a:pt x="572" y="572"/>
                  </a:lnTo>
                  <a:lnTo>
                    <a:pt x="1081" y="572"/>
                  </a:lnTo>
                  <a:cubicBezTo>
                    <a:pt x="1240" y="572"/>
                    <a:pt x="1368" y="444"/>
                    <a:pt x="1368" y="286"/>
                  </a:cubicBezTo>
                  <a:cubicBezTo>
                    <a:pt x="1368" y="128"/>
                    <a:pt x="1240" y="0"/>
                    <a:pt x="10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0"/>
            <p:cNvSpPr/>
            <p:nvPr/>
          </p:nvSpPr>
          <p:spPr>
            <a:xfrm>
              <a:off x="4461213" y="3181652"/>
              <a:ext cx="29179" cy="49922"/>
            </a:xfrm>
            <a:custGeom>
              <a:rect b="b" l="l" r="r" t="t"/>
              <a:pathLst>
                <a:path extrusionOk="0" h="1793" w="1048">
                  <a:moveTo>
                    <a:pt x="726" y="1"/>
                  </a:moveTo>
                  <a:cubicBezTo>
                    <a:pt x="696" y="1"/>
                    <a:pt x="666" y="6"/>
                    <a:pt x="636" y="16"/>
                  </a:cubicBezTo>
                  <a:cubicBezTo>
                    <a:pt x="256" y="142"/>
                    <a:pt x="1" y="496"/>
                    <a:pt x="1" y="896"/>
                  </a:cubicBezTo>
                  <a:cubicBezTo>
                    <a:pt x="1" y="1297"/>
                    <a:pt x="256" y="1651"/>
                    <a:pt x="636" y="1778"/>
                  </a:cubicBezTo>
                  <a:cubicBezTo>
                    <a:pt x="666" y="1788"/>
                    <a:pt x="696" y="1793"/>
                    <a:pt x="726" y="1793"/>
                  </a:cubicBezTo>
                  <a:cubicBezTo>
                    <a:pt x="846" y="1793"/>
                    <a:pt x="958" y="1716"/>
                    <a:pt x="997" y="1596"/>
                  </a:cubicBezTo>
                  <a:cubicBezTo>
                    <a:pt x="1047" y="1446"/>
                    <a:pt x="967" y="1285"/>
                    <a:pt x="817" y="1235"/>
                  </a:cubicBezTo>
                  <a:cubicBezTo>
                    <a:pt x="670" y="1186"/>
                    <a:pt x="572" y="1050"/>
                    <a:pt x="572" y="896"/>
                  </a:cubicBezTo>
                  <a:cubicBezTo>
                    <a:pt x="572" y="742"/>
                    <a:pt x="670" y="607"/>
                    <a:pt x="817" y="558"/>
                  </a:cubicBezTo>
                  <a:cubicBezTo>
                    <a:pt x="967" y="508"/>
                    <a:pt x="1047" y="347"/>
                    <a:pt x="997" y="197"/>
                  </a:cubicBezTo>
                  <a:cubicBezTo>
                    <a:pt x="957" y="77"/>
                    <a:pt x="846" y="1"/>
                    <a:pt x="7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0"/>
            <p:cNvSpPr/>
            <p:nvPr/>
          </p:nvSpPr>
          <p:spPr>
            <a:xfrm>
              <a:off x="4534050" y="3181680"/>
              <a:ext cx="29179" cy="49894"/>
            </a:xfrm>
            <a:custGeom>
              <a:rect b="b" l="l" r="r" t="t"/>
              <a:pathLst>
                <a:path extrusionOk="0" h="1792" w="1048">
                  <a:moveTo>
                    <a:pt x="323" y="0"/>
                  </a:moveTo>
                  <a:cubicBezTo>
                    <a:pt x="203" y="0"/>
                    <a:pt x="91" y="76"/>
                    <a:pt x="51" y="196"/>
                  </a:cubicBezTo>
                  <a:cubicBezTo>
                    <a:pt x="1" y="346"/>
                    <a:pt x="81" y="507"/>
                    <a:pt x="231" y="557"/>
                  </a:cubicBezTo>
                  <a:cubicBezTo>
                    <a:pt x="378" y="606"/>
                    <a:pt x="477" y="741"/>
                    <a:pt x="477" y="895"/>
                  </a:cubicBezTo>
                  <a:cubicBezTo>
                    <a:pt x="477" y="1049"/>
                    <a:pt x="378" y="1185"/>
                    <a:pt x="231" y="1234"/>
                  </a:cubicBezTo>
                  <a:cubicBezTo>
                    <a:pt x="81" y="1284"/>
                    <a:pt x="1" y="1445"/>
                    <a:pt x="51" y="1595"/>
                  </a:cubicBezTo>
                  <a:cubicBezTo>
                    <a:pt x="90" y="1715"/>
                    <a:pt x="202" y="1792"/>
                    <a:pt x="322" y="1792"/>
                  </a:cubicBezTo>
                  <a:cubicBezTo>
                    <a:pt x="352" y="1792"/>
                    <a:pt x="383" y="1787"/>
                    <a:pt x="412" y="1777"/>
                  </a:cubicBezTo>
                  <a:cubicBezTo>
                    <a:pt x="792" y="1650"/>
                    <a:pt x="1047" y="1296"/>
                    <a:pt x="1047" y="895"/>
                  </a:cubicBezTo>
                  <a:cubicBezTo>
                    <a:pt x="1047" y="495"/>
                    <a:pt x="792" y="141"/>
                    <a:pt x="412" y="15"/>
                  </a:cubicBezTo>
                  <a:cubicBezTo>
                    <a:pt x="382" y="5"/>
                    <a:pt x="352" y="0"/>
                    <a:pt x="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0"/>
            <p:cNvSpPr/>
            <p:nvPr/>
          </p:nvSpPr>
          <p:spPr>
            <a:xfrm>
              <a:off x="4493650" y="3188835"/>
              <a:ext cx="37142" cy="35583"/>
            </a:xfrm>
            <a:custGeom>
              <a:rect b="b" l="l" r="r" t="t"/>
              <a:pathLst>
                <a:path extrusionOk="0" h="1278" w="1334">
                  <a:moveTo>
                    <a:pt x="315" y="0"/>
                  </a:moveTo>
                  <a:cubicBezTo>
                    <a:pt x="241" y="0"/>
                    <a:pt x="168" y="28"/>
                    <a:pt x="113" y="84"/>
                  </a:cubicBezTo>
                  <a:cubicBezTo>
                    <a:pt x="1" y="195"/>
                    <a:pt x="1" y="377"/>
                    <a:pt x="113" y="488"/>
                  </a:cubicBezTo>
                  <a:lnTo>
                    <a:pt x="263" y="638"/>
                  </a:lnTo>
                  <a:lnTo>
                    <a:pt x="113" y="789"/>
                  </a:lnTo>
                  <a:cubicBezTo>
                    <a:pt x="1" y="900"/>
                    <a:pt x="1" y="1082"/>
                    <a:pt x="113" y="1193"/>
                  </a:cubicBezTo>
                  <a:cubicBezTo>
                    <a:pt x="169" y="1249"/>
                    <a:pt x="242" y="1277"/>
                    <a:pt x="315" y="1277"/>
                  </a:cubicBezTo>
                  <a:cubicBezTo>
                    <a:pt x="388" y="1277"/>
                    <a:pt x="462" y="1249"/>
                    <a:pt x="516" y="1193"/>
                  </a:cubicBezTo>
                  <a:lnTo>
                    <a:pt x="668" y="1043"/>
                  </a:lnTo>
                  <a:lnTo>
                    <a:pt x="818" y="1193"/>
                  </a:lnTo>
                  <a:cubicBezTo>
                    <a:pt x="874" y="1249"/>
                    <a:pt x="947" y="1277"/>
                    <a:pt x="1020" y="1277"/>
                  </a:cubicBezTo>
                  <a:cubicBezTo>
                    <a:pt x="1093" y="1277"/>
                    <a:pt x="1165" y="1249"/>
                    <a:pt x="1221" y="1193"/>
                  </a:cubicBezTo>
                  <a:cubicBezTo>
                    <a:pt x="1334" y="1082"/>
                    <a:pt x="1334" y="900"/>
                    <a:pt x="1221" y="789"/>
                  </a:cubicBezTo>
                  <a:lnTo>
                    <a:pt x="1071" y="638"/>
                  </a:lnTo>
                  <a:lnTo>
                    <a:pt x="1221" y="488"/>
                  </a:lnTo>
                  <a:cubicBezTo>
                    <a:pt x="1334" y="377"/>
                    <a:pt x="1334" y="195"/>
                    <a:pt x="1221" y="84"/>
                  </a:cubicBezTo>
                  <a:cubicBezTo>
                    <a:pt x="1166" y="28"/>
                    <a:pt x="1093" y="0"/>
                    <a:pt x="1020" y="0"/>
                  </a:cubicBezTo>
                  <a:cubicBezTo>
                    <a:pt x="946" y="0"/>
                    <a:pt x="873" y="28"/>
                    <a:pt x="818" y="84"/>
                  </a:cubicBezTo>
                  <a:lnTo>
                    <a:pt x="668" y="234"/>
                  </a:lnTo>
                  <a:lnTo>
                    <a:pt x="516" y="84"/>
                  </a:lnTo>
                  <a:cubicBezTo>
                    <a:pt x="461" y="28"/>
                    <a:pt x="388"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70"/>
          <p:cNvGrpSpPr/>
          <p:nvPr/>
        </p:nvGrpSpPr>
        <p:grpSpPr>
          <a:xfrm>
            <a:off x="4051370" y="3278141"/>
            <a:ext cx="346562" cy="501898"/>
            <a:chOff x="3644858" y="3153531"/>
            <a:chExt cx="362398" cy="535301"/>
          </a:xfrm>
        </p:grpSpPr>
        <p:sp>
          <p:nvSpPr>
            <p:cNvPr id="4420" name="Google Shape;4420;p70"/>
            <p:cNvSpPr/>
            <p:nvPr/>
          </p:nvSpPr>
          <p:spPr>
            <a:xfrm>
              <a:off x="3673564" y="3226869"/>
              <a:ext cx="333692" cy="461963"/>
            </a:xfrm>
            <a:custGeom>
              <a:rect b="b" l="l" r="r" t="t"/>
              <a:pathLst>
                <a:path extrusionOk="0" h="16592" w="11985">
                  <a:moveTo>
                    <a:pt x="4587" y="0"/>
                  </a:moveTo>
                  <a:lnTo>
                    <a:pt x="0" y="4586"/>
                  </a:lnTo>
                  <a:lnTo>
                    <a:pt x="0" y="16058"/>
                  </a:lnTo>
                  <a:cubicBezTo>
                    <a:pt x="0" y="16352"/>
                    <a:pt x="239" y="16591"/>
                    <a:pt x="534" y="16591"/>
                  </a:cubicBezTo>
                  <a:lnTo>
                    <a:pt x="11450" y="16591"/>
                  </a:lnTo>
                  <a:cubicBezTo>
                    <a:pt x="11745" y="16591"/>
                    <a:pt x="11984" y="16352"/>
                    <a:pt x="11984" y="16058"/>
                  </a:cubicBezTo>
                  <a:lnTo>
                    <a:pt x="11984" y="533"/>
                  </a:lnTo>
                  <a:cubicBezTo>
                    <a:pt x="11984" y="239"/>
                    <a:pt x="11745" y="0"/>
                    <a:pt x="11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0"/>
            <p:cNvSpPr/>
            <p:nvPr/>
          </p:nvSpPr>
          <p:spPr>
            <a:xfrm>
              <a:off x="3644858" y="3199221"/>
              <a:ext cx="333665" cy="461963"/>
            </a:xfrm>
            <a:custGeom>
              <a:rect b="b" l="l" r="r" t="t"/>
              <a:pathLst>
                <a:path extrusionOk="0" h="16592" w="11984">
                  <a:moveTo>
                    <a:pt x="4586" y="0"/>
                  </a:moveTo>
                  <a:lnTo>
                    <a:pt x="0" y="4586"/>
                  </a:lnTo>
                  <a:lnTo>
                    <a:pt x="0" y="16058"/>
                  </a:lnTo>
                  <a:cubicBezTo>
                    <a:pt x="0" y="16352"/>
                    <a:pt x="240" y="16591"/>
                    <a:pt x="533" y="16591"/>
                  </a:cubicBezTo>
                  <a:lnTo>
                    <a:pt x="11451" y="16591"/>
                  </a:lnTo>
                  <a:cubicBezTo>
                    <a:pt x="11744" y="16591"/>
                    <a:pt x="11984" y="16352"/>
                    <a:pt x="11984" y="16058"/>
                  </a:cubicBezTo>
                  <a:lnTo>
                    <a:pt x="11984" y="533"/>
                  </a:lnTo>
                  <a:cubicBezTo>
                    <a:pt x="11984" y="240"/>
                    <a:pt x="11744" y="0"/>
                    <a:pt x="11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0"/>
            <p:cNvSpPr/>
            <p:nvPr/>
          </p:nvSpPr>
          <p:spPr>
            <a:xfrm>
              <a:off x="3702548" y="3355336"/>
              <a:ext cx="75147" cy="51035"/>
            </a:xfrm>
            <a:custGeom>
              <a:rect b="b" l="l" r="r" t="t"/>
              <a:pathLst>
                <a:path extrusionOk="0" h="1833" w="2699">
                  <a:moveTo>
                    <a:pt x="1350" y="0"/>
                  </a:moveTo>
                  <a:cubicBezTo>
                    <a:pt x="604" y="0"/>
                    <a:pt x="1" y="604"/>
                    <a:pt x="1" y="1349"/>
                  </a:cubicBezTo>
                  <a:lnTo>
                    <a:pt x="1" y="1638"/>
                  </a:lnTo>
                  <a:cubicBezTo>
                    <a:pt x="1" y="1745"/>
                    <a:pt x="87" y="1832"/>
                    <a:pt x="195" y="1832"/>
                  </a:cubicBezTo>
                  <a:lnTo>
                    <a:pt x="2506" y="1832"/>
                  </a:lnTo>
                  <a:cubicBezTo>
                    <a:pt x="2612" y="1832"/>
                    <a:pt x="2699" y="1745"/>
                    <a:pt x="2699" y="1638"/>
                  </a:cubicBezTo>
                  <a:lnTo>
                    <a:pt x="2699" y="1349"/>
                  </a:lnTo>
                  <a:cubicBezTo>
                    <a:pt x="2699" y="604"/>
                    <a:pt x="2095" y="0"/>
                    <a:pt x="1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0"/>
            <p:cNvSpPr/>
            <p:nvPr/>
          </p:nvSpPr>
          <p:spPr>
            <a:xfrm>
              <a:off x="3714326" y="3306500"/>
              <a:ext cx="51620" cy="55045"/>
            </a:xfrm>
            <a:custGeom>
              <a:rect b="b" l="l" r="r" t="t"/>
              <a:pathLst>
                <a:path extrusionOk="0" h="1977" w="1854">
                  <a:moveTo>
                    <a:pt x="927" y="0"/>
                  </a:moveTo>
                  <a:cubicBezTo>
                    <a:pt x="416" y="0"/>
                    <a:pt x="1" y="442"/>
                    <a:pt x="1" y="988"/>
                  </a:cubicBezTo>
                  <a:cubicBezTo>
                    <a:pt x="1" y="1533"/>
                    <a:pt x="416" y="1976"/>
                    <a:pt x="927" y="1976"/>
                  </a:cubicBezTo>
                  <a:cubicBezTo>
                    <a:pt x="1439" y="1976"/>
                    <a:pt x="1854" y="1533"/>
                    <a:pt x="1854" y="988"/>
                  </a:cubicBezTo>
                  <a:cubicBezTo>
                    <a:pt x="1854" y="442"/>
                    <a:pt x="1439" y="0"/>
                    <a:pt x="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0"/>
            <p:cNvSpPr/>
            <p:nvPr/>
          </p:nvSpPr>
          <p:spPr>
            <a:xfrm>
              <a:off x="3644858" y="3199221"/>
              <a:ext cx="127714" cy="127714"/>
            </a:xfrm>
            <a:custGeom>
              <a:rect b="b" l="l" r="r" t="t"/>
              <a:pathLst>
                <a:path extrusionOk="0" h="4587" w="4587">
                  <a:moveTo>
                    <a:pt x="4586" y="0"/>
                  </a:moveTo>
                  <a:lnTo>
                    <a:pt x="0" y="4586"/>
                  </a:lnTo>
                  <a:lnTo>
                    <a:pt x="4053" y="4586"/>
                  </a:lnTo>
                  <a:cubicBezTo>
                    <a:pt x="4349" y="4586"/>
                    <a:pt x="4586" y="4347"/>
                    <a:pt x="4586" y="4053"/>
                  </a:cubicBezTo>
                  <a:lnTo>
                    <a:pt x="45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0"/>
            <p:cNvSpPr/>
            <p:nvPr/>
          </p:nvSpPr>
          <p:spPr>
            <a:xfrm>
              <a:off x="3864121" y="3153531"/>
              <a:ext cx="84391" cy="146646"/>
            </a:xfrm>
            <a:custGeom>
              <a:rect b="b" l="l" r="r" t="t"/>
              <a:pathLst>
                <a:path extrusionOk="0" h="5267" w="3031">
                  <a:moveTo>
                    <a:pt x="1514" y="1"/>
                  </a:moveTo>
                  <a:cubicBezTo>
                    <a:pt x="1503" y="1"/>
                    <a:pt x="1491" y="1"/>
                    <a:pt x="1479" y="1"/>
                  </a:cubicBezTo>
                  <a:cubicBezTo>
                    <a:pt x="652" y="21"/>
                    <a:pt x="1" y="717"/>
                    <a:pt x="1" y="1544"/>
                  </a:cubicBezTo>
                  <a:lnTo>
                    <a:pt x="1" y="1641"/>
                  </a:lnTo>
                  <a:lnTo>
                    <a:pt x="924" y="1641"/>
                  </a:lnTo>
                  <a:lnTo>
                    <a:pt x="924" y="1516"/>
                  </a:lnTo>
                  <a:cubicBezTo>
                    <a:pt x="924" y="1190"/>
                    <a:pt x="1189" y="925"/>
                    <a:pt x="1515" y="925"/>
                  </a:cubicBezTo>
                  <a:cubicBezTo>
                    <a:pt x="1525" y="925"/>
                    <a:pt x="1535" y="925"/>
                    <a:pt x="1545" y="926"/>
                  </a:cubicBezTo>
                  <a:cubicBezTo>
                    <a:pt x="1863" y="941"/>
                    <a:pt x="2107" y="1215"/>
                    <a:pt x="2107" y="1533"/>
                  </a:cubicBezTo>
                  <a:lnTo>
                    <a:pt x="2107" y="3973"/>
                  </a:lnTo>
                  <a:cubicBezTo>
                    <a:pt x="2107" y="4177"/>
                    <a:pt x="1941" y="4344"/>
                    <a:pt x="1737" y="4344"/>
                  </a:cubicBezTo>
                  <a:cubicBezTo>
                    <a:pt x="1729" y="4344"/>
                    <a:pt x="1720" y="4344"/>
                    <a:pt x="1712" y="4343"/>
                  </a:cubicBezTo>
                  <a:cubicBezTo>
                    <a:pt x="1516" y="4330"/>
                    <a:pt x="1368" y="4158"/>
                    <a:pt x="1368" y="3961"/>
                  </a:cubicBezTo>
                  <a:lnTo>
                    <a:pt x="1368" y="3036"/>
                  </a:lnTo>
                  <a:cubicBezTo>
                    <a:pt x="1368" y="2832"/>
                    <a:pt x="1202" y="2666"/>
                    <a:pt x="998" y="2666"/>
                  </a:cubicBezTo>
                  <a:lnTo>
                    <a:pt x="813" y="2666"/>
                  </a:lnTo>
                  <a:cubicBezTo>
                    <a:pt x="609" y="2666"/>
                    <a:pt x="443" y="2832"/>
                    <a:pt x="443" y="3036"/>
                  </a:cubicBezTo>
                  <a:lnTo>
                    <a:pt x="443" y="3949"/>
                  </a:lnTo>
                  <a:cubicBezTo>
                    <a:pt x="443" y="4655"/>
                    <a:pt x="1000" y="5250"/>
                    <a:pt x="1706" y="5266"/>
                  </a:cubicBezTo>
                  <a:cubicBezTo>
                    <a:pt x="1716" y="5266"/>
                    <a:pt x="1726" y="5267"/>
                    <a:pt x="1737" y="5267"/>
                  </a:cubicBezTo>
                  <a:cubicBezTo>
                    <a:pt x="2450" y="5267"/>
                    <a:pt x="3030" y="4688"/>
                    <a:pt x="3030" y="3973"/>
                  </a:cubicBezTo>
                  <a:lnTo>
                    <a:pt x="3030" y="1516"/>
                  </a:lnTo>
                  <a:cubicBezTo>
                    <a:pt x="3030" y="680"/>
                    <a:pt x="2350" y="1"/>
                    <a:pt x="1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0"/>
            <p:cNvSpPr/>
            <p:nvPr/>
          </p:nvSpPr>
          <p:spPr>
            <a:xfrm>
              <a:off x="3695838" y="3430819"/>
              <a:ext cx="89931" cy="16176"/>
            </a:xfrm>
            <a:custGeom>
              <a:rect b="b" l="l" r="r" t="t"/>
              <a:pathLst>
                <a:path extrusionOk="0" h="581" w="3230">
                  <a:moveTo>
                    <a:pt x="290" y="0"/>
                  </a:moveTo>
                  <a:cubicBezTo>
                    <a:pt x="129" y="0"/>
                    <a:pt x="0" y="130"/>
                    <a:pt x="0" y="291"/>
                  </a:cubicBezTo>
                  <a:cubicBezTo>
                    <a:pt x="0" y="450"/>
                    <a:pt x="129" y="581"/>
                    <a:pt x="290" y="581"/>
                  </a:cubicBezTo>
                  <a:lnTo>
                    <a:pt x="2940" y="581"/>
                  </a:lnTo>
                  <a:cubicBezTo>
                    <a:pt x="3101" y="581"/>
                    <a:pt x="3230" y="450"/>
                    <a:pt x="3230" y="291"/>
                  </a:cubicBezTo>
                  <a:cubicBezTo>
                    <a:pt x="3230" y="130"/>
                    <a:pt x="3101" y="0"/>
                    <a:pt x="2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0"/>
            <p:cNvSpPr/>
            <p:nvPr/>
          </p:nvSpPr>
          <p:spPr>
            <a:xfrm>
              <a:off x="3695838" y="3458550"/>
              <a:ext cx="161960" cy="16176"/>
            </a:xfrm>
            <a:custGeom>
              <a:rect b="b" l="l" r="r" t="t"/>
              <a:pathLst>
                <a:path extrusionOk="0" h="581" w="5817">
                  <a:moveTo>
                    <a:pt x="290" y="1"/>
                  </a:moveTo>
                  <a:cubicBezTo>
                    <a:pt x="129" y="1"/>
                    <a:pt x="0" y="130"/>
                    <a:pt x="0" y="291"/>
                  </a:cubicBezTo>
                  <a:cubicBezTo>
                    <a:pt x="0" y="451"/>
                    <a:pt x="129" y="580"/>
                    <a:pt x="290" y="580"/>
                  </a:cubicBezTo>
                  <a:lnTo>
                    <a:pt x="5528" y="580"/>
                  </a:lnTo>
                  <a:cubicBezTo>
                    <a:pt x="5687" y="580"/>
                    <a:pt x="5817" y="451"/>
                    <a:pt x="5817" y="291"/>
                  </a:cubicBezTo>
                  <a:cubicBezTo>
                    <a:pt x="5817" y="130"/>
                    <a:pt x="5687" y="1"/>
                    <a:pt x="5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0"/>
            <p:cNvSpPr/>
            <p:nvPr/>
          </p:nvSpPr>
          <p:spPr>
            <a:xfrm>
              <a:off x="3695838" y="3501345"/>
              <a:ext cx="246879" cy="16149"/>
            </a:xfrm>
            <a:custGeom>
              <a:rect b="b" l="l" r="r" t="t"/>
              <a:pathLst>
                <a:path extrusionOk="0" h="580" w="8867">
                  <a:moveTo>
                    <a:pt x="290" y="1"/>
                  </a:moveTo>
                  <a:cubicBezTo>
                    <a:pt x="129" y="1"/>
                    <a:pt x="0" y="130"/>
                    <a:pt x="0" y="291"/>
                  </a:cubicBezTo>
                  <a:cubicBezTo>
                    <a:pt x="0" y="451"/>
                    <a:pt x="129" y="580"/>
                    <a:pt x="290" y="580"/>
                  </a:cubicBezTo>
                  <a:lnTo>
                    <a:pt x="8577" y="580"/>
                  </a:lnTo>
                  <a:cubicBezTo>
                    <a:pt x="8736" y="580"/>
                    <a:pt x="8867" y="451"/>
                    <a:pt x="8867" y="291"/>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0"/>
            <p:cNvSpPr/>
            <p:nvPr/>
          </p:nvSpPr>
          <p:spPr>
            <a:xfrm>
              <a:off x="3695838" y="3529104"/>
              <a:ext cx="246879" cy="16149"/>
            </a:xfrm>
            <a:custGeom>
              <a:rect b="b" l="l" r="r" t="t"/>
              <a:pathLst>
                <a:path extrusionOk="0" h="580" w="8867">
                  <a:moveTo>
                    <a:pt x="290" y="0"/>
                  </a:moveTo>
                  <a:cubicBezTo>
                    <a:pt x="129" y="0"/>
                    <a:pt x="0" y="129"/>
                    <a:pt x="0" y="290"/>
                  </a:cubicBezTo>
                  <a:cubicBezTo>
                    <a:pt x="0" y="450"/>
                    <a:pt x="129" y="579"/>
                    <a:pt x="290" y="579"/>
                  </a:cubicBezTo>
                  <a:lnTo>
                    <a:pt x="8577" y="579"/>
                  </a:lnTo>
                  <a:cubicBezTo>
                    <a:pt x="8736" y="579"/>
                    <a:pt x="8867" y="450"/>
                    <a:pt x="8867" y="290"/>
                  </a:cubicBezTo>
                  <a:cubicBezTo>
                    <a:pt x="8867" y="129"/>
                    <a:pt x="8736" y="0"/>
                    <a:pt x="85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0"/>
            <p:cNvSpPr/>
            <p:nvPr/>
          </p:nvSpPr>
          <p:spPr>
            <a:xfrm>
              <a:off x="3695838" y="3556836"/>
              <a:ext cx="246879" cy="16149"/>
            </a:xfrm>
            <a:custGeom>
              <a:rect b="b" l="l" r="r" t="t"/>
              <a:pathLst>
                <a:path extrusionOk="0" h="580" w="8867">
                  <a:moveTo>
                    <a:pt x="290" y="1"/>
                  </a:moveTo>
                  <a:cubicBezTo>
                    <a:pt x="129" y="1"/>
                    <a:pt x="0" y="130"/>
                    <a:pt x="0" y="290"/>
                  </a:cubicBezTo>
                  <a:cubicBezTo>
                    <a:pt x="0" y="451"/>
                    <a:pt x="129" y="580"/>
                    <a:pt x="290" y="580"/>
                  </a:cubicBezTo>
                  <a:lnTo>
                    <a:pt x="8577" y="580"/>
                  </a:lnTo>
                  <a:cubicBezTo>
                    <a:pt x="8736" y="580"/>
                    <a:pt x="8867" y="451"/>
                    <a:pt x="8867" y="290"/>
                  </a:cubicBezTo>
                  <a:cubicBezTo>
                    <a:pt x="8867" y="130"/>
                    <a:pt x="8736" y="1"/>
                    <a:pt x="8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0"/>
            <p:cNvSpPr/>
            <p:nvPr/>
          </p:nvSpPr>
          <p:spPr>
            <a:xfrm>
              <a:off x="3864232" y="3605951"/>
              <a:ext cx="55128" cy="16176"/>
            </a:xfrm>
            <a:custGeom>
              <a:rect b="b" l="l" r="r" t="t"/>
              <a:pathLst>
                <a:path extrusionOk="0" h="581" w="1980">
                  <a:moveTo>
                    <a:pt x="291" y="0"/>
                  </a:moveTo>
                  <a:cubicBezTo>
                    <a:pt x="130" y="0"/>
                    <a:pt x="0" y="129"/>
                    <a:pt x="0" y="290"/>
                  </a:cubicBezTo>
                  <a:cubicBezTo>
                    <a:pt x="0" y="450"/>
                    <a:pt x="130" y="581"/>
                    <a:pt x="291" y="581"/>
                  </a:cubicBezTo>
                  <a:lnTo>
                    <a:pt x="1690" y="581"/>
                  </a:lnTo>
                  <a:cubicBezTo>
                    <a:pt x="1849" y="581"/>
                    <a:pt x="1980" y="450"/>
                    <a:pt x="1980" y="290"/>
                  </a:cubicBezTo>
                  <a:cubicBezTo>
                    <a:pt x="1980" y="129"/>
                    <a:pt x="1849" y="0"/>
                    <a:pt x="16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0"/>
            <p:cNvSpPr/>
            <p:nvPr/>
          </p:nvSpPr>
          <p:spPr>
            <a:xfrm>
              <a:off x="3888511" y="3398242"/>
              <a:ext cx="48836" cy="16204"/>
            </a:xfrm>
            <a:custGeom>
              <a:rect b="b" l="l" r="r" t="t"/>
              <a:pathLst>
                <a:path extrusionOk="0" h="582" w="1754">
                  <a:moveTo>
                    <a:pt x="291" y="1"/>
                  </a:moveTo>
                  <a:cubicBezTo>
                    <a:pt x="131" y="1"/>
                    <a:pt x="0" y="130"/>
                    <a:pt x="0" y="291"/>
                  </a:cubicBezTo>
                  <a:cubicBezTo>
                    <a:pt x="0" y="451"/>
                    <a:pt x="131" y="581"/>
                    <a:pt x="291" y="581"/>
                  </a:cubicBezTo>
                  <a:lnTo>
                    <a:pt x="1463" y="581"/>
                  </a:lnTo>
                  <a:cubicBezTo>
                    <a:pt x="1623" y="581"/>
                    <a:pt x="1753" y="451"/>
                    <a:pt x="1753" y="291"/>
                  </a:cubicBezTo>
                  <a:cubicBezTo>
                    <a:pt x="1753" y="130"/>
                    <a:pt x="1623" y="1"/>
                    <a:pt x="14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0"/>
            <p:cNvSpPr/>
            <p:nvPr/>
          </p:nvSpPr>
          <p:spPr>
            <a:xfrm>
              <a:off x="3888511" y="3369592"/>
              <a:ext cx="48836" cy="16176"/>
            </a:xfrm>
            <a:custGeom>
              <a:rect b="b" l="l" r="r" t="t"/>
              <a:pathLst>
                <a:path extrusionOk="0" h="581" w="1754">
                  <a:moveTo>
                    <a:pt x="291" y="0"/>
                  </a:moveTo>
                  <a:cubicBezTo>
                    <a:pt x="131" y="0"/>
                    <a:pt x="0" y="130"/>
                    <a:pt x="0" y="291"/>
                  </a:cubicBezTo>
                  <a:cubicBezTo>
                    <a:pt x="0" y="450"/>
                    <a:pt x="131" y="581"/>
                    <a:pt x="291" y="581"/>
                  </a:cubicBezTo>
                  <a:lnTo>
                    <a:pt x="1463" y="581"/>
                  </a:lnTo>
                  <a:cubicBezTo>
                    <a:pt x="1623" y="581"/>
                    <a:pt x="1753" y="450"/>
                    <a:pt x="1753" y="291"/>
                  </a:cubicBezTo>
                  <a:cubicBezTo>
                    <a:pt x="1753" y="130"/>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0"/>
            <p:cNvSpPr/>
            <p:nvPr/>
          </p:nvSpPr>
          <p:spPr>
            <a:xfrm>
              <a:off x="3888511" y="3340941"/>
              <a:ext cx="48836" cy="16176"/>
            </a:xfrm>
            <a:custGeom>
              <a:rect b="b" l="l" r="r" t="t"/>
              <a:pathLst>
                <a:path extrusionOk="0" h="581" w="1754">
                  <a:moveTo>
                    <a:pt x="291" y="0"/>
                  </a:moveTo>
                  <a:cubicBezTo>
                    <a:pt x="131" y="0"/>
                    <a:pt x="0" y="131"/>
                    <a:pt x="0" y="290"/>
                  </a:cubicBezTo>
                  <a:cubicBezTo>
                    <a:pt x="0" y="450"/>
                    <a:pt x="131" y="581"/>
                    <a:pt x="291" y="581"/>
                  </a:cubicBezTo>
                  <a:lnTo>
                    <a:pt x="1463" y="581"/>
                  </a:lnTo>
                  <a:cubicBezTo>
                    <a:pt x="1623" y="581"/>
                    <a:pt x="1753" y="450"/>
                    <a:pt x="1753" y="290"/>
                  </a:cubicBezTo>
                  <a:cubicBezTo>
                    <a:pt x="1753" y="131"/>
                    <a:pt x="1623" y="0"/>
                    <a:pt x="1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70"/>
          <p:cNvGrpSpPr/>
          <p:nvPr/>
        </p:nvGrpSpPr>
        <p:grpSpPr>
          <a:xfrm>
            <a:off x="3240455" y="3311478"/>
            <a:ext cx="440977" cy="501879"/>
            <a:chOff x="2875529" y="3153558"/>
            <a:chExt cx="461128" cy="535280"/>
          </a:xfrm>
        </p:grpSpPr>
        <p:sp>
          <p:nvSpPr>
            <p:cNvPr id="4436" name="Google Shape;4436;p70"/>
            <p:cNvSpPr/>
            <p:nvPr/>
          </p:nvSpPr>
          <p:spPr>
            <a:xfrm>
              <a:off x="2936589" y="3258471"/>
              <a:ext cx="400069" cy="366324"/>
            </a:xfrm>
            <a:custGeom>
              <a:rect b="b" l="l" r="r" t="t"/>
              <a:pathLst>
                <a:path extrusionOk="0" h="13157" w="14369">
                  <a:moveTo>
                    <a:pt x="11931" y="1"/>
                  </a:moveTo>
                  <a:cubicBezTo>
                    <a:pt x="11586" y="313"/>
                    <a:pt x="11243" y="628"/>
                    <a:pt x="10900" y="942"/>
                  </a:cubicBezTo>
                  <a:cubicBezTo>
                    <a:pt x="11336" y="1329"/>
                    <a:pt x="11716" y="1777"/>
                    <a:pt x="12030" y="2274"/>
                  </a:cubicBezTo>
                  <a:cubicBezTo>
                    <a:pt x="12652" y="3260"/>
                    <a:pt x="12980" y="4401"/>
                    <a:pt x="12980" y="5572"/>
                  </a:cubicBezTo>
                  <a:cubicBezTo>
                    <a:pt x="12980" y="8988"/>
                    <a:pt x="10200" y="11768"/>
                    <a:pt x="6784" y="11768"/>
                  </a:cubicBezTo>
                  <a:cubicBezTo>
                    <a:pt x="5605" y="11768"/>
                    <a:pt x="4458" y="11436"/>
                    <a:pt x="3469" y="10808"/>
                  </a:cubicBezTo>
                  <a:cubicBezTo>
                    <a:pt x="2719" y="10332"/>
                    <a:pt x="2083" y="9703"/>
                    <a:pt x="1600" y="8968"/>
                  </a:cubicBezTo>
                  <a:lnTo>
                    <a:pt x="0" y="8968"/>
                  </a:lnTo>
                  <a:cubicBezTo>
                    <a:pt x="617" y="10199"/>
                    <a:pt x="1558" y="11241"/>
                    <a:pt x="2724" y="11980"/>
                  </a:cubicBezTo>
                  <a:cubicBezTo>
                    <a:pt x="3937" y="12751"/>
                    <a:pt x="5341" y="13157"/>
                    <a:pt x="6784" y="13157"/>
                  </a:cubicBezTo>
                  <a:cubicBezTo>
                    <a:pt x="8810" y="13157"/>
                    <a:pt x="10715" y="12368"/>
                    <a:pt x="12147" y="10936"/>
                  </a:cubicBezTo>
                  <a:cubicBezTo>
                    <a:pt x="13580" y="9503"/>
                    <a:pt x="14369" y="7598"/>
                    <a:pt x="14369" y="5572"/>
                  </a:cubicBezTo>
                  <a:cubicBezTo>
                    <a:pt x="14369" y="4138"/>
                    <a:pt x="13966" y="2741"/>
                    <a:pt x="13205" y="1534"/>
                  </a:cubicBezTo>
                  <a:cubicBezTo>
                    <a:pt x="12848" y="967"/>
                    <a:pt x="12419" y="452"/>
                    <a:pt x="11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0"/>
            <p:cNvSpPr/>
            <p:nvPr/>
          </p:nvSpPr>
          <p:spPr>
            <a:xfrm>
              <a:off x="2875529" y="3480657"/>
              <a:ext cx="169282" cy="39592"/>
            </a:xfrm>
            <a:custGeom>
              <a:rect b="b" l="l" r="r" t="t"/>
              <a:pathLst>
                <a:path extrusionOk="0" h="1422" w="6080">
                  <a:moveTo>
                    <a:pt x="182" y="1"/>
                  </a:moveTo>
                  <a:cubicBezTo>
                    <a:pt x="82" y="1"/>
                    <a:pt x="0" y="83"/>
                    <a:pt x="0" y="183"/>
                  </a:cubicBezTo>
                  <a:lnTo>
                    <a:pt x="0" y="650"/>
                  </a:lnTo>
                  <a:cubicBezTo>
                    <a:pt x="0" y="1077"/>
                    <a:pt x="347" y="1422"/>
                    <a:pt x="772" y="1422"/>
                  </a:cubicBezTo>
                  <a:lnTo>
                    <a:pt x="5306" y="1422"/>
                  </a:lnTo>
                  <a:cubicBezTo>
                    <a:pt x="5733" y="1422"/>
                    <a:pt x="6079" y="1077"/>
                    <a:pt x="6078" y="650"/>
                  </a:cubicBezTo>
                  <a:lnTo>
                    <a:pt x="6078" y="183"/>
                  </a:lnTo>
                  <a:cubicBezTo>
                    <a:pt x="6078" y="83"/>
                    <a:pt x="5997" y="1"/>
                    <a:pt x="5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0"/>
            <p:cNvSpPr/>
            <p:nvPr/>
          </p:nvSpPr>
          <p:spPr>
            <a:xfrm>
              <a:off x="3230499" y="3153558"/>
              <a:ext cx="103658" cy="92548"/>
            </a:xfrm>
            <a:custGeom>
              <a:rect b="b" l="l" r="r" t="t"/>
              <a:pathLst>
                <a:path extrusionOk="0" h="3324" w="3723">
                  <a:moveTo>
                    <a:pt x="2579" y="0"/>
                  </a:moveTo>
                  <a:cubicBezTo>
                    <a:pt x="2517" y="0"/>
                    <a:pt x="2454" y="16"/>
                    <a:pt x="2397" y="49"/>
                  </a:cubicBezTo>
                  <a:lnTo>
                    <a:pt x="0" y="1432"/>
                  </a:lnTo>
                  <a:lnTo>
                    <a:pt x="1093" y="3324"/>
                  </a:lnTo>
                  <a:lnTo>
                    <a:pt x="3490" y="1940"/>
                  </a:lnTo>
                  <a:cubicBezTo>
                    <a:pt x="3663" y="1839"/>
                    <a:pt x="3723" y="1619"/>
                    <a:pt x="3623" y="1444"/>
                  </a:cubicBezTo>
                  <a:lnTo>
                    <a:pt x="2893" y="182"/>
                  </a:lnTo>
                  <a:cubicBezTo>
                    <a:pt x="2826" y="65"/>
                    <a:pt x="2705" y="0"/>
                    <a:pt x="25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0"/>
            <p:cNvSpPr/>
            <p:nvPr/>
          </p:nvSpPr>
          <p:spPr>
            <a:xfrm>
              <a:off x="2996256" y="3332756"/>
              <a:ext cx="55212" cy="47889"/>
            </a:xfrm>
            <a:custGeom>
              <a:rect b="b" l="l" r="r" t="t"/>
              <a:pathLst>
                <a:path extrusionOk="0" h="1720" w="1983">
                  <a:moveTo>
                    <a:pt x="1448" y="0"/>
                  </a:moveTo>
                  <a:lnTo>
                    <a:pt x="116" y="768"/>
                  </a:lnTo>
                  <a:cubicBezTo>
                    <a:pt x="29" y="818"/>
                    <a:pt x="0" y="929"/>
                    <a:pt x="50" y="1017"/>
                  </a:cubicBezTo>
                  <a:lnTo>
                    <a:pt x="403" y="1628"/>
                  </a:lnTo>
                  <a:cubicBezTo>
                    <a:pt x="436" y="1687"/>
                    <a:pt x="498" y="1719"/>
                    <a:pt x="561" y="1719"/>
                  </a:cubicBezTo>
                  <a:cubicBezTo>
                    <a:pt x="592" y="1719"/>
                    <a:pt x="623" y="1712"/>
                    <a:pt x="651" y="1695"/>
                  </a:cubicBezTo>
                  <a:lnTo>
                    <a:pt x="1982" y="926"/>
                  </a:lnTo>
                  <a:lnTo>
                    <a:pt x="1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0"/>
            <p:cNvSpPr/>
            <p:nvPr/>
          </p:nvSpPr>
          <p:spPr>
            <a:xfrm>
              <a:off x="3013575" y="3302852"/>
              <a:ext cx="57773" cy="66126"/>
            </a:xfrm>
            <a:custGeom>
              <a:rect b="b" l="l" r="r" t="t"/>
              <a:pathLst>
                <a:path extrusionOk="0" h="2375" w="2075">
                  <a:moveTo>
                    <a:pt x="983" y="1"/>
                  </a:moveTo>
                  <a:lnTo>
                    <a:pt x="233" y="435"/>
                  </a:lnTo>
                  <a:cubicBezTo>
                    <a:pt x="59" y="535"/>
                    <a:pt x="0" y="757"/>
                    <a:pt x="100" y="930"/>
                  </a:cubicBezTo>
                  <a:lnTo>
                    <a:pt x="830" y="2194"/>
                  </a:lnTo>
                  <a:cubicBezTo>
                    <a:pt x="897" y="2310"/>
                    <a:pt x="1018" y="2375"/>
                    <a:pt x="1143" y="2375"/>
                  </a:cubicBezTo>
                  <a:cubicBezTo>
                    <a:pt x="1205" y="2375"/>
                    <a:pt x="1268" y="2359"/>
                    <a:pt x="1325" y="2325"/>
                  </a:cubicBezTo>
                  <a:lnTo>
                    <a:pt x="2075" y="1892"/>
                  </a:lnTo>
                  <a:lnTo>
                    <a:pt x="9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0"/>
            <p:cNvSpPr/>
            <p:nvPr/>
          </p:nvSpPr>
          <p:spPr>
            <a:xfrm>
              <a:off x="3035376" y="3278601"/>
              <a:ext cx="67908" cy="83639"/>
            </a:xfrm>
            <a:custGeom>
              <a:rect b="b" l="l" r="r" t="t"/>
              <a:pathLst>
                <a:path extrusionOk="0" h="3004" w="2439">
                  <a:moveTo>
                    <a:pt x="983" y="1"/>
                  </a:moveTo>
                  <a:lnTo>
                    <a:pt x="233" y="435"/>
                  </a:lnTo>
                  <a:cubicBezTo>
                    <a:pt x="59" y="535"/>
                    <a:pt x="0" y="757"/>
                    <a:pt x="100" y="930"/>
                  </a:cubicBezTo>
                  <a:lnTo>
                    <a:pt x="1192" y="2822"/>
                  </a:lnTo>
                  <a:cubicBezTo>
                    <a:pt x="1259" y="2938"/>
                    <a:pt x="1380" y="3003"/>
                    <a:pt x="1505" y="3003"/>
                  </a:cubicBezTo>
                  <a:cubicBezTo>
                    <a:pt x="1567" y="3003"/>
                    <a:pt x="1630" y="2987"/>
                    <a:pt x="1687" y="2954"/>
                  </a:cubicBezTo>
                  <a:lnTo>
                    <a:pt x="2438" y="2521"/>
                  </a:lnTo>
                  <a:lnTo>
                    <a:pt x="9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0"/>
            <p:cNvSpPr/>
            <p:nvPr/>
          </p:nvSpPr>
          <p:spPr>
            <a:xfrm>
              <a:off x="3056007" y="3184269"/>
              <a:ext cx="205923" cy="171176"/>
            </a:xfrm>
            <a:custGeom>
              <a:rect b="b" l="l" r="r" t="t"/>
              <a:pathLst>
                <a:path extrusionOk="0" h="6148" w="7396">
                  <a:moveTo>
                    <a:pt x="5570" y="0"/>
                  </a:moveTo>
                  <a:cubicBezTo>
                    <a:pt x="5508" y="0"/>
                    <a:pt x="5445" y="16"/>
                    <a:pt x="5388" y="50"/>
                  </a:cubicBezTo>
                  <a:lnTo>
                    <a:pt x="234" y="3024"/>
                  </a:lnTo>
                  <a:cubicBezTo>
                    <a:pt x="61" y="3124"/>
                    <a:pt x="1" y="3346"/>
                    <a:pt x="102" y="3519"/>
                  </a:cubicBezTo>
                  <a:lnTo>
                    <a:pt x="1513" y="5966"/>
                  </a:lnTo>
                  <a:cubicBezTo>
                    <a:pt x="1580" y="6082"/>
                    <a:pt x="1702" y="6147"/>
                    <a:pt x="1827" y="6147"/>
                  </a:cubicBezTo>
                  <a:cubicBezTo>
                    <a:pt x="1888" y="6147"/>
                    <a:pt x="1951" y="6131"/>
                    <a:pt x="2008" y="6098"/>
                  </a:cubicBezTo>
                  <a:lnTo>
                    <a:pt x="7163" y="3123"/>
                  </a:lnTo>
                  <a:cubicBezTo>
                    <a:pt x="7336" y="3023"/>
                    <a:pt x="7396" y="2801"/>
                    <a:pt x="7295" y="2627"/>
                  </a:cubicBezTo>
                  <a:lnTo>
                    <a:pt x="5883" y="181"/>
                  </a:lnTo>
                  <a:cubicBezTo>
                    <a:pt x="5816" y="65"/>
                    <a:pt x="5695" y="0"/>
                    <a:pt x="5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0"/>
            <p:cNvSpPr/>
            <p:nvPr/>
          </p:nvSpPr>
          <p:spPr>
            <a:xfrm>
              <a:off x="3196614" y="3161104"/>
              <a:ext cx="87620" cy="123481"/>
            </a:xfrm>
            <a:custGeom>
              <a:rect b="b" l="l" r="r" t="t"/>
              <a:pathLst>
                <a:path extrusionOk="0" h="4435" w="3147">
                  <a:moveTo>
                    <a:pt x="680" y="0"/>
                  </a:moveTo>
                  <a:cubicBezTo>
                    <a:pt x="619" y="0"/>
                    <a:pt x="556" y="16"/>
                    <a:pt x="499" y="49"/>
                  </a:cubicBezTo>
                  <a:lnTo>
                    <a:pt x="233" y="202"/>
                  </a:lnTo>
                  <a:cubicBezTo>
                    <a:pt x="59" y="302"/>
                    <a:pt x="0" y="524"/>
                    <a:pt x="100" y="699"/>
                  </a:cubicBezTo>
                  <a:lnTo>
                    <a:pt x="2152" y="4253"/>
                  </a:lnTo>
                  <a:cubicBezTo>
                    <a:pt x="2220" y="4369"/>
                    <a:pt x="2341" y="4434"/>
                    <a:pt x="2467" y="4434"/>
                  </a:cubicBezTo>
                  <a:cubicBezTo>
                    <a:pt x="2528" y="4434"/>
                    <a:pt x="2591" y="4419"/>
                    <a:pt x="2648" y="4386"/>
                  </a:cubicBezTo>
                  <a:lnTo>
                    <a:pt x="2914" y="4231"/>
                  </a:lnTo>
                  <a:cubicBezTo>
                    <a:pt x="3088" y="4131"/>
                    <a:pt x="3147" y="3909"/>
                    <a:pt x="3047" y="3736"/>
                  </a:cubicBezTo>
                  <a:lnTo>
                    <a:pt x="995" y="182"/>
                  </a:lnTo>
                  <a:cubicBezTo>
                    <a:pt x="927" y="65"/>
                    <a:pt x="806"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0"/>
            <p:cNvSpPr/>
            <p:nvPr/>
          </p:nvSpPr>
          <p:spPr>
            <a:xfrm>
              <a:off x="3242416" y="3240651"/>
              <a:ext cx="41819" cy="43935"/>
            </a:xfrm>
            <a:custGeom>
              <a:rect b="b" l="l" r="r" t="t"/>
              <a:pathLst>
                <a:path extrusionOk="0" h="1578" w="1502">
                  <a:moveTo>
                    <a:pt x="894" y="0"/>
                  </a:moveTo>
                  <a:lnTo>
                    <a:pt x="896" y="4"/>
                  </a:lnTo>
                  <a:lnTo>
                    <a:pt x="896" y="4"/>
                  </a:lnTo>
                  <a:cubicBezTo>
                    <a:pt x="896" y="3"/>
                    <a:pt x="895" y="1"/>
                    <a:pt x="894" y="0"/>
                  </a:cubicBezTo>
                  <a:close/>
                  <a:moveTo>
                    <a:pt x="896" y="4"/>
                  </a:moveTo>
                  <a:lnTo>
                    <a:pt x="896" y="4"/>
                  </a:lnTo>
                  <a:cubicBezTo>
                    <a:pt x="995" y="176"/>
                    <a:pt x="935" y="396"/>
                    <a:pt x="763" y="496"/>
                  </a:cubicBezTo>
                  <a:lnTo>
                    <a:pt x="496" y="649"/>
                  </a:lnTo>
                  <a:cubicBezTo>
                    <a:pt x="438" y="683"/>
                    <a:pt x="376" y="699"/>
                    <a:pt x="314" y="699"/>
                  </a:cubicBezTo>
                  <a:cubicBezTo>
                    <a:pt x="189" y="699"/>
                    <a:pt x="67" y="634"/>
                    <a:pt x="0" y="518"/>
                  </a:cubicBezTo>
                  <a:lnTo>
                    <a:pt x="0" y="518"/>
                  </a:lnTo>
                  <a:lnTo>
                    <a:pt x="507" y="1396"/>
                  </a:lnTo>
                  <a:cubicBezTo>
                    <a:pt x="575" y="1512"/>
                    <a:pt x="696" y="1577"/>
                    <a:pt x="822" y="1577"/>
                  </a:cubicBezTo>
                  <a:cubicBezTo>
                    <a:pt x="883" y="1577"/>
                    <a:pt x="946" y="1562"/>
                    <a:pt x="1003" y="1529"/>
                  </a:cubicBezTo>
                  <a:lnTo>
                    <a:pt x="1269" y="1374"/>
                  </a:lnTo>
                  <a:cubicBezTo>
                    <a:pt x="1443" y="1274"/>
                    <a:pt x="1502" y="1052"/>
                    <a:pt x="1402" y="879"/>
                  </a:cubicBezTo>
                  <a:lnTo>
                    <a:pt x="896" y="4"/>
                  </a:lnTo>
                  <a:close/>
                </a:path>
              </a:pathLst>
            </a:custGeom>
            <a:solidFill>
              <a:srgbClr val="7B6F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0"/>
            <p:cNvSpPr/>
            <p:nvPr/>
          </p:nvSpPr>
          <p:spPr>
            <a:xfrm>
              <a:off x="3104983" y="3275956"/>
              <a:ext cx="80688" cy="52093"/>
            </a:xfrm>
            <a:custGeom>
              <a:rect b="b" l="l" r="r" t="t"/>
              <a:pathLst>
                <a:path extrusionOk="0" h="1871" w="2898">
                  <a:moveTo>
                    <a:pt x="2565" y="1"/>
                  </a:moveTo>
                  <a:cubicBezTo>
                    <a:pt x="2516" y="1"/>
                    <a:pt x="2466" y="13"/>
                    <a:pt x="2420" y="40"/>
                  </a:cubicBezTo>
                  <a:lnTo>
                    <a:pt x="187" y="1329"/>
                  </a:lnTo>
                  <a:cubicBezTo>
                    <a:pt x="48" y="1410"/>
                    <a:pt x="1" y="1588"/>
                    <a:pt x="81" y="1725"/>
                  </a:cubicBezTo>
                  <a:cubicBezTo>
                    <a:pt x="135" y="1819"/>
                    <a:pt x="232" y="1871"/>
                    <a:pt x="332" y="1871"/>
                  </a:cubicBezTo>
                  <a:cubicBezTo>
                    <a:pt x="381" y="1871"/>
                    <a:pt x="431" y="1858"/>
                    <a:pt x="477" y="1832"/>
                  </a:cubicBezTo>
                  <a:lnTo>
                    <a:pt x="2711" y="542"/>
                  </a:lnTo>
                  <a:cubicBezTo>
                    <a:pt x="2850" y="462"/>
                    <a:pt x="2897" y="285"/>
                    <a:pt x="2817" y="146"/>
                  </a:cubicBezTo>
                  <a:cubicBezTo>
                    <a:pt x="2763" y="53"/>
                    <a:pt x="2666" y="1"/>
                    <a:pt x="2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0"/>
            <p:cNvSpPr/>
            <p:nvPr/>
          </p:nvSpPr>
          <p:spPr>
            <a:xfrm>
              <a:off x="3209895" y="3228094"/>
              <a:ext cx="92298" cy="92354"/>
            </a:xfrm>
            <a:custGeom>
              <a:rect b="b" l="l" r="r" t="t"/>
              <a:pathLst>
                <a:path extrusionOk="0" h="3317" w="3315">
                  <a:moveTo>
                    <a:pt x="1658" y="0"/>
                  </a:moveTo>
                  <a:cubicBezTo>
                    <a:pt x="743" y="0"/>
                    <a:pt x="0" y="743"/>
                    <a:pt x="0" y="1659"/>
                  </a:cubicBezTo>
                  <a:cubicBezTo>
                    <a:pt x="0" y="2574"/>
                    <a:pt x="743" y="3316"/>
                    <a:pt x="1658" y="3316"/>
                  </a:cubicBezTo>
                  <a:cubicBezTo>
                    <a:pt x="2573" y="3316"/>
                    <a:pt x="3315" y="2574"/>
                    <a:pt x="3315" y="1659"/>
                  </a:cubicBezTo>
                  <a:cubicBezTo>
                    <a:pt x="3315" y="743"/>
                    <a:pt x="2573" y="0"/>
                    <a:pt x="1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0"/>
            <p:cNvSpPr/>
            <p:nvPr/>
          </p:nvSpPr>
          <p:spPr>
            <a:xfrm>
              <a:off x="3236095" y="3254294"/>
              <a:ext cx="39898" cy="39926"/>
            </a:xfrm>
            <a:custGeom>
              <a:rect b="b" l="l" r="r" t="t"/>
              <a:pathLst>
                <a:path extrusionOk="0" h="1434" w="1433">
                  <a:moveTo>
                    <a:pt x="717" y="1"/>
                  </a:moveTo>
                  <a:cubicBezTo>
                    <a:pt x="321" y="1"/>
                    <a:pt x="1" y="321"/>
                    <a:pt x="1" y="718"/>
                  </a:cubicBezTo>
                  <a:cubicBezTo>
                    <a:pt x="1" y="1113"/>
                    <a:pt x="321" y="1434"/>
                    <a:pt x="717" y="1434"/>
                  </a:cubicBezTo>
                  <a:cubicBezTo>
                    <a:pt x="1113" y="1434"/>
                    <a:pt x="1432" y="1113"/>
                    <a:pt x="1432" y="718"/>
                  </a:cubicBezTo>
                  <a:cubicBezTo>
                    <a:pt x="1432" y="321"/>
                    <a:pt x="1113" y="1"/>
                    <a:pt x="7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0"/>
            <p:cNvSpPr/>
            <p:nvPr/>
          </p:nvSpPr>
          <p:spPr>
            <a:xfrm>
              <a:off x="3275605" y="3278128"/>
              <a:ext cx="56" cy="28"/>
            </a:xfrm>
            <a:custGeom>
              <a:rect b="b" l="l" r="r" t="t"/>
              <a:pathLst>
                <a:path extrusionOk="0" h="1" w="2">
                  <a:moveTo>
                    <a:pt x="0" y="1"/>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0"/>
            <p:cNvSpPr/>
            <p:nvPr/>
          </p:nvSpPr>
          <p:spPr>
            <a:xfrm>
              <a:off x="3128733" y="3540130"/>
              <a:ext cx="88094" cy="84669"/>
            </a:xfrm>
            <a:custGeom>
              <a:rect b="b" l="l" r="r" t="t"/>
              <a:pathLst>
                <a:path extrusionOk="0" h="3041" w="3164">
                  <a:moveTo>
                    <a:pt x="1689" y="0"/>
                  </a:moveTo>
                  <a:cubicBezTo>
                    <a:pt x="1539" y="0"/>
                    <a:pt x="1404" y="87"/>
                    <a:pt x="1339" y="221"/>
                  </a:cubicBezTo>
                  <a:lnTo>
                    <a:pt x="0" y="3041"/>
                  </a:lnTo>
                  <a:lnTo>
                    <a:pt x="3164" y="3041"/>
                  </a:lnTo>
                  <a:lnTo>
                    <a:pt x="3164" y="388"/>
                  </a:lnTo>
                  <a:cubicBezTo>
                    <a:pt x="3164" y="174"/>
                    <a:pt x="2991" y="0"/>
                    <a:pt x="2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0"/>
            <p:cNvSpPr/>
            <p:nvPr/>
          </p:nvSpPr>
          <p:spPr>
            <a:xfrm>
              <a:off x="2983254" y="3616837"/>
              <a:ext cx="283464" cy="44548"/>
            </a:xfrm>
            <a:custGeom>
              <a:rect b="b" l="l" r="r" t="t"/>
              <a:pathLst>
                <a:path extrusionOk="0" h="1600" w="10181">
                  <a:moveTo>
                    <a:pt x="653" y="1"/>
                  </a:moveTo>
                  <a:cubicBezTo>
                    <a:pt x="293" y="1"/>
                    <a:pt x="0" y="292"/>
                    <a:pt x="0" y="653"/>
                  </a:cubicBezTo>
                  <a:lnTo>
                    <a:pt x="0" y="1600"/>
                  </a:lnTo>
                  <a:lnTo>
                    <a:pt x="10180" y="1600"/>
                  </a:lnTo>
                  <a:lnTo>
                    <a:pt x="10180" y="653"/>
                  </a:lnTo>
                  <a:cubicBezTo>
                    <a:pt x="10180" y="292"/>
                    <a:pt x="9888" y="1"/>
                    <a:pt x="95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0"/>
            <p:cNvSpPr/>
            <p:nvPr/>
          </p:nvSpPr>
          <p:spPr>
            <a:xfrm>
              <a:off x="2956274" y="3652365"/>
              <a:ext cx="337395" cy="36474"/>
            </a:xfrm>
            <a:custGeom>
              <a:rect b="b" l="l" r="r" t="t"/>
              <a:pathLst>
                <a:path extrusionOk="0" h="1310" w="12118">
                  <a:moveTo>
                    <a:pt x="436" y="0"/>
                  </a:moveTo>
                  <a:cubicBezTo>
                    <a:pt x="196" y="0"/>
                    <a:pt x="1" y="195"/>
                    <a:pt x="1" y="436"/>
                  </a:cubicBezTo>
                  <a:lnTo>
                    <a:pt x="1" y="875"/>
                  </a:lnTo>
                  <a:cubicBezTo>
                    <a:pt x="1" y="1115"/>
                    <a:pt x="196" y="1309"/>
                    <a:pt x="436" y="1309"/>
                  </a:cubicBezTo>
                  <a:lnTo>
                    <a:pt x="11682" y="1309"/>
                  </a:lnTo>
                  <a:cubicBezTo>
                    <a:pt x="11923" y="1309"/>
                    <a:pt x="12118" y="1115"/>
                    <a:pt x="12118" y="875"/>
                  </a:cubicBezTo>
                  <a:lnTo>
                    <a:pt x="12118" y="436"/>
                  </a:lnTo>
                  <a:cubicBezTo>
                    <a:pt x="12118" y="195"/>
                    <a:pt x="11923" y="0"/>
                    <a:pt x="1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0"/>
            <p:cNvSpPr/>
            <p:nvPr/>
          </p:nvSpPr>
          <p:spPr>
            <a:xfrm>
              <a:off x="3182414" y="3560483"/>
              <a:ext cx="16232" cy="16288"/>
            </a:xfrm>
            <a:custGeom>
              <a:rect b="b" l="l" r="r" t="t"/>
              <a:pathLst>
                <a:path extrusionOk="0" h="585" w="583">
                  <a:moveTo>
                    <a:pt x="292" y="0"/>
                  </a:moveTo>
                  <a:cubicBezTo>
                    <a:pt x="132" y="0"/>
                    <a:pt x="3" y="129"/>
                    <a:pt x="2" y="289"/>
                  </a:cubicBezTo>
                  <a:lnTo>
                    <a:pt x="2" y="293"/>
                  </a:lnTo>
                  <a:cubicBezTo>
                    <a:pt x="0" y="452"/>
                    <a:pt x="130" y="583"/>
                    <a:pt x="291" y="584"/>
                  </a:cubicBezTo>
                  <a:lnTo>
                    <a:pt x="292" y="584"/>
                  </a:lnTo>
                  <a:cubicBezTo>
                    <a:pt x="452" y="584"/>
                    <a:pt x="581" y="455"/>
                    <a:pt x="582" y="295"/>
                  </a:cubicBezTo>
                  <a:lnTo>
                    <a:pt x="582" y="291"/>
                  </a:lnTo>
                  <a:cubicBezTo>
                    <a:pt x="582" y="131"/>
                    <a:pt x="453" y="0"/>
                    <a:pt x="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70"/>
          <p:cNvGrpSpPr/>
          <p:nvPr/>
        </p:nvGrpSpPr>
        <p:grpSpPr>
          <a:xfrm>
            <a:off x="1796412" y="3291937"/>
            <a:ext cx="387991" cy="501873"/>
            <a:chOff x="1320055" y="3153558"/>
            <a:chExt cx="405721" cy="535274"/>
          </a:xfrm>
        </p:grpSpPr>
        <p:sp>
          <p:nvSpPr>
            <p:cNvPr id="4454" name="Google Shape;4454;p70"/>
            <p:cNvSpPr/>
            <p:nvPr/>
          </p:nvSpPr>
          <p:spPr>
            <a:xfrm>
              <a:off x="1327767" y="3298370"/>
              <a:ext cx="377878" cy="390463"/>
            </a:xfrm>
            <a:custGeom>
              <a:rect b="b" l="l" r="r" t="t"/>
              <a:pathLst>
                <a:path extrusionOk="0" h="14024" w="13572">
                  <a:moveTo>
                    <a:pt x="7016" y="1"/>
                  </a:moveTo>
                  <a:cubicBezTo>
                    <a:pt x="6726" y="1"/>
                    <a:pt x="6433" y="19"/>
                    <a:pt x="6138" y="56"/>
                  </a:cubicBezTo>
                  <a:cubicBezTo>
                    <a:pt x="2666" y="490"/>
                    <a:pt x="108" y="3393"/>
                    <a:pt x="0" y="6783"/>
                  </a:cubicBezTo>
                  <a:lnTo>
                    <a:pt x="1744" y="5601"/>
                  </a:lnTo>
                  <a:cubicBezTo>
                    <a:pt x="1779" y="5578"/>
                    <a:pt x="1820" y="5566"/>
                    <a:pt x="1861" y="5566"/>
                  </a:cubicBezTo>
                  <a:cubicBezTo>
                    <a:pt x="1902" y="5566"/>
                    <a:pt x="1939" y="5577"/>
                    <a:pt x="1974" y="5597"/>
                  </a:cubicBezTo>
                  <a:lnTo>
                    <a:pt x="2527" y="5934"/>
                  </a:lnTo>
                  <a:cubicBezTo>
                    <a:pt x="2570" y="5961"/>
                    <a:pt x="2602" y="6001"/>
                    <a:pt x="2619" y="6049"/>
                  </a:cubicBezTo>
                  <a:lnTo>
                    <a:pt x="3124" y="7530"/>
                  </a:lnTo>
                  <a:cubicBezTo>
                    <a:pt x="3245" y="7882"/>
                    <a:pt x="3563" y="8136"/>
                    <a:pt x="3932" y="8176"/>
                  </a:cubicBezTo>
                  <a:lnTo>
                    <a:pt x="5590" y="8358"/>
                  </a:lnTo>
                  <a:cubicBezTo>
                    <a:pt x="5624" y="8361"/>
                    <a:pt x="5659" y="8364"/>
                    <a:pt x="5695" y="8364"/>
                  </a:cubicBezTo>
                  <a:cubicBezTo>
                    <a:pt x="5968" y="8364"/>
                    <a:pt x="6230" y="8247"/>
                    <a:pt x="6413" y="8042"/>
                  </a:cubicBezTo>
                  <a:lnTo>
                    <a:pt x="7016" y="7369"/>
                  </a:lnTo>
                  <a:cubicBezTo>
                    <a:pt x="7056" y="7324"/>
                    <a:pt x="7114" y="7298"/>
                    <a:pt x="7175" y="7298"/>
                  </a:cubicBezTo>
                  <a:cubicBezTo>
                    <a:pt x="7207" y="7298"/>
                    <a:pt x="7253" y="7304"/>
                    <a:pt x="7300" y="7337"/>
                  </a:cubicBezTo>
                  <a:lnTo>
                    <a:pt x="7600" y="7550"/>
                  </a:lnTo>
                  <a:cubicBezTo>
                    <a:pt x="7663" y="7596"/>
                    <a:pt x="7697" y="7672"/>
                    <a:pt x="7688" y="7749"/>
                  </a:cubicBezTo>
                  <a:lnTo>
                    <a:pt x="7434" y="9927"/>
                  </a:lnTo>
                  <a:cubicBezTo>
                    <a:pt x="7407" y="10154"/>
                    <a:pt x="7462" y="10384"/>
                    <a:pt x="7588" y="10573"/>
                  </a:cubicBezTo>
                  <a:lnTo>
                    <a:pt x="7990" y="11181"/>
                  </a:lnTo>
                  <a:cubicBezTo>
                    <a:pt x="8052" y="11274"/>
                    <a:pt x="8033" y="11396"/>
                    <a:pt x="7946" y="11467"/>
                  </a:cubicBezTo>
                  <a:lnTo>
                    <a:pt x="7230" y="12045"/>
                  </a:lnTo>
                  <a:cubicBezTo>
                    <a:pt x="7193" y="12076"/>
                    <a:pt x="7144" y="12094"/>
                    <a:pt x="7095" y="12094"/>
                  </a:cubicBezTo>
                  <a:cubicBezTo>
                    <a:pt x="7071" y="12094"/>
                    <a:pt x="7047" y="12089"/>
                    <a:pt x="7025" y="12081"/>
                  </a:cubicBezTo>
                  <a:lnTo>
                    <a:pt x="5772" y="11646"/>
                  </a:lnTo>
                  <a:cubicBezTo>
                    <a:pt x="5670" y="11611"/>
                    <a:pt x="5563" y="11592"/>
                    <a:pt x="5455" y="11592"/>
                  </a:cubicBezTo>
                  <a:cubicBezTo>
                    <a:pt x="5120" y="11592"/>
                    <a:pt x="4815" y="11762"/>
                    <a:pt x="4637" y="12045"/>
                  </a:cubicBezTo>
                  <a:lnTo>
                    <a:pt x="3824" y="13258"/>
                  </a:lnTo>
                  <a:cubicBezTo>
                    <a:pt x="4785" y="13749"/>
                    <a:pt x="5867" y="14023"/>
                    <a:pt x="6999" y="14023"/>
                  </a:cubicBezTo>
                  <a:cubicBezTo>
                    <a:pt x="7290" y="14023"/>
                    <a:pt x="7584" y="14005"/>
                    <a:pt x="7880" y="13968"/>
                  </a:cubicBezTo>
                  <a:cubicBezTo>
                    <a:pt x="10551" y="13634"/>
                    <a:pt x="12683" y="11836"/>
                    <a:pt x="13571" y="9481"/>
                  </a:cubicBezTo>
                  <a:lnTo>
                    <a:pt x="13571" y="9481"/>
                  </a:lnTo>
                  <a:lnTo>
                    <a:pt x="11308" y="9625"/>
                  </a:lnTo>
                  <a:cubicBezTo>
                    <a:pt x="11305" y="9625"/>
                    <a:pt x="11302" y="9626"/>
                    <a:pt x="11299" y="9626"/>
                  </a:cubicBezTo>
                  <a:cubicBezTo>
                    <a:pt x="11244" y="9626"/>
                    <a:pt x="11194" y="9586"/>
                    <a:pt x="11183" y="9530"/>
                  </a:cubicBezTo>
                  <a:lnTo>
                    <a:pt x="10998" y="8637"/>
                  </a:lnTo>
                  <a:cubicBezTo>
                    <a:pt x="10988" y="8591"/>
                    <a:pt x="11006" y="8543"/>
                    <a:pt x="11045" y="8516"/>
                  </a:cubicBezTo>
                  <a:lnTo>
                    <a:pt x="11491" y="8208"/>
                  </a:lnTo>
                  <a:cubicBezTo>
                    <a:pt x="11758" y="8022"/>
                    <a:pt x="11898" y="7708"/>
                    <a:pt x="11858" y="7385"/>
                  </a:cubicBezTo>
                  <a:lnTo>
                    <a:pt x="11799" y="6915"/>
                  </a:lnTo>
                  <a:cubicBezTo>
                    <a:pt x="11744" y="6480"/>
                    <a:pt x="11373" y="6151"/>
                    <a:pt x="10936" y="6151"/>
                  </a:cubicBezTo>
                  <a:lnTo>
                    <a:pt x="10917" y="6153"/>
                  </a:lnTo>
                  <a:lnTo>
                    <a:pt x="9782" y="6176"/>
                  </a:lnTo>
                  <a:cubicBezTo>
                    <a:pt x="9737" y="6176"/>
                    <a:pt x="9696" y="6153"/>
                    <a:pt x="9676" y="6116"/>
                  </a:cubicBezTo>
                  <a:lnTo>
                    <a:pt x="9244" y="5378"/>
                  </a:lnTo>
                  <a:cubicBezTo>
                    <a:pt x="9099" y="5131"/>
                    <a:pt x="8840" y="4971"/>
                    <a:pt x="8554" y="4950"/>
                  </a:cubicBezTo>
                  <a:lnTo>
                    <a:pt x="6225" y="4785"/>
                  </a:lnTo>
                  <a:cubicBezTo>
                    <a:pt x="6190" y="4783"/>
                    <a:pt x="6166" y="4767"/>
                    <a:pt x="6151" y="4754"/>
                  </a:cubicBezTo>
                  <a:cubicBezTo>
                    <a:pt x="6131" y="4734"/>
                    <a:pt x="6118" y="4709"/>
                    <a:pt x="6116" y="4682"/>
                  </a:cubicBezTo>
                  <a:cubicBezTo>
                    <a:pt x="6108" y="4629"/>
                    <a:pt x="6136" y="4579"/>
                    <a:pt x="6184" y="4557"/>
                  </a:cubicBezTo>
                  <a:lnTo>
                    <a:pt x="7625" y="3896"/>
                  </a:lnTo>
                  <a:cubicBezTo>
                    <a:pt x="7712" y="3856"/>
                    <a:pt x="7793" y="3802"/>
                    <a:pt x="7862" y="3735"/>
                  </a:cubicBezTo>
                  <a:lnTo>
                    <a:pt x="8391" y="3232"/>
                  </a:lnTo>
                  <a:cubicBezTo>
                    <a:pt x="8590" y="3044"/>
                    <a:pt x="8689" y="2767"/>
                    <a:pt x="8655" y="2493"/>
                  </a:cubicBezTo>
                  <a:lnTo>
                    <a:pt x="8626" y="2256"/>
                  </a:lnTo>
                  <a:cubicBezTo>
                    <a:pt x="8620" y="2212"/>
                    <a:pt x="8638" y="2180"/>
                    <a:pt x="8654" y="2162"/>
                  </a:cubicBezTo>
                  <a:cubicBezTo>
                    <a:pt x="8667" y="2146"/>
                    <a:pt x="8696" y="2121"/>
                    <a:pt x="8743" y="2121"/>
                  </a:cubicBezTo>
                  <a:cubicBezTo>
                    <a:pt x="8746" y="2121"/>
                    <a:pt x="8750" y="2122"/>
                    <a:pt x="8754" y="2122"/>
                  </a:cubicBezTo>
                  <a:lnTo>
                    <a:pt x="9024" y="2144"/>
                  </a:lnTo>
                  <a:cubicBezTo>
                    <a:pt x="9049" y="2146"/>
                    <a:pt x="9072" y="2147"/>
                    <a:pt x="9096" y="2147"/>
                  </a:cubicBezTo>
                  <a:cubicBezTo>
                    <a:pt x="9550" y="2147"/>
                    <a:pt x="9932" y="1791"/>
                    <a:pt x="9964" y="1339"/>
                  </a:cubicBezTo>
                  <a:lnTo>
                    <a:pt x="10038" y="689"/>
                  </a:lnTo>
                  <a:cubicBezTo>
                    <a:pt x="9115" y="246"/>
                    <a:pt x="8087" y="1"/>
                    <a:pt x="7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0"/>
            <p:cNvSpPr/>
            <p:nvPr/>
          </p:nvSpPr>
          <p:spPr>
            <a:xfrm>
              <a:off x="1536339" y="3298843"/>
              <a:ext cx="70915" cy="36362"/>
            </a:xfrm>
            <a:custGeom>
              <a:rect b="b" l="l" r="r" t="t"/>
              <a:pathLst>
                <a:path extrusionOk="0" h="1306" w="2547">
                  <a:moveTo>
                    <a:pt x="0" y="1"/>
                  </a:moveTo>
                  <a:cubicBezTo>
                    <a:pt x="915" y="258"/>
                    <a:pt x="1757" y="707"/>
                    <a:pt x="2475" y="1306"/>
                  </a:cubicBezTo>
                  <a:lnTo>
                    <a:pt x="2547" y="672"/>
                  </a:lnTo>
                  <a:cubicBezTo>
                    <a:pt x="1762" y="295"/>
                    <a:pt x="900" y="61"/>
                    <a:pt x="0" y="1"/>
                  </a:cubicBezTo>
                  <a:close/>
                </a:path>
              </a:pathLst>
            </a:custGeom>
            <a:solidFill>
              <a:srgbClr val="53A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0"/>
            <p:cNvSpPr/>
            <p:nvPr/>
          </p:nvSpPr>
          <p:spPr>
            <a:xfrm>
              <a:off x="1327211" y="3442875"/>
              <a:ext cx="236439" cy="229673"/>
            </a:xfrm>
            <a:custGeom>
              <a:rect b="b" l="l" r="r" t="t"/>
              <a:pathLst>
                <a:path extrusionOk="0" h="8249" w="8492">
                  <a:moveTo>
                    <a:pt x="1882" y="0"/>
                  </a:moveTo>
                  <a:cubicBezTo>
                    <a:pt x="1768" y="0"/>
                    <a:pt x="1655" y="33"/>
                    <a:pt x="1557" y="98"/>
                  </a:cubicBezTo>
                  <a:lnTo>
                    <a:pt x="56" y="1088"/>
                  </a:lnTo>
                  <a:cubicBezTo>
                    <a:pt x="1" y="1612"/>
                    <a:pt x="4" y="2149"/>
                    <a:pt x="73" y="2693"/>
                  </a:cubicBezTo>
                  <a:cubicBezTo>
                    <a:pt x="391" y="5236"/>
                    <a:pt x="2035" y="7290"/>
                    <a:pt x="4224" y="8249"/>
                  </a:cubicBezTo>
                  <a:cubicBezTo>
                    <a:pt x="4234" y="8237"/>
                    <a:pt x="4241" y="8224"/>
                    <a:pt x="4250" y="8212"/>
                  </a:cubicBezTo>
                  <a:lnTo>
                    <a:pt x="4976" y="7055"/>
                  </a:lnTo>
                  <a:cubicBezTo>
                    <a:pt x="5086" y="6879"/>
                    <a:pt x="5277" y="6778"/>
                    <a:pt x="5475" y="6778"/>
                  </a:cubicBezTo>
                  <a:cubicBezTo>
                    <a:pt x="5540" y="6778"/>
                    <a:pt x="5605" y="6789"/>
                    <a:pt x="5668" y="6811"/>
                  </a:cubicBezTo>
                  <a:lnTo>
                    <a:pt x="6922" y="7246"/>
                  </a:lnTo>
                  <a:cubicBezTo>
                    <a:pt x="6985" y="7268"/>
                    <a:pt x="7050" y="7278"/>
                    <a:pt x="7115" y="7278"/>
                  </a:cubicBezTo>
                  <a:cubicBezTo>
                    <a:pt x="7248" y="7278"/>
                    <a:pt x="7379" y="7234"/>
                    <a:pt x="7487" y="7147"/>
                  </a:cubicBezTo>
                  <a:lnTo>
                    <a:pt x="8203" y="6568"/>
                  </a:lnTo>
                  <a:cubicBezTo>
                    <a:pt x="8438" y="6378"/>
                    <a:pt x="8492" y="6038"/>
                    <a:pt x="8324" y="5784"/>
                  </a:cubicBezTo>
                  <a:lnTo>
                    <a:pt x="7921" y="5175"/>
                  </a:lnTo>
                  <a:cubicBezTo>
                    <a:pt x="7843" y="5058"/>
                    <a:pt x="7810" y="4919"/>
                    <a:pt x="7826" y="4781"/>
                  </a:cubicBezTo>
                  <a:lnTo>
                    <a:pt x="8081" y="2603"/>
                  </a:lnTo>
                  <a:cubicBezTo>
                    <a:pt x="8105" y="2388"/>
                    <a:pt x="8013" y="2179"/>
                    <a:pt x="7837" y="2054"/>
                  </a:cubicBezTo>
                  <a:lnTo>
                    <a:pt x="7537" y="1841"/>
                  </a:lnTo>
                  <a:cubicBezTo>
                    <a:pt x="7434" y="1767"/>
                    <a:pt x="7315" y="1732"/>
                    <a:pt x="7196" y="1732"/>
                  </a:cubicBezTo>
                  <a:cubicBezTo>
                    <a:pt x="7033" y="1732"/>
                    <a:pt x="6872" y="1799"/>
                    <a:pt x="6755" y="1929"/>
                  </a:cubicBezTo>
                  <a:lnTo>
                    <a:pt x="6154" y="2602"/>
                  </a:lnTo>
                  <a:cubicBezTo>
                    <a:pt x="6040" y="2727"/>
                    <a:pt x="5881" y="2798"/>
                    <a:pt x="5714" y="2798"/>
                  </a:cubicBezTo>
                  <a:cubicBezTo>
                    <a:pt x="5693" y="2798"/>
                    <a:pt x="5672" y="2797"/>
                    <a:pt x="5650" y="2795"/>
                  </a:cubicBezTo>
                  <a:lnTo>
                    <a:pt x="3994" y="2613"/>
                  </a:lnTo>
                  <a:cubicBezTo>
                    <a:pt x="3766" y="2588"/>
                    <a:pt x="3573" y="2435"/>
                    <a:pt x="3500" y="2218"/>
                  </a:cubicBezTo>
                  <a:lnTo>
                    <a:pt x="2994" y="737"/>
                  </a:lnTo>
                  <a:cubicBezTo>
                    <a:pt x="2949" y="607"/>
                    <a:pt x="2860" y="496"/>
                    <a:pt x="2743" y="424"/>
                  </a:cubicBezTo>
                  <a:lnTo>
                    <a:pt x="2189" y="87"/>
                  </a:lnTo>
                  <a:cubicBezTo>
                    <a:pt x="2094" y="29"/>
                    <a:pt x="1988" y="0"/>
                    <a:pt x="1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0"/>
            <p:cNvSpPr/>
            <p:nvPr/>
          </p:nvSpPr>
          <p:spPr>
            <a:xfrm>
              <a:off x="1486890" y="3312709"/>
              <a:ext cx="234295" cy="264114"/>
            </a:xfrm>
            <a:custGeom>
              <a:rect b="b" l="l" r="r" t="t"/>
              <a:pathLst>
                <a:path extrusionOk="0" h="9486" w="8415">
                  <a:moveTo>
                    <a:pt x="3933" y="1"/>
                  </a:moveTo>
                  <a:lnTo>
                    <a:pt x="3874" y="797"/>
                  </a:lnTo>
                  <a:cubicBezTo>
                    <a:pt x="3856" y="1057"/>
                    <a:pt x="3638" y="1256"/>
                    <a:pt x="3382" y="1256"/>
                  </a:cubicBezTo>
                  <a:cubicBezTo>
                    <a:pt x="3368" y="1256"/>
                    <a:pt x="3354" y="1255"/>
                    <a:pt x="3340" y="1254"/>
                  </a:cubicBezTo>
                  <a:lnTo>
                    <a:pt x="3069" y="1232"/>
                  </a:lnTo>
                  <a:cubicBezTo>
                    <a:pt x="3055" y="1231"/>
                    <a:pt x="3042" y="1231"/>
                    <a:pt x="3028" y="1231"/>
                  </a:cubicBezTo>
                  <a:cubicBezTo>
                    <a:pt x="2734" y="1231"/>
                    <a:pt x="2500" y="1490"/>
                    <a:pt x="2537" y="1787"/>
                  </a:cubicBezTo>
                  <a:lnTo>
                    <a:pt x="2568" y="2024"/>
                  </a:lnTo>
                  <a:cubicBezTo>
                    <a:pt x="2587" y="2181"/>
                    <a:pt x="2531" y="2336"/>
                    <a:pt x="2418" y="2445"/>
                  </a:cubicBezTo>
                  <a:lnTo>
                    <a:pt x="1889" y="2948"/>
                  </a:lnTo>
                  <a:cubicBezTo>
                    <a:pt x="1848" y="2986"/>
                    <a:pt x="1803" y="3018"/>
                    <a:pt x="1753" y="3040"/>
                  </a:cubicBezTo>
                  <a:lnTo>
                    <a:pt x="312" y="3701"/>
                  </a:lnTo>
                  <a:cubicBezTo>
                    <a:pt x="115" y="3791"/>
                    <a:pt x="1" y="3998"/>
                    <a:pt x="27" y="4213"/>
                  </a:cubicBezTo>
                  <a:cubicBezTo>
                    <a:pt x="42" y="4330"/>
                    <a:pt x="97" y="4434"/>
                    <a:pt x="179" y="4511"/>
                  </a:cubicBezTo>
                  <a:cubicBezTo>
                    <a:pt x="259" y="4588"/>
                    <a:pt x="366" y="4638"/>
                    <a:pt x="484" y="4645"/>
                  </a:cubicBezTo>
                  <a:lnTo>
                    <a:pt x="2812" y="4810"/>
                  </a:lnTo>
                  <a:cubicBezTo>
                    <a:pt x="2975" y="4821"/>
                    <a:pt x="3122" y="4912"/>
                    <a:pt x="3205" y="5053"/>
                  </a:cubicBezTo>
                  <a:lnTo>
                    <a:pt x="3636" y="5791"/>
                  </a:lnTo>
                  <a:cubicBezTo>
                    <a:pt x="3727" y="5944"/>
                    <a:pt x="3891" y="6037"/>
                    <a:pt x="4067" y="6037"/>
                  </a:cubicBezTo>
                  <a:cubicBezTo>
                    <a:pt x="4070" y="6037"/>
                    <a:pt x="4072" y="6037"/>
                    <a:pt x="4074" y="6037"/>
                  </a:cubicBezTo>
                  <a:lnTo>
                    <a:pt x="5210" y="6012"/>
                  </a:lnTo>
                  <a:cubicBezTo>
                    <a:pt x="5213" y="6012"/>
                    <a:pt x="5216" y="6012"/>
                    <a:pt x="5219" y="6012"/>
                  </a:cubicBezTo>
                  <a:cubicBezTo>
                    <a:pt x="5469" y="6012"/>
                    <a:pt x="5680" y="6198"/>
                    <a:pt x="5711" y="6446"/>
                  </a:cubicBezTo>
                  <a:lnTo>
                    <a:pt x="5769" y="6916"/>
                  </a:lnTo>
                  <a:cubicBezTo>
                    <a:pt x="5793" y="7099"/>
                    <a:pt x="5712" y="7279"/>
                    <a:pt x="5561" y="7384"/>
                  </a:cubicBezTo>
                  <a:lnTo>
                    <a:pt x="5118" y="7692"/>
                  </a:lnTo>
                  <a:cubicBezTo>
                    <a:pt x="4954" y="7805"/>
                    <a:pt x="4874" y="8005"/>
                    <a:pt x="4914" y="8199"/>
                  </a:cubicBezTo>
                  <a:lnTo>
                    <a:pt x="5101" y="9092"/>
                  </a:lnTo>
                  <a:cubicBezTo>
                    <a:pt x="5149" y="9322"/>
                    <a:pt x="5352" y="9486"/>
                    <a:pt x="5583" y="9486"/>
                  </a:cubicBezTo>
                  <a:cubicBezTo>
                    <a:pt x="5594" y="9486"/>
                    <a:pt x="5606" y="9485"/>
                    <a:pt x="5617" y="9484"/>
                  </a:cubicBezTo>
                  <a:lnTo>
                    <a:pt x="7698" y="9351"/>
                  </a:lnTo>
                  <a:cubicBezTo>
                    <a:pt x="8203" y="8222"/>
                    <a:pt x="8415" y="6944"/>
                    <a:pt x="8250" y="5625"/>
                  </a:cubicBezTo>
                  <a:cubicBezTo>
                    <a:pt x="7923" y="3019"/>
                    <a:pt x="6205" y="926"/>
                    <a:pt x="39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0"/>
            <p:cNvSpPr/>
            <p:nvPr/>
          </p:nvSpPr>
          <p:spPr>
            <a:xfrm>
              <a:off x="1659461" y="3446995"/>
              <a:ext cx="29402" cy="17708"/>
            </a:xfrm>
            <a:custGeom>
              <a:rect b="b" l="l" r="r" t="t"/>
              <a:pathLst>
                <a:path extrusionOk="0" h="636" w="1056">
                  <a:moveTo>
                    <a:pt x="748" y="0"/>
                  </a:moveTo>
                  <a:cubicBezTo>
                    <a:pt x="736" y="0"/>
                    <a:pt x="724" y="1"/>
                    <a:pt x="712" y="2"/>
                  </a:cubicBezTo>
                  <a:lnTo>
                    <a:pt x="272" y="57"/>
                  </a:lnTo>
                  <a:cubicBezTo>
                    <a:pt x="113" y="78"/>
                    <a:pt x="1" y="222"/>
                    <a:pt x="20" y="382"/>
                  </a:cubicBezTo>
                  <a:cubicBezTo>
                    <a:pt x="39" y="528"/>
                    <a:pt x="163" y="635"/>
                    <a:pt x="308" y="635"/>
                  </a:cubicBezTo>
                  <a:cubicBezTo>
                    <a:pt x="319" y="635"/>
                    <a:pt x="331" y="635"/>
                    <a:pt x="343" y="633"/>
                  </a:cubicBezTo>
                  <a:lnTo>
                    <a:pt x="784" y="578"/>
                  </a:lnTo>
                  <a:cubicBezTo>
                    <a:pt x="942" y="559"/>
                    <a:pt x="1056" y="413"/>
                    <a:pt x="1035" y="255"/>
                  </a:cubicBezTo>
                  <a:cubicBezTo>
                    <a:pt x="1017" y="107"/>
                    <a:pt x="892" y="0"/>
                    <a:pt x="7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0"/>
            <p:cNvSpPr/>
            <p:nvPr/>
          </p:nvSpPr>
          <p:spPr>
            <a:xfrm>
              <a:off x="1364158" y="3518663"/>
              <a:ext cx="29402" cy="17736"/>
            </a:xfrm>
            <a:custGeom>
              <a:rect b="b" l="l" r="r" t="t"/>
              <a:pathLst>
                <a:path extrusionOk="0" h="637" w="1056">
                  <a:moveTo>
                    <a:pt x="748" y="1"/>
                  </a:moveTo>
                  <a:cubicBezTo>
                    <a:pt x="736" y="1"/>
                    <a:pt x="724" y="2"/>
                    <a:pt x="712" y="3"/>
                  </a:cubicBezTo>
                  <a:lnTo>
                    <a:pt x="273" y="58"/>
                  </a:lnTo>
                  <a:cubicBezTo>
                    <a:pt x="114" y="79"/>
                    <a:pt x="1" y="223"/>
                    <a:pt x="20" y="382"/>
                  </a:cubicBezTo>
                  <a:cubicBezTo>
                    <a:pt x="40" y="529"/>
                    <a:pt x="164" y="636"/>
                    <a:pt x="308" y="636"/>
                  </a:cubicBezTo>
                  <a:cubicBezTo>
                    <a:pt x="320" y="636"/>
                    <a:pt x="332" y="636"/>
                    <a:pt x="345" y="634"/>
                  </a:cubicBezTo>
                  <a:lnTo>
                    <a:pt x="784" y="579"/>
                  </a:lnTo>
                  <a:cubicBezTo>
                    <a:pt x="944" y="559"/>
                    <a:pt x="1056" y="414"/>
                    <a:pt x="1036" y="256"/>
                  </a:cubicBezTo>
                  <a:cubicBezTo>
                    <a:pt x="1018" y="108"/>
                    <a:pt x="893" y="1"/>
                    <a:pt x="7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0"/>
            <p:cNvSpPr/>
            <p:nvPr/>
          </p:nvSpPr>
          <p:spPr>
            <a:xfrm>
              <a:off x="1619172" y="3425668"/>
              <a:ext cx="29402" cy="17708"/>
            </a:xfrm>
            <a:custGeom>
              <a:rect b="b" l="l" r="r" t="t"/>
              <a:pathLst>
                <a:path extrusionOk="0" h="636" w="1056">
                  <a:moveTo>
                    <a:pt x="747" y="0"/>
                  </a:moveTo>
                  <a:cubicBezTo>
                    <a:pt x="735" y="0"/>
                    <a:pt x="723" y="1"/>
                    <a:pt x="711" y="2"/>
                  </a:cubicBezTo>
                  <a:lnTo>
                    <a:pt x="272" y="57"/>
                  </a:lnTo>
                  <a:cubicBezTo>
                    <a:pt x="112" y="77"/>
                    <a:pt x="0" y="222"/>
                    <a:pt x="20" y="381"/>
                  </a:cubicBezTo>
                  <a:cubicBezTo>
                    <a:pt x="38" y="528"/>
                    <a:pt x="163" y="635"/>
                    <a:pt x="307" y="635"/>
                  </a:cubicBezTo>
                  <a:cubicBezTo>
                    <a:pt x="320" y="635"/>
                    <a:pt x="332" y="634"/>
                    <a:pt x="344" y="633"/>
                  </a:cubicBezTo>
                  <a:lnTo>
                    <a:pt x="783" y="578"/>
                  </a:lnTo>
                  <a:cubicBezTo>
                    <a:pt x="942" y="557"/>
                    <a:pt x="1055" y="412"/>
                    <a:pt x="1036" y="254"/>
                  </a:cubicBezTo>
                  <a:cubicBezTo>
                    <a:pt x="1016" y="107"/>
                    <a:pt x="891"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0"/>
            <p:cNvSpPr/>
            <p:nvPr/>
          </p:nvSpPr>
          <p:spPr>
            <a:xfrm>
              <a:off x="1473776" y="3584345"/>
              <a:ext cx="30627" cy="17875"/>
            </a:xfrm>
            <a:custGeom>
              <a:rect b="b" l="l" r="r" t="t"/>
              <a:pathLst>
                <a:path extrusionOk="0" h="642" w="1100">
                  <a:moveTo>
                    <a:pt x="792" y="1"/>
                  </a:moveTo>
                  <a:cubicBezTo>
                    <a:pt x="780" y="1"/>
                    <a:pt x="768" y="1"/>
                    <a:pt x="756" y="3"/>
                  </a:cubicBezTo>
                  <a:lnTo>
                    <a:pt x="273" y="64"/>
                  </a:lnTo>
                  <a:cubicBezTo>
                    <a:pt x="114" y="83"/>
                    <a:pt x="1" y="228"/>
                    <a:pt x="21" y="388"/>
                  </a:cubicBezTo>
                  <a:cubicBezTo>
                    <a:pt x="40" y="535"/>
                    <a:pt x="164" y="642"/>
                    <a:pt x="308" y="642"/>
                  </a:cubicBezTo>
                  <a:cubicBezTo>
                    <a:pt x="320" y="642"/>
                    <a:pt x="332" y="641"/>
                    <a:pt x="345" y="640"/>
                  </a:cubicBezTo>
                  <a:lnTo>
                    <a:pt x="829" y="579"/>
                  </a:lnTo>
                  <a:cubicBezTo>
                    <a:pt x="987" y="559"/>
                    <a:pt x="1100" y="414"/>
                    <a:pt x="1080" y="255"/>
                  </a:cubicBezTo>
                  <a:cubicBezTo>
                    <a:pt x="1062" y="108"/>
                    <a:pt x="937" y="1"/>
                    <a:pt x="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0"/>
            <p:cNvSpPr/>
            <p:nvPr/>
          </p:nvSpPr>
          <p:spPr>
            <a:xfrm>
              <a:off x="1387741" y="3545504"/>
              <a:ext cx="30627" cy="17875"/>
            </a:xfrm>
            <a:custGeom>
              <a:rect b="b" l="l" r="r" t="t"/>
              <a:pathLst>
                <a:path extrusionOk="0" h="642" w="1100">
                  <a:moveTo>
                    <a:pt x="791" y="0"/>
                  </a:moveTo>
                  <a:cubicBezTo>
                    <a:pt x="779" y="0"/>
                    <a:pt x="767" y="1"/>
                    <a:pt x="755" y="3"/>
                  </a:cubicBezTo>
                  <a:lnTo>
                    <a:pt x="272" y="64"/>
                  </a:lnTo>
                  <a:cubicBezTo>
                    <a:pt x="112" y="83"/>
                    <a:pt x="0" y="228"/>
                    <a:pt x="20" y="388"/>
                  </a:cubicBezTo>
                  <a:cubicBezTo>
                    <a:pt x="38" y="534"/>
                    <a:pt x="164" y="642"/>
                    <a:pt x="308" y="642"/>
                  </a:cubicBezTo>
                  <a:cubicBezTo>
                    <a:pt x="320" y="642"/>
                    <a:pt x="332" y="640"/>
                    <a:pt x="344" y="639"/>
                  </a:cubicBezTo>
                  <a:lnTo>
                    <a:pt x="827" y="578"/>
                  </a:lnTo>
                  <a:cubicBezTo>
                    <a:pt x="986" y="559"/>
                    <a:pt x="1099" y="414"/>
                    <a:pt x="1080" y="255"/>
                  </a:cubicBezTo>
                  <a:cubicBezTo>
                    <a:pt x="1060" y="107"/>
                    <a:pt x="936"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0"/>
            <p:cNvSpPr/>
            <p:nvPr/>
          </p:nvSpPr>
          <p:spPr>
            <a:xfrm>
              <a:off x="1387825" y="3222915"/>
              <a:ext cx="270184" cy="175770"/>
            </a:xfrm>
            <a:custGeom>
              <a:rect b="b" l="l" r="r" t="t"/>
              <a:pathLst>
                <a:path extrusionOk="0" h="6313" w="9704">
                  <a:moveTo>
                    <a:pt x="569" y="1"/>
                  </a:moveTo>
                  <a:cubicBezTo>
                    <a:pt x="569" y="1"/>
                    <a:pt x="22" y="1922"/>
                    <a:pt x="1" y="4699"/>
                  </a:cubicBezTo>
                  <a:cubicBezTo>
                    <a:pt x="1" y="4802"/>
                    <a:pt x="50" y="4900"/>
                    <a:pt x="135" y="4960"/>
                  </a:cubicBezTo>
                  <a:cubicBezTo>
                    <a:pt x="569" y="5267"/>
                    <a:pt x="2073" y="6175"/>
                    <a:pt x="4851" y="6312"/>
                  </a:cubicBezTo>
                  <a:cubicBezTo>
                    <a:pt x="7630" y="6175"/>
                    <a:pt x="9135" y="5267"/>
                    <a:pt x="9569" y="4960"/>
                  </a:cubicBezTo>
                  <a:cubicBezTo>
                    <a:pt x="9653" y="4900"/>
                    <a:pt x="9703" y="4802"/>
                    <a:pt x="9702" y="4699"/>
                  </a:cubicBezTo>
                  <a:cubicBezTo>
                    <a:pt x="9681" y="1922"/>
                    <a:pt x="9134" y="1"/>
                    <a:pt x="9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0"/>
            <p:cNvSpPr/>
            <p:nvPr/>
          </p:nvSpPr>
          <p:spPr>
            <a:xfrm>
              <a:off x="1320055" y="3153558"/>
              <a:ext cx="405721" cy="143166"/>
            </a:xfrm>
            <a:custGeom>
              <a:rect b="b" l="l" r="r" t="t"/>
              <a:pathLst>
                <a:path extrusionOk="0" h="5142" w="14572">
                  <a:moveTo>
                    <a:pt x="7285" y="0"/>
                  </a:moveTo>
                  <a:cubicBezTo>
                    <a:pt x="7222" y="0"/>
                    <a:pt x="7159" y="10"/>
                    <a:pt x="7098" y="31"/>
                  </a:cubicBezTo>
                  <a:lnTo>
                    <a:pt x="275" y="2287"/>
                  </a:lnTo>
                  <a:cubicBezTo>
                    <a:pt x="0" y="2377"/>
                    <a:pt x="0" y="2765"/>
                    <a:pt x="275" y="2855"/>
                  </a:cubicBezTo>
                  <a:lnTo>
                    <a:pt x="7098" y="5112"/>
                  </a:lnTo>
                  <a:cubicBezTo>
                    <a:pt x="7159" y="5132"/>
                    <a:pt x="7222" y="5142"/>
                    <a:pt x="7285" y="5142"/>
                  </a:cubicBezTo>
                  <a:cubicBezTo>
                    <a:pt x="7349" y="5142"/>
                    <a:pt x="7412" y="5132"/>
                    <a:pt x="7473" y="5112"/>
                  </a:cubicBezTo>
                  <a:lnTo>
                    <a:pt x="14297" y="2855"/>
                  </a:lnTo>
                  <a:cubicBezTo>
                    <a:pt x="14572" y="2765"/>
                    <a:pt x="14572" y="2377"/>
                    <a:pt x="14297" y="2287"/>
                  </a:cubicBezTo>
                  <a:lnTo>
                    <a:pt x="7473" y="31"/>
                  </a:lnTo>
                  <a:cubicBezTo>
                    <a:pt x="7412" y="10"/>
                    <a:pt x="7349" y="0"/>
                    <a:pt x="7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0"/>
            <p:cNvSpPr/>
            <p:nvPr/>
          </p:nvSpPr>
          <p:spPr>
            <a:xfrm>
              <a:off x="1426276" y="3213866"/>
              <a:ext cx="87370" cy="112790"/>
            </a:xfrm>
            <a:custGeom>
              <a:rect b="b" l="l" r="r" t="t"/>
              <a:pathLst>
                <a:path extrusionOk="0" h="4051" w="3138">
                  <a:moveTo>
                    <a:pt x="2806" y="1"/>
                  </a:moveTo>
                  <a:cubicBezTo>
                    <a:pt x="2751" y="1"/>
                    <a:pt x="2695" y="16"/>
                    <a:pt x="2646" y="49"/>
                  </a:cubicBezTo>
                  <a:lnTo>
                    <a:pt x="130" y="1714"/>
                  </a:lnTo>
                  <a:cubicBezTo>
                    <a:pt x="49" y="1767"/>
                    <a:pt x="0" y="1859"/>
                    <a:pt x="0" y="1956"/>
                  </a:cubicBezTo>
                  <a:lnTo>
                    <a:pt x="0" y="3760"/>
                  </a:lnTo>
                  <a:cubicBezTo>
                    <a:pt x="0" y="3920"/>
                    <a:pt x="130" y="4051"/>
                    <a:pt x="290" y="4051"/>
                  </a:cubicBezTo>
                  <a:cubicBezTo>
                    <a:pt x="451" y="4051"/>
                    <a:pt x="580" y="3920"/>
                    <a:pt x="580" y="3760"/>
                  </a:cubicBezTo>
                  <a:lnTo>
                    <a:pt x="580" y="2111"/>
                  </a:lnTo>
                  <a:lnTo>
                    <a:pt x="2967" y="533"/>
                  </a:lnTo>
                  <a:cubicBezTo>
                    <a:pt x="3101" y="444"/>
                    <a:pt x="3137" y="265"/>
                    <a:pt x="3048" y="131"/>
                  </a:cubicBezTo>
                  <a:cubicBezTo>
                    <a:pt x="2993" y="47"/>
                    <a:pt x="2900" y="1"/>
                    <a:pt x="28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0"/>
            <p:cNvSpPr/>
            <p:nvPr/>
          </p:nvSpPr>
          <p:spPr>
            <a:xfrm>
              <a:off x="1414276" y="3310704"/>
              <a:ext cx="40149" cy="117022"/>
            </a:xfrm>
            <a:custGeom>
              <a:rect b="b" l="l" r="r" t="t"/>
              <a:pathLst>
                <a:path extrusionOk="0" h="4203" w="1442">
                  <a:moveTo>
                    <a:pt x="567" y="1"/>
                  </a:moveTo>
                  <a:cubicBezTo>
                    <a:pt x="359" y="449"/>
                    <a:pt x="12" y="1560"/>
                    <a:pt x="1" y="3988"/>
                  </a:cubicBezTo>
                  <a:cubicBezTo>
                    <a:pt x="1" y="4053"/>
                    <a:pt x="46" y="4112"/>
                    <a:pt x="111" y="4129"/>
                  </a:cubicBezTo>
                  <a:cubicBezTo>
                    <a:pt x="231" y="4160"/>
                    <a:pt x="447" y="4202"/>
                    <a:pt x="721" y="4202"/>
                  </a:cubicBezTo>
                  <a:cubicBezTo>
                    <a:pt x="995" y="4202"/>
                    <a:pt x="1211" y="4160"/>
                    <a:pt x="1332" y="4129"/>
                  </a:cubicBezTo>
                  <a:cubicBezTo>
                    <a:pt x="1396" y="4112"/>
                    <a:pt x="1441" y="4053"/>
                    <a:pt x="1441" y="3988"/>
                  </a:cubicBezTo>
                  <a:cubicBezTo>
                    <a:pt x="1430" y="1560"/>
                    <a:pt x="1083" y="449"/>
                    <a:pt x="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0"/>
            <p:cNvSpPr/>
            <p:nvPr/>
          </p:nvSpPr>
          <p:spPr>
            <a:xfrm>
              <a:off x="1417477" y="3293024"/>
              <a:ext cx="33745" cy="33745"/>
            </a:xfrm>
            <a:custGeom>
              <a:rect b="b" l="l" r="r" t="t"/>
              <a:pathLst>
                <a:path extrusionOk="0" h="1212" w="1212">
                  <a:moveTo>
                    <a:pt x="606" y="0"/>
                  </a:moveTo>
                  <a:cubicBezTo>
                    <a:pt x="271" y="0"/>
                    <a:pt x="1" y="272"/>
                    <a:pt x="1" y="606"/>
                  </a:cubicBezTo>
                  <a:cubicBezTo>
                    <a:pt x="1" y="940"/>
                    <a:pt x="271" y="1211"/>
                    <a:pt x="606" y="1211"/>
                  </a:cubicBezTo>
                  <a:cubicBezTo>
                    <a:pt x="941" y="1211"/>
                    <a:pt x="1212" y="940"/>
                    <a:pt x="1212" y="606"/>
                  </a:cubicBezTo>
                  <a:cubicBezTo>
                    <a:pt x="1212" y="272"/>
                    <a:pt x="941" y="0"/>
                    <a:pt x="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0"/>
            <p:cNvSpPr/>
            <p:nvPr/>
          </p:nvSpPr>
          <p:spPr>
            <a:xfrm>
              <a:off x="1501480" y="3200891"/>
              <a:ext cx="42683" cy="25866"/>
            </a:xfrm>
            <a:custGeom>
              <a:rect b="b" l="l" r="r" t="t"/>
              <a:pathLst>
                <a:path extrusionOk="0" h="929" w="1533">
                  <a:moveTo>
                    <a:pt x="767" y="0"/>
                  </a:moveTo>
                  <a:cubicBezTo>
                    <a:pt x="344" y="0"/>
                    <a:pt x="1" y="234"/>
                    <a:pt x="1" y="523"/>
                  </a:cubicBezTo>
                  <a:cubicBezTo>
                    <a:pt x="1" y="813"/>
                    <a:pt x="344" y="928"/>
                    <a:pt x="767" y="928"/>
                  </a:cubicBezTo>
                  <a:cubicBezTo>
                    <a:pt x="1190" y="928"/>
                    <a:pt x="1533" y="813"/>
                    <a:pt x="1533" y="523"/>
                  </a:cubicBezTo>
                  <a:cubicBezTo>
                    <a:pt x="1533" y="234"/>
                    <a:pt x="1190" y="0"/>
                    <a:pt x="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70"/>
          <p:cNvGrpSpPr/>
          <p:nvPr/>
        </p:nvGrpSpPr>
        <p:grpSpPr>
          <a:xfrm>
            <a:off x="904663" y="3283923"/>
            <a:ext cx="476628" cy="501871"/>
            <a:chOff x="524025" y="3153558"/>
            <a:chExt cx="498409" cy="535272"/>
          </a:xfrm>
        </p:grpSpPr>
        <p:sp>
          <p:nvSpPr>
            <p:cNvPr id="4470" name="Google Shape;4470;p70"/>
            <p:cNvSpPr/>
            <p:nvPr/>
          </p:nvSpPr>
          <p:spPr>
            <a:xfrm>
              <a:off x="647202" y="3153558"/>
              <a:ext cx="252058" cy="535272"/>
            </a:xfrm>
            <a:custGeom>
              <a:rect b="b" l="l" r="r" t="t"/>
              <a:pathLst>
                <a:path extrusionOk="0" h="19225" w="9053">
                  <a:moveTo>
                    <a:pt x="4526" y="564"/>
                  </a:moveTo>
                  <a:cubicBezTo>
                    <a:pt x="5542" y="564"/>
                    <a:pt x="6518" y="1475"/>
                    <a:pt x="7271" y="3131"/>
                  </a:cubicBezTo>
                  <a:cubicBezTo>
                    <a:pt x="8056" y="4858"/>
                    <a:pt x="8489" y="7159"/>
                    <a:pt x="8489" y="9612"/>
                  </a:cubicBezTo>
                  <a:cubicBezTo>
                    <a:pt x="8489" y="12065"/>
                    <a:pt x="8056" y="14366"/>
                    <a:pt x="7271" y="16093"/>
                  </a:cubicBezTo>
                  <a:cubicBezTo>
                    <a:pt x="6518" y="17749"/>
                    <a:pt x="5542" y="18661"/>
                    <a:pt x="4526" y="18661"/>
                  </a:cubicBezTo>
                  <a:cubicBezTo>
                    <a:pt x="3509" y="18661"/>
                    <a:pt x="2535" y="17749"/>
                    <a:pt x="1781" y="16093"/>
                  </a:cubicBezTo>
                  <a:cubicBezTo>
                    <a:pt x="996" y="14366"/>
                    <a:pt x="564" y="12065"/>
                    <a:pt x="564" y="9612"/>
                  </a:cubicBezTo>
                  <a:cubicBezTo>
                    <a:pt x="564" y="7159"/>
                    <a:pt x="996" y="4858"/>
                    <a:pt x="1781" y="3131"/>
                  </a:cubicBezTo>
                  <a:cubicBezTo>
                    <a:pt x="2535" y="1475"/>
                    <a:pt x="3509" y="564"/>
                    <a:pt x="4526" y="564"/>
                  </a:cubicBezTo>
                  <a:close/>
                  <a:moveTo>
                    <a:pt x="4526" y="0"/>
                  </a:moveTo>
                  <a:cubicBezTo>
                    <a:pt x="3275" y="0"/>
                    <a:pt x="2119" y="1029"/>
                    <a:pt x="1269" y="2898"/>
                  </a:cubicBezTo>
                  <a:cubicBezTo>
                    <a:pt x="450" y="4696"/>
                    <a:pt x="0" y="7080"/>
                    <a:pt x="0" y="9612"/>
                  </a:cubicBezTo>
                  <a:cubicBezTo>
                    <a:pt x="0" y="12144"/>
                    <a:pt x="450" y="14528"/>
                    <a:pt x="1269" y="16326"/>
                  </a:cubicBezTo>
                  <a:cubicBezTo>
                    <a:pt x="2119" y="18195"/>
                    <a:pt x="3275" y="19224"/>
                    <a:pt x="4526" y="19224"/>
                  </a:cubicBezTo>
                  <a:cubicBezTo>
                    <a:pt x="5777" y="19224"/>
                    <a:pt x="6934" y="18195"/>
                    <a:pt x="7784" y="16326"/>
                  </a:cubicBezTo>
                  <a:cubicBezTo>
                    <a:pt x="8601" y="14528"/>
                    <a:pt x="9053" y="12144"/>
                    <a:pt x="9053" y="9612"/>
                  </a:cubicBezTo>
                  <a:cubicBezTo>
                    <a:pt x="9053" y="7080"/>
                    <a:pt x="8601" y="4696"/>
                    <a:pt x="7784" y="2898"/>
                  </a:cubicBezTo>
                  <a:cubicBezTo>
                    <a:pt x="6934" y="1029"/>
                    <a:pt x="5777" y="0"/>
                    <a:pt x="4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0"/>
            <p:cNvSpPr/>
            <p:nvPr/>
          </p:nvSpPr>
          <p:spPr>
            <a:xfrm>
              <a:off x="524025" y="3247946"/>
              <a:ext cx="498409" cy="346472"/>
            </a:xfrm>
            <a:custGeom>
              <a:rect b="b" l="l" r="r" t="t"/>
              <a:pathLst>
                <a:path extrusionOk="0" h="12444" w="17901">
                  <a:moveTo>
                    <a:pt x="3896" y="563"/>
                  </a:moveTo>
                  <a:cubicBezTo>
                    <a:pt x="4154" y="563"/>
                    <a:pt x="4424" y="576"/>
                    <a:pt x="4710" y="604"/>
                  </a:cubicBezTo>
                  <a:cubicBezTo>
                    <a:pt x="6598" y="787"/>
                    <a:pt x="8806" y="1564"/>
                    <a:pt x="10931" y="2790"/>
                  </a:cubicBezTo>
                  <a:cubicBezTo>
                    <a:pt x="13056" y="4017"/>
                    <a:pt x="14833" y="5543"/>
                    <a:pt x="15935" y="7086"/>
                  </a:cubicBezTo>
                  <a:cubicBezTo>
                    <a:pt x="16993" y="8566"/>
                    <a:pt x="17295" y="9866"/>
                    <a:pt x="16787" y="10747"/>
                  </a:cubicBezTo>
                  <a:cubicBezTo>
                    <a:pt x="16358" y="11489"/>
                    <a:pt x="15384" y="11881"/>
                    <a:pt x="14005" y="11881"/>
                  </a:cubicBezTo>
                  <a:cubicBezTo>
                    <a:pt x="13747" y="11881"/>
                    <a:pt x="13475" y="11867"/>
                    <a:pt x="13190" y="11840"/>
                  </a:cubicBezTo>
                  <a:cubicBezTo>
                    <a:pt x="11303" y="11657"/>
                    <a:pt x="9093" y="10881"/>
                    <a:pt x="6968" y="9654"/>
                  </a:cubicBezTo>
                  <a:cubicBezTo>
                    <a:pt x="4844" y="8427"/>
                    <a:pt x="3067" y="6903"/>
                    <a:pt x="1964" y="5359"/>
                  </a:cubicBezTo>
                  <a:cubicBezTo>
                    <a:pt x="907" y="3878"/>
                    <a:pt x="604" y="2578"/>
                    <a:pt x="1113" y="1697"/>
                  </a:cubicBezTo>
                  <a:cubicBezTo>
                    <a:pt x="1542" y="956"/>
                    <a:pt x="2516" y="563"/>
                    <a:pt x="3896" y="563"/>
                  </a:cubicBezTo>
                  <a:close/>
                  <a:moveTo>
                    <a:pt x="3908" y="0"/>
                  </a:moveTo>
                  <a:cubicBezTo>
                    <a:pt x="2310" y="0"/>
                    <a:pt x="1160" y="490"/>
                    <a:pt x="625" y="1415"/>
                  </a:cubicBezTo>
                  <a:cubicBezTo>
                    <a:pt x="1" y="2500"/>
                    <a:pt x="313" y="4016"/>
                    <a:pt x="1507" y="5687"/>
                  </a:cubicBezTo>
                  <a:cubicBezTo>
                    <a:pt x="2655" y="7294"/>
                    <a:pt x="4495" y="8876"/>
                    <a:pt x="6687" y="10142"/>
                  </a:cubicBezTo>
                  <a:cubicBezTo>
                    <a:pt x="8880" y="11408"/>
                    <a:pt x="11170" y="12209"/>
                    <a:pt x="13136" y="12401"/>
                  </a:cubicBezTo>
                  <a:cubicBezTo>
                    <a:pt x="13434" y="12429"/>
                    <a:pt x="13720" y="12443"/>
                    <a:pt x="13994" y="12443"/>
                  </a:cubicBezTo>
                  <a:cubicBezTo>
                    <a:pt x="15590" y="12443"/>
                    <a:pt x="16740" y="11953"/>
                    <a:pt x="17275" y="11029"/>
                  </a:cubicBezTo>
                  <a:cubicBezTo>
                    <a:pt x="17900" y="9946"/>
                    <a:pt x="17587" y="8428"/>
                    <a:pt x="16394" y="6759"/>
                  </a:cubicBezTo>
                  <a:cubicBezTo>
                    <a:pt x="15245" y="5151"/>
                    <a:pt x="13406" y="3568"/>
                    <a:pt x="11213" y="2302"/>
                  </a:cubicBezTo>
                  <a:cubicBezTo>
                    <a:pt x="9020" y="1036"/>
                    <a:pt x="6731" y="235"/>
                    <a:pt x="4765" y="43"/>
                  </a:cubicBezTo>
                  <a:cubicBezTo>
                    <a:pt x="4467" y="15"/>
                    <a:pt x="4181" y="0"/>
                    <a:pt x="39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0"/>
            <p:cNvSpPr/>
            <p:nvPr/>
          </p:nvSpPr>
          <p:spPr>
            <a:xfrm>
              <a:off x="524025" y="3247946"/>
              <a:ext cx="498409" cy="346472"/>
            </a:xfrm>
            <a:custGeom>
              <a:rect b="b" l="l" r="r" t="t"/>
              <a:pathLst>
                <a:path extrusionOk="0" h="12444" w="17901">
                  <a:moveTo>
                    <a:pt x="14005" y="563"/>
                  </a:moveTo>
                  <a:cubicBezTo>
                    <a:pt x="15384" y="563"/>
                    <a:pt x="16359" y="956"/>
                    <a:pt x="16787" y="1697"/>
                  </a:cubicBezTo>
                  <a:cubicBezTo>
                    <a:pt x="17295" y="2578"/>
                    <a:pt x="16993" y="3878"/>
                    <a:pt x="15935" y="5359"/>
                  </a:cubicBezTo>
                  <a:cubicBezTo>
                    <a:pt x="14833" y="6903"/>
                    <a:pt x="13056" y="8427"/>
                    <a:pt x="10931" y="9654"/>
                  </a:cubicBezTo>
                  <a:cubicBezTo>
                    <a:pt x="8806" y="10880"/>
                    <a:pt x="6598" y="11657"/>
                    <a:pt x="4710" y="11840"/>
                  </a:cubicBezTo>
                  <a:cubicBezTo>
                    <a:pt x="4425" y="11867"/>
                    <a:pt x="4153" y="11881"/>
                    <a:pt x="3895" y="11881"/>
                  </a:cubicBezTo>
                  <a:cubicBezTo>
                    <a:pt x="2516" y="11881"/>
                    <a:pt x="1541" y="11489"/>
                    <a:pt x="1113" y="10747"/>
                  </a:cubicBezTo>
                  <a:cubicBezTo>
                    <a:pt x="604" y="9866"/>
                    <a:pt x="907" y="8566"/>
                    <a:pt x="1964" y="7086"/>
                  </a:cubicBezTo>
                  <a:cubicBezTo>
                    <a:pt x="3067" y="5543"/>
                    <a:pt x="4844" y="4017"/>
                    <a:pt x="6968" y="2790"/>
                  </a:cubicBezTo>
                  <a:cubicBezTo>
                    <a:pt x="9093" y="1564"/>
                    <a:pt x="11303" y="787"/>
                    <a:pt x="13190" y="604"/>
                  </a:cubicBezTo>
                  <a:cubicBezTo>
                    <a:pt x="13475" y="576"/>
                    <a:pt x="13747" y="563"/>
                    <a:pt x="14005" y="563"/>
                  </a:cubicBezTo>
                  <a:close/>
                  <a:moveTo>
                    <a:pt x="13991" y="0"/>
                  </a:moveTo>
                  <a:cubicBezTo>
                    <a:pt x="13719" y="0"/>
                    <a:pt x="13434" y="15"/>
                    <a:pt x="13136" y="43"/>
                  </a:cubicBezTo>
                  <a:cubicBezTo>
                    <a:pt x="11170" y="235"/>
                    <a:pt x="8880" y="1036"/>
                    <a:pt x="6687" y="2302"/>
                  </a:cubicBezTo>
                  <a:cubicBezTo>
                    <a:pt x="4495" y="3568"/>
                    <a:pt x="2655" y="5151"/>
                    <a:pt x="1507" y="6759"/>
                  </a:cubicBezTo>
                  <a:cubicBezTo>
                    <a:pt x="313" y="8428"/>
                    <a:pt x="1" y="9946"/>
                    <a:pt x="625" y="11029"/>
                  </a:cubicBezTo>
                  <a:cubicBezTo>
                    <a:pt x="1159" y="11953"/>
                    <a:pt x="2309" y="12443"/>
                    <a:pt x="3907" y="12443"/>
                  </a:cubicBezTo>
                  <a:cubicBezTo>
                    <a:pt x="4179" y="12443"/>
                    <a:pt x="4466" y="12429"/>
                    <a:pt x="4765" y="12401"/>
                  </a:cubicBezTo>
                  <a:cubicBezTo>
                    <a:pt x="6731" y="12209"/>
                    <a:pt x="9020" y="11408"/>
                    <a:pt x="11213" y="10142"/>
                  </a:cubicBezTo>
                  <a:cubicBezTo>
                    <a:pt x="13406" y="8876"/>
                    <a:pt x="15245" y="7294"/>
                    <a:pt x="16394" y="5687"/>
                  </a:cubicBezTo>
                  <a:cubicBezTo>
                    <a:pt x="17587" y="4016"/>
                    <a:pt x="17900" y="2500"/>
                    <a:pt x="17275" y="1415"/>
                  </a:cubicBezTo>
                  <a:cubicBezTo>
                    <a:pt x="16740" y="491"/>
                    <a:pt x="15589" y="0"/>
                    <a:pt x="139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0"/>
            <p:cNvSpPr/>
            <p:nvPr/>
          </p:nvSpPr>
          <p:spPr>
            <a:xfrm>
              <a:off x="739390" y="3262285"/>
              <a:ext cx="67629" cy="313534"/>
            </a:xfrm>
            <a:custGeom>
              <a:rect b="b" l="l" r="r" t="t"/>
              <a:pathLst>
                <a:path extrusionOk="0" h="11261" w="2429">
                  <a:moveTo>
                    <a:pt x="1" y="0"/>
                  </a:moveTo>
                  <a:lnTo>
                    <a:pt x="1" y="11260"/>
                  </a:lnTo>
                  <a:lnTo>
                    <a:pt x="2429" y="11260"/>
                  </a:lnTo>
                  <a:lnTo>
                    <a:pt x="24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0"/>
            <p:cNvSpPr/>
            <p:nvPr/>
          </p:nvSpPr>
          <p:spPr>
            <a:xfrm>
              <a:off x="739390" y="3209022"/>
              <a:ext cx="67629" cy="54738"/>
            </a:xfrm>
            <a:custGeom>
              <a:rect b="b" l="l" r="r" t="t"/>
              <a:pathLst>
                <a:path extrusionOk="0" h="1966" w="2429">
                  <a:moveTo>
                    <a:pt x="517" y="1"/>
                  </a:moveTo>
                  <a:cubicBezTo>
                    <a:pt x="231" y="1"/>
                    <a:pt x="1" y="231"/>
                    <a:pt x="1" y="517"/>
                  </a:cubicBezTo>
                  <a:lnTo>
                    <a:pt x="1" y="1966"/>
                  </a:lnTo>
                  <a:lnTo>
                    <a:pt x="2429" y="1966"/>
                  </a:lnTo>
                  <a:lnTo>
                    <a:pt x="2429" y="517"/>
                  </a:lnTo>
                  <a:cubicBezTo>
                    <a:pt x="2429" y="231"/>
                    <a:pt x="2198" y="1"/>
                    <a:pt x="19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0"/>
            <p:cNvSpPr/>
            <p:nvPr/>
          </p:nvSpPr>
          <p:spPr>
            <a:xfrm>
              <a:off x="734546" y="3251287"/>
              <a:ext cx="77374" cy="45272"/>
            </a:xfrm>
            <a:custGeom>
              <a:rect b="b" l="l" r="r" t="t"/>
              <a:pathLst>
                <a:path extrusionOk="0" h="1626" w="2779">
                  <a:moveTo>
                    <a:pt x="258" y="0"/>
                  </a:moveTo>
                  <a:cubicBezTo>
                    <a:pt x="115" y="0"/>
                    <a:pt x="0" y="115"/>
                    <a:pt x="0" y="258"/>
                  </a:cubicBezTo>
                  <a:lnTo>
                    <a:pt x="0" y="1369"/>
                  </a:lnTo>
                  <a:cubicBezTo>
                    <a:pt x="0" y="1511"/>
                    <a:pt x="115" y="1626"/>
                    <a:pt x="258" y="1626"/>
                  </a:cubicBezTo>
                  <a:lnTo>
                    <a:pt x="2520" y="1626"/>
                  </a:lnTo>
                  <a:cubicBezTo>
                    <a:pt x="2663" y="1626"/>
                    <a:pt x="2779" y="1511"/>
                    <a:pt x="2779" y="1369"/>
                  </a:cubicBezTo>
                  <a:lnTo>
                    <a:pt x="2779" y="258"/>
                  </a:lnTo>
                  <a:cubicBezTo>
                    <a:pt x="2779" y="115"/>
                    <a:pt x="2663" y="0"/>
                    <a:pt x="25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0"/>
            <p:cNvSpPr/>
            <p:nvPr/>
          </p:nvSpPr>
          <p:spPr>
            <a:xfrm>
              <a:off x="739390" y="3562544"/>
              <a:ext cx="67629" cy="50033"/>
            </a:xfrm>
            <a:custGeom>
              <a:rect b="b" l="l" r="r" t="t"/>
              <a:pathLst>
                <a:path extrusionOk="0" h="1797" w="2429">
                  <a:moveTo>
                    <a:pt x="1215" y="0"/>
                  </a:moveTo>
                  <a:cubicBezTo>
                    <a:pt x="304" y="0"/>
                    <a:pt x="1" y="476"/>
                    <a:pt x="1" y="476"/>
                  </a:cubicBezTo>
                  <a:lnTo>
                    <a:pt x="578" y="1797"/>
                  </a:lnTo>
                  <a:cubicBezTo>
                    <a:pt x="746" y="1741"/>
                    <a:pt x="956" y="1703"/>
                    <a:pt x="1215" y="1703"/>
                  </a:cubicBezTo>
                  <a:cubicBezTo>
                    <a:pt x="1474" y="1703"/>
                    <a:pt x="1684" y="1741"/>
                    <a:pt x="1852" y="1797"/>
                  </a:cubicBezTo>
                  <a:lnTo>
                    <a:pt x="2429" y="476"/>
                  </a:lnTo>
                  <a:cubicBezTo>
                    <a:pt x="2429" y="476"/>
                    <a:pt x="2126" y="0"/>
                    <a:pt x="1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0"/>
            <p:cNvSpPr/>
            <p:nvPr/>
          </p:nvSpPr>
          <p:spPr>
            <a:xfrm>
              <a:off x="752699" y="3602610"/>
              <a:ext cx="41012" cy="34914"/>
            </a:xfrm>
            <a:custGeom>
              <a:rect b="b" l="l" r="r" t="t"/>
              <a:pathLst>
                <a:path extrusionOk="0" h="1254" w="1473">
                  <a:moveTo>
                    <a:pt x="737" y="1"/>
                  </a:moveTo>
                  <a:cubicBezTo>
                    <a:pt x="424" y="1"/>
                    <a:pt x="182" y="57"/>
                    <a:pt x="1" y="130"/>
                  </a:cubicBezTo>
                  <a:lnTo>
                    <a:pt x="392" y="1029"/>
                  </a:lnTo>
                  <a:cubicBezTo>
                    <a:pt x="458" y="1179"/>
                    <a:pt x="597" y="1254"/>
                    <a:pt x="737" y="1254"/>
                  </a:cubicBezTo>
                  <a:cubicBezTo>
                    <a:pt x="876" y="1254"/>
                    <a:pt x="1015" y="1179"/>
                    <a:pt x="1081" y="1029"/>
                  </a:cubicBezTo>
                  <a:lnTo>
                    <a:pt x="1473" y="130"/>
                  </a:lnTo>
                  <a:cubicBezTo>
                    <a:pt x="1291" y="57"/>
                    <a:pt x="1050" y="1"/>
                    <a:pt x="7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0"/>
            <p:cNvSpPr/>
            <p:nvPr/>
          </p:nvSpPr>
          <p:spPr>
            <a:xfrm>
              <a:off x="622004" y="3314546"/>
              <a:ext cx="305293" cy="215306"/>
            </a:xfrm>
            <a:custGeom>
              <a:rect b="b" l="l" r="r" t="t"/>
              <a:pathLst>
                <a:path extrusionOk="0" h="7733" w="10965">
                  <a:moveTo>
                    <a:pt x="1215" y="0"/>
                  </a:moveTo>
                  <a:lnTo>
                    <a:pt x="0" y="2103"/>
                  </a:lnTo>
                  <a:lnTo>
                    <a:pt x="9751" y="7733"/>
                  </a:lnTo>
                  <a:lnTo>
                    <a:pt x="10965" y="5630"/>
                  </a:lnTo>
                  <a:lnTo>
                    <a:pt x="1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0"/>
            <p:cNvSpPr/>
            <p:nvPr/>
          </p:nvSpPr>
          <p:spPr>
            <a:xfrm>
              <a:off x="579098" y="3293163"/>
              <a:ext cx="77959" cy="80660"/>
            </a:xfrm>
            <a:custGeom>
              <a:rect b="b" l="l" r="r" t="t"/>
              <a:pathLst>
                <a:path extrusionOk="0" h="2897" w="2800">
                  <a:moveTo>
                    <a:pt x="1288" y="0"/>
                  </a:moveTo>
                  <a:cubicBezTo>
                    <a:pt x="1110" y="0"/>
                    <a:pt x="937" y="93"/>
                    <a:pt x="841" y="259"/>
                  </a:cubicBezTo>
                  <a:lnTo>
                    <a:pt x="142" y="1468"/>
                  </a:lnTo>
                  <a:cubicBezTo>
                    <a:pt x="1" y="1715"/>
                    <a:pt x="85" y="2029"/>
                    <a:pt x="331" y="2172"/>
                  </a:cubicBezTo>
                  <a:lnTo>
                    <a:pt x="1586" y="2897"/>
                  </a:lnTo>
                  <a:lnTo>
                    <a:pt x="2800" y="794"/>
                  </a:lnTo>
                  <a:lnTo>
                    <a:pt x="1545" y="70"/>
                  </a:lnTo>
                  <a:cubicBezTo>
                    <a:pt x="1464" y="22"/>
                    <a:pt x="1375" y="0"/>
                    <a:pt x="1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0"/>
            <p:cNvSpPr/>
            <p:nvPr/>
          </p:nvSpPr>
          <p:spPr>
            <a:xfrm>
              <a:off x="611647" y="3307419"/>
              <a:ext cx="74701" cy="84418"/>
            </a:xfrm>
            <a:custGeom>
              <a:rect b="b" l="l" r="r" t="t"/>
              <a:pathLst>
                <a:path extrusionOk="0" h="3032" w="2683">
                  <a:moveTo>
                    <a:pt x="1426" y="1"/>
                  </a:moveTo>
                  <a:cubicBezTo>
                    <a:pt x="1337" y="1"/>
                    <a:pt x="1250" y="47"/>
                    <a:pt x="1203" y="130"/>
                  </a:cubicBezTo>
                  <a:lnTo>
                    <a:pt x="71" y="2089"/>
                  </a:lnTo>
                  <a:cubicBezTo>
                    <a:pt x="0" y="2213"/>
                    <a:pt x="42" y="2370"/>
                    <a:pt x="165" y="2442"/>
                  </a:cubicBezTo>
                  <a:lnTo>
                    <a:pt x="1127" y="2997"/>
                  </a:lnTo>
                  <a:cubicBezTo>
                    <a:pt x="1168" y="3020"/>
                    <a:pt x="1212" y="3031"/>
                    <a:pt x="1256" y="3031"/>
                  </a:cubicBezTo>
                  <a:cubicBezTo>
                    <a:pt x="1345" y="3031"/>
                    <a:pt x="1432" y="2986"/>
                    <a:pt x="1480" y="2903"/>
                  </a:cubicBezTo>
                  <a:lnTo>
                    <a:pt x="2612" y="943"/>
                  </a:lnTo>
                  <a:cubicBezTo>
                    <a:pt x="2682" y="820"/>
                    <a:pt x="2640" y="663"/>
                    <a:pt x="2516" y="591"/>
                  </a:cubicBezTo>
                  <a:lnTo>
                    <a:pt x="1555" y="36"/>
                  </a:lnTo>
                  <a:cubicBezTo>
                    <a:pt x="1514" y="12"/>
                    <a:pt x="1470" y="1"/>
                    <a:pt x="14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0"/>
            <p:cNvSpPr/>
            <p:nvPr/>
          </p:nvSpPr>
          <p:spPr>
            <a:xfrm>
              <a:off x="886234" y="3471302"/>
              <a:ext cx="64873" cy="63035"/>
            </a:xfrm>
            <a:custGeom>
              <a:rect b="b" l="l" r="r" t="t"/>
              <a:pathLst>
                <a:path extrusionOk="0" h="2264" w="2330">
                  <a:moveTo>
                    <a:pt x="1475" y="0"/>
                  </a:moveTo>
                  <a:cubicBezTo>
                    <a:pt x="1475" y="0"/>
                    <a:pt x="911" y="25"/>
                    <a:pt x="457" y="813"/>
                  </a:cubicBezTo>
                  <a:cubicBezTo>
                    <a:pt x="0" y="1602"/>
                    <a:pt x="261" y="2103"/>
                    <a:pt x="261" y="2103"/>
                  </a:cubicBezTo>
                  <a:lnTo>
                    <a:pt x="1704" y="2264"/>
                  </a:lnTo>
                  <a:cubicBezTo>
                    <a:pt x="1740" y="2088"/>
                    <a:pt x="1812" y="1882"/>
                    <a:pt x="1945" y="1650"/>
                  </a:cubicBezTo>
                  <a:cubicBezTo>
                    <a:pt x="2070" y="1435"/>
                    <a:pt x="2203" y="1276"/>
                    <a:pt x="2330" y="1159"/>
                  </a:cubicBezTo>
                  <a:lnTo>
                    <a:pt x="14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0"/>
            <p:cNvSpPr/>
            <p:nvPr/>
          </p:nvSpPr>
          <p:spPr>
            <a:xfrm>
              <a:off x="926495" y="3498031"/>
              <a:ext cx="41903" cy="38618"/>
            </a:xfrm>
            <a:custGeom>
              <a:rect b="b" l="l" r="r" t="t"/>
              <a:pathLst>
                <a:path extrusionOk="0" h="1387" w="1505">
                  <a:moveTo>
                    <a:pt x="738" y="0"/>
                  </a:moveTo>
                  <a:cubicBezTo>
                    <a:pt x="583" y="121"/>
                    <a:pt x="413" y="301"/>
                    <a:pt x="257" y="573"/>
                  </a:cubicBezTo>
                  <a:cubicBezTo>
                    <a:pt x="101" y="844"/>
                    <a:pt x="29" y="1081"/>
                    <a:pt x="1" y="1276"/>
                  </a:cubicBezTo>
                  <a:lnTo>
                    <a:pt x="975" y="1384"/>
                  </a:lnTo>
                  <a:cubicBezTo>
                    <a:pt x="991" y="1386"/>
                    <a:pt x="1005" y="1387"/>
                    <a:pt x="1020" y="1387"/>
                  </a:cubicBezTo>
                  <a:cubicBezTo>
                    <a:pt x="1320" y="1387"/>
                    <a:pt x="1504" y="1040"/>
                    <a:pt x="1319" y="789"/>
                  </a:cubicBezTo>
                  <a:lnTo>
                    <a:pt x="7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0"/>
            <p:cNvSpPr/>
            <p:nvPr/>
          </p:nvSpPr>
          <p:spPr>
            <a:xfrm>
              <a:off x="619109" y="3314546"/>
              <a:ext cx="305321" cy="215278"/>
            </a:xfrm>
            <a:custGeom>
              <a:rect b="b" l="l" r="r" t="t"/>
              <a:pathLst>
                <a:path extrusionOk="0" h="7732" w="10966">
                  <a:moveTo>
                    <a:pt x="9751" y="0"/>
                  </a:moveTo>
                  <a:lnTo>
                    <a:pt x="1" y="5629"/>
                  </a:lnTo>
                  <a:lnTo>
                    <a:pt x="1214" y="7732"/>
                  </a:lnTo>
                  <a:lnTo>
                    <a:pt x="10965" y="2103"/>
                  </a:lnTo>
                  <a:lnTo>
                    <a:pt x="97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0"/>
            <p:cNvSpPr/>
            <p:nvPr/>
          </p:nvSpPr>
          <p:spPr>
            <a:xfrm>
              <a:off x="889352" y="3293163"/>
              <a:ext cx="77987" cy="80660"/>
            </a:xfrm>
            <a:custGeom>
              <a:rect b="b" l="l" r="r" t="t"/>
              <a:pathLst>
                <a:path extrusionOk="0" h="2897" w="2801">
                  <a:moveTo>
                    <a:pt x="1512" y="0"/>
                  </a:moveTo>
                  <a:cubicBezTo>
                    <a:pt x="1425" y="0"/>
                    <a:pt x="1337" y="23"/>
                    <a:pt x="1256" y="70"/>
                  </a:cubicBezTo>
                  <a:lnTo>
                    <a:pt x="1" y="794"/>
                  </a:lnTo>
                  <a:lnTo>
                    <a:pt x="1214" y="2897"/>
                  </a:lnTo>
                  <a:lnTo>
                    <a:pt x="2469" y="2172"/>
                  </a:lnTo>
                  <a:cubicBezTo>
                    <a:pt x="2716" y="2029"/>
                    <a:pt x="2801" y="1715"/>
                    <a:pt x="2658" y="1468"/>
                  </a:cubicBezTo>
                  <a:lnTo>
                    <a:pt x="1959" y="259"/>
                  </a:lnTo>
                  <a:cubicBezTo>
                    <a:pt x="1864" y="93"/>
                    <a:pt x="1691" y="0"/>
                    <a:pt x="15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0"/>
            <p:cNvSpPr/>
            <p:nvPr/>
          </p:nvSpPr>
          <p:spPr>
            <a:xfrm>
              <a:off x="860117" y="3307446"/>
              <a:ext cx="74701" cy="84391"/>
            </a:xfrm>
            <a:custGeom>
              <a:rect b="b" l="l" r="r" t="t"/>
              <a:pathLst>
                <a:path extrusionOk="0" h="3031" w="2683">
                  <a:moveTo>
                    <a:pt x="1256" y="0"/>
                  </a:moveTo>
                  <a:cubicBezTo>
                    <a:pt x="1212" y="0"/>
                    <a:pt x="1168" y="11"/>
                    <a:pt x="1127" y="35"/>
                  </a:cubicBezTo>
                  <a:lnTo>
                    <a:pt x="165" y="590"/>
                  </a:lnTo>
                  <a:cubicBezTo>
                    <a:pt x="42" y="662"/>
                    <a:pt x="0" y="819"/>
                    <a:pt x="71" y="942"/>
                  </a:cubicBezTo>
                  <a:lnTo>
                    <a:pt x="1203" y="2902"/>
                  </a:lnTo>
                  <a:cubicBezTo>
                    <a:pt x="1250" y="2985"/>
                    <a:pt x="1337" y="3030"/>
                    <a:pt x="1426" y="3030"/>
                  </a:cubicBezTo>
                  <a:cubicBezTo>
                    <a:pt x="1469" y="3030"/>
                    <a:pt x="1514" y="3019"/>
                    <a:pt x="1554" y="2996"/>
                  </a:cubicBezTo>
                  <a:lnTo>
                    <a:pt x="2517" y="2441"/>
                  </a:lnTo>
                  <a:cubicBezTo>
                    <a:pt x="2640" y="2369"/>
                    <a:pt x="2682" y="2212"/>
                    <a:pt x="2611" y="2088"/>
                  </a:cubicBezTo>
                  <a:lnTo>
                    <a:pt x="1480" y="129"/>
                  </a:lnTo>
                  <a:cubicBezTo>
                    <a:pt x="1432" y="46"/>
                    <a:pt x="1345" y="0"/>
                    <a:pt x="12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0"/>
            <p:cNvSpPr/>
            <p:nvPr/>
          </p:nvSpPr>
          <p:spPr>
            <a:xfrm>
              <a:off x="593883" y="3471302"/>
              <a:ext cx="66321" cy="63258"/>
            </a:xfrm>
            <a:custGeom>
              <a:rect b="b" l="l" r="r" t="t"/>
              <a:pathLst>
                <a:path extrusionOk="0" h="2272" w="2382">
                  <a:moveTo>
                    <a:pt x="907" y="0"/>
                  </a:moveTo>
                  <a:lnTo>
                    <a:pt x="0" y="1230"/>
                  </a:lnTo>
                  <a:cubicBezTo>
                    <a:pt x="129" y="1345"/>
                    <a:pt x="263" y="1505"/>
                    <a:pt x="388" y="1724"/>
                  </a:cubicBezTo>
                  <a:cubicBezTo>
                    <a:pt x="505" y="1926"/>
                    <a:pt x="576" y="2110"/>
                    <a:pt x="615" y="2271"/>
                  </a:cubicBezTo>
                  <a:lnTo>
                    <a:pt x="2120" y="2103"/>
                  </a:lnTo>
                  <a:cubicBezTo>
                    <a:pt x="2120" y="2103"/>
                    <a:pt x="2381" y="1602"/>
                    <a:pt x="1926" y="813"/>
                  </a:cubicBezTo>
                  <a:cubicBezTo>
                    <a:pt x="1470" y="25"/>
                    <a:pt x="907" y="0"/>
                    <a:pt x="9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0"/>
            <p:cNvSpPr/>
            <p:nvPr/>
          </p:nvSpPr>
          <p:spPr>
            <a:xfrm>
              <a:off x="578040" y="3498031"/>
              <a:ext cx="41875" cy="38618"/>
            </a:xfrm>
            <a:custGeom>
              <a:rect b="b" l="l" r="r" t="t"/>
              <a:pathLst>
                <a:path extrusionOk="0" h="1387" w="1504">
                  <a:moveTo>
                    <a:pt x="767" y="0"/>
                  </a:moveTo>
                  <a:lnTo>
                    <a:pt x="186" y="789"/>
                  </a:lnTo>
                  <a:cubicBezTo>
                    <a:pt x="0" y="1040"/>
                    <a:pt x="186" y="1387"/>
                    <a:pt x="486" y="1387"/>
                  </a:cubicBezTo>
                  <a:cubicBezTo>
                    <a:pt x="500" y="1387"/>
                    <a:pt x="515" y="1386"/>
                    <a:pt x="530" y="1384"/>
                  </a:cubicBezTo>
                  <a:lnTo>
                    <a:pt x="1504" y="1276"/>
                  </a:lnTo>
                  <a:cubicBezTo>
                    <a:pt x="1477" y="1081"/>
                    <a:pt x="1405" y="844"/>
                    <a:pt x="1248" y="573"/>
                  </a:cubicBezTo>
                  <a:cubicBezTo>
                    <a:pt x="1091" y="301"/>
                    <a:pt x="922" y="121"/>
                    <a:pt x="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70"/>
          <p:cNvGrpSpPr/>
          <p:nvPr/>
        </p:nvGrpSpPr>
        <p:grpSpPr>
          <a:xfrm>
            <a:off x="2394864" y="3285032"/>
            <a:ext cx="511881" cy="501871"/>
            <a:chOff x="2032055" y="3153558"/>
            <a:chExt cx="535272" cy="535272"/>
          </a:xfrm>
        </p:grpSpPr>
        <p:sp>
          <p:nvSpPr>
            <p:cNvPr id="4489" name="Google Shape;4489;p70"/>
            <p:cNvSpPr/>
            <p:nvPr/>
          </p:nvSpPr>
          <p:spPr>
            <a:xfrm>
              <a:off x="2032055" y="3153558"/>
              <a:ext cx="535272" cy="535272"/>
            </a:xfrm>
            <a:custGeom>
              <a:rect b="b" l="l" r="r" t="t"/>
              <a:pathLst>
                <a:path extrusionOk="0" h="19225" w="19225">
                  <a:moveTo>
                    <a:pt x="9613" y="0"/>
                  </a:moveTo>
                  <a:cubicBezTo>
                    <a:pt x="4304" y="0"/>
                    <a:pt x="1" y="4303"/>
                    <a:pt x="1" y="9612"/>
                  </a:cubicBezTo>
                  <a:cubicBezTo>
                    <a:pt x="1" y="14921"/>
                    <a:pt x="4304" y="19224"/>
                    <a:pt x="9613" y="19224"/>
                  </a:cubicBezTo>
                  <a:cubicBezTo>
                    <a:pt x="14921" y="19224"/>
                    <a:pt x="19225" y="14921"/>
                    <a:pt x="19225" y="9612"/>
                  </a:cubicBezTo>
                  <a:cubicBezTo>
                    <a:pt x="19225" y="4303"/>
                    <a:pt x="14921" y="0"/>
                    <a:pt x="96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0"/>
            <p:cNvSpPr/>
            <p:nvPr/>
          </p:nvSpPr>
          <p:spPr>
            <a:xfrm>
              <a:off x="2080919" y="3202423"/>
              <a:ext cx="437545" cy="437517"/>
            </a:xfrm>
            <a:custGeom>
              <a:rect b="b" l="l" r="r" t="t"/>
              <a:pathLst>
                <a:path extrusionOk="0" h="15714" w="15715">
                  <a:moveTo>
                    <a:pt x="7858" y="0"/>
                  </a:moveTo>
                  <a:cubicBezTo>
                    <a:pt x="3518" y="0"/>
                    <a:pt x="1" y="3518"/>
                    <a:pt x="1" y="7857"/>
                  </a:cubicBezTo>
                  <a:cubicBezTo>
                    <a:pt x="1" y="12197"/>
                    <a:pt x="3518" y="15714"/>
                    <a:pt x="7858" y="15714"/>
                  </a:cubicBezTo>
                  <a:cubicBezTo>
                    <a:pt x="12197" y="15714"/>
                    <a:pt x="15715" y="12197"/>
                    <a:pt x="15715" y="7857"/>
                  </a:cubicBezTo>
                  <a:cubicBezTo>
                    <a:pt x="15715" y="3518"/>
                    <a:pt x="12197" y="0"/>
                    <a:pt x="7858" y="0"/>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0"/>
            <p:cNvSpPr/>
            <p:nvPr/>
          </p:nvSpPr>
          <p:spPr>
            <a:xfrm>
              <a:off x="2138276" y="3234888"/>
              <a:ext cx="127630" cy="92381"/>
            </a:xfrm>
            <a:custGeom>
              <a:rect b="b" l="l" r="r" t="t"/>
              <a:pathLst>
                <a:path extrusionOk="0" h="3318" w="4584">
                  <a:moveTo>
                    <a:pt x="4264" y="1"/>
                  </a:moveTo>
                  <a:cubicBezTo>
                    <a:pt x="4242" y="1"/>
                    <a:pt x="4219" y="3"/>
                    <a:pt x="4196" y="9"/>
                  </a:cubicBezTo>
                  <a:cubicBezTo>
                    <a:pt x="3252" y="234"/>
                    <a:pt x="2378" y="654"/>
                    <a:pt x="1622" y="1233"/>
                  </a:cubicBezTo>
                  <a:lnTo>
                    <a:pt x="1044" y="544"/>
                  </a:lnTo>
                  <a:cubicBezTo>
                    <a:pt x="986" y="475"/>
                    <a:pt x="904" y="440"/>
                    <a:pt x="821" y="440"/>
                  </a:cubicBezTo>
                  <a:cubicBezTo>
                    <a:pt x="756" y="440"/>
                    <a:pt x="689" y="462"/>
                    <a:pt x="635" y="507"/>
                  </a:cubicBezTo>
                  <a:cubicBezTo>
                    <a:pt x="512" y="611"/>
                    <a:pt x="496" y="794"/>
                    <a:pt x="600" y="916"/>
                  </a:cubicBezTo>
                  <a:lnTo>
                    <a:pt x="1178" y="1605"/>
                  </a:lnTo>
                  <a:cubicBezTo>
                    <a:pt x="769" y="1977"/>
                    <a:pt x="405" y="2399"/>
                    <a:pt x="90" y="2866"/>
                  </a:cubicBezTo>
                  <a:cubicBezTo>
                    <a:pt x="1" y="2999"/>
                    <a:pt x="36" y="3180"/>
                    <a:pt x="169" y="3269"/>
                  </a:cubicBezTo>
                  <a:cubicBezTo>
                    <a:pt x="219" y="3302"/>
                    <a:pt x="275" y="3318"/>
                    <a:pt x="331" y="3318"/>
                  </a:cubicBezTo>
                  <a:cubicBezTo>
                    <a:pt x="424" y="3318"/>
                    <a:pt x="515" y="3272"/>
                    <a:pt x="572" y="3189"/>
                  </a:cubicBezTo>
                  <a:cubicBezTo>
                    <a:pt x="1458" y="1870"/>
                    <a:pt x="2794" y="940"/>
                    <a:pt x="4332" y="573"/>
                  </a:cubicBezTo>
                  <a:cubicBezTo>
                    <a:pt x="4487" y="536"/>
                    <a:pt x="4583" y="379"/>
                    <a:pt x="4546" y="223"/>
                  </a:cubicBezTo>
                  <a:cubicBezTo>
                    <a:pt x="4514" y="90"/>
                    <a:pt x="4395" y="1"/>
                    <a:pt x="4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0"/>
            <p:cNvSpPr/>
            <p:nvPr/>
          </p:nvSpPr>
          <p:spPr>
            <a:xfrm>
              <a:off x="2376472" y="3426559"/>
              <a:ext cx="46135" cy="79546"/>
            </a:xfrm>
            <a:custGeom>
              <a:rect b="b" l="l" r="r" t="t"/>
              <a:pathLst>
                <a:path extrusionOk="0" h="2857" w="1657">
                  <a:moveTo>
                    <a:pt x="1349" y="1"/>
                  </a:moveTo>
                  <a:cubicBezTo>
                    <a:pt x="1201" y="1"/>
                    <a:pt x="1078" y="112"/>
                    <a:pt x="1060" y="258"/>
                  </a:cubicBezTo>
                  <a:cubicBezTo>
                    <a:pt x="968" y="1041"/>
                    <a:pt x="635" y="1784"/>
                    <a:pt x="107" y="2372"/>
                  </a:cubicBezTo>
                  <a:cubicBezTo>
                    <a:pt x="0" y="2491"/>
                    <a:pt x="10" y="2674"/>
                    <a:pt x="130" y="2782"/>
                  </a:cubicBezTo>
                  <a:cubicBezTo>
                    <a:pt x="185" y="2832"/>
                    <a:pt x="254" y="2856"/>
                    <a:pt x="322" y="2856"/>
                  </a:cubicBezTo>
                  <a:cubicBezTo>
                    <a:pt x="403" y="2856"/>
                    <a:pt x="482" y="2823"/>
                    <a:pt x="539" y="2759"/>
                  </a:cubicBezTo>
                  <a:cubicBezTo>
                    <a:pt x="1147" y="2080"/>
                    <a:pt x="1531" y="1224"/>
                    <a:pt x="1637" y="322"/>
                  </a:cubicBezTo>
                  <a:cubicBezTo>
                    <a:pt x="1657" y="156"/>
                    <a:pt x="1530" y="8"/>
                    <a:pt x="1363" y="1"/>
                  </a:cubicBezTo>
                  <a:cubicBezTo>
                    <a:pt x="1358" y="1"/>
                    <a:pt x="1353" y="1"/>
                    <a:pt x="1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0"/>
            <p:cNvSpPr/>
            <p:nvPr/>
          </p:nvSpPr>
          <p:spPr>
            <a:xfrm>
              <a:off x="2152643" y="3278239"/>
              <a:ext cx="121811" cy="145644"/>
            </a:xfrm>
            <a:custGeom>
              <a:rect b="b" l="l" r="r" t="t"/>
              <a:pathLst>
                <a:path extrusionOk="0" h="5231" w="4375">
                  <a:moveTo>
                    <a:pt x="2783" y="1"/>
                  </a:moveTo>
                  <a:cubicBezTo>
                    <a:pt x="2738" y="1"/>
                    <a:pt x="2693" y="11"/>
                    <a:pt x="2650" y="33"/>
                  </a:cubicBezTo>
                  <a:cubicBezTo>
                    <a:pt x="1518" y="618"/>
                    <a:pt x="601" y="1576"/>
                    <a:pt x="68" y="2733"/>
                  </a:cubicBezTo>
                  <a:cubicBezTo>
                    <a:pt x="1" y="2879"/>
                    <a:pt x="64" y="3051"/>
                    <a:pt x="209" y="3118"/>
                  </a:cubicBezTo>
                  <a:cubicBezTo>
                    <a:pt x="250" y="3136"/>
                    <a:pt x="291" y="3145"/>
                    <a:pt x="331" y="3145"/>
                  </a:cubicBezTo>
                  <a:cubicBezTo>
                    <a:pt x="441" y="3145"/>
                    <a:pt x="546" y="3083"/>
                    <a:pt x="595" y="2976"/>
                  </a:cubicBezTo>
                  <a:cubicBezTo>
                    <a:pt x="873" y="2373"/>
                    <a:pt x="1268" y="1829"/>
                    <a:pt x="1750" y="1376"/>
                  </a:cubicBezTo>
                  <a:lnTo>
                    <a:pt x="2223" y="1940"/>
                  </a:lnTo>
                  <a:cubicBezTo>
                    <a:pt x="1561" y="2576"/>
                    <a:pt x="1101" y="3412"/>
                    <a:pt x="931" y="4334"/>
                  </a:cubicBezTo>
                  <a:cubicBezTo>
                    <a:pt x="928" y="4344"/>
                    <a:pt x="925" y="4355"/>
                    <a:pt x="924" y="4366"/>
                  </a:cubicBezTo>
                  <a:cubicBezTo>
                    <a:pt x="922" y="4374"/>
                    <a:pt x="920" y="4384"/>
                    <a:pt x="920" y="4392"/>
                  </a:cubicBezTo>
                  <a:cubicBezTo>
                    <a:pt x="890" y="4568"/>
                    <a:pt x="870" y="4746"/>
                    <a:pt x="862" y="4927"/>
                  </a:cubicBezTo>
                  <a:cubicBezTo>
                    <a:pt x="854" y="5086"/>
                    <a:pt x="978" y="5222"/>
                    <a:pt x="1137" y="5230"/>
                  </a:cubicBezTo>
                  <a:lnTo>
                    <a:pt x="1152" y="5230"/>
                  </a:lnTo>
                  <a:cubicBezTo>
                    <a:pt x="1306" y="5230"/>
                    <a:pt x="1434" y="5110"/>
                    <a:pt x="1441" y="4954"/>
                  </a:cubicBezTo>
                  <a:cubicBezTo>
                    <a:pt x="1445" y="4886"/>
                    <a:pt x="1450" y="4821"/>
                    <a:pt x="1457" y="4754"/>
                  </a:cubicBezTo>
                  <a:lnTo>
                    <a:pt x="2403" y="4921"/>
                  </a:lnTo>
                  <a:cubicBezTo>
                    <a:pt x="2420" y="4924"/>
                    <a:pt x="2438" y="4925"/>
                    <a:pt x="2455" y="4925"/>
                  </a:cubicBezTo>
                  <a:cubicBezTo>
                    <a:pt x="2592" y="4925"/>
                    <a:pt x="2716" y="4827"/>
                    <a:pt x="2740" y="4686"/>
                  </a:cubicBezTo>
                  <a:cubicBezTo>
                    <a:pt x="2768" y="4528"/>
                    <a:pt x="2663" y="4378"/>
                    <a:pt x="2505" y="4350"/>
                  </a:cubicBezTo>
                  <a:lnTo>
                    <a:pt x="1558" y="4183"/>
                  </a:lnTo>
                  <a:cubicBezTo>
                    <a:pt x="1884" y="2911"/>
                    <a:pt x="2851" y="1864"/>
                    <a:pt x="4135" y="1463"/>
                  </a:cubicBezTo>
                  <a:cubicBezTo>
                    <a:pt x="4289" y="1415"/>
                    <a:pt x="4374" y="1252"/>
                    <a:pt x="4327" y="1099"/>
                  </a:cubicBezTo>
                  <a:cubicBezTo>
                    <a:pt x="4287" y="976"/>
                    <a:pt x="4173" y="896"/>
                    <a:pt x="4049" y="896"/>
                  </a:cubicBezTo>
                  <a:cubicBezTo>
                    <a:pt x="4021" y="896"/>
                    <a:pt x="3992" y="900"/>
                    <a:pt x="3963" y="909"/>
                  </a:cubicBezTo>
                  <a:cubicBezTo>
                    <a:pt x="3489" y="1057"/>
                    <a:pt x="3053" y="1282"/>
                    <a:pt x="2667" y="1567"/>
                  </a:cubicBezTo>
                  <a:lnTo>
                    <a:pt x="2194" y="1002"/>
                  </a:lnTo>
                  <a:cubicBezTo>
                    <a:pt x="2420" y="832"/>
                    <a:pt x="2662" y="680"/>
                    <a:pt x="2917" y="548"/>
                  </a:cubicBezTo>
                  <a:cubicBezTo>
                    <a:pt x="3058" y="475"/>
                    <a:pt x="3114" y="299"/>
                    <a:pt x="3041" y="158"/>
                  </a:cubicBezTo>
                  <a:cubicBezTo>
                    <a:pt x="2989" y="58"/>
                    <a:pt x="2888" y="1"/>
                    <a:pt x="27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0"/>
            <p:cNvSpPr/>
            <p:nvPr/>
          </p:nvSpPr>
          <p:spPr>
            <a:xfrm>
              <a:off x="2148271" y="3465873"/>
              <a:ext cx="196735" cy="106331"/>
            </a:xfrm>
            <a:custGeom>
              <a:rect b="b" l="l" r="r" t="t"/>
              <a:pathLst>
                <a:path extrusionOk="0" h="3819" w="7066">
                  <a:moveTo>
                    <a:pt x="329" y="0"/>
                  </a:moveTo>
                  <a:cubicBezTo>
                    <a:pt x="295" y="0"/>
                    <a:pt x="261" y="6"/>
                    <a:pt x="227" y="18"/>
                  </a:cubicBezTo>
                  <a:cubicBezTo>
                    <a:pt x="77" y="74"/>
                    <a:pt x="0" y="242"/>
                    <a:pt x="56" y="392"/>
                  </a:cubicBezTo>
                  <a:cubicBezTo>
                    <a:pt x="649" y="1988"/>
                    <a:pt x="1908" y="3231"/>
                    <a:pt x="3512" y="3802"/>
                  </a:cubicBezTo>
                  <a:cubicBezTo>
                    <a:pt x="3543" y="3814"/>
                    <a:pt x="3576" y="3819"/>
                    <a:pt x="3609" y="3819"/>
                  </a:cubicBezTo>
                  <a:cubicBezTo>
                    <a:pt x="3728" y="3819"/>
                    <a:pt x="3840" y="3746"/>
                    <a:pt x="3883" y="3626"/>
                  </a:cubicBezTo>
                  <a:cubicBezTo>
                    <a:pt x="3936" y="3475"/>
                    <a:pt x="3857" y="3309"/>
                    <a:pt x="3706" y="3255"/>
                  </a:cubicBezTo>
                  <a:cubicBezTo>
                    <a:pt x="3214" y="3080"/>
                    <a:pt x="2757" y="2835"/>
                    <a:pt x="2348" y="2528"/>
                  </a:cubicBezTo>
                  <a:lnTo>
                    <a:pt x="2823" y="1964"/>
                  </a:lnTo>
                  <a:cubicBezTo>
                    <a:pt x="3520" y="2475"/>
                    <a:pt x="4358" y="2774"/>
                    <a:pt x="5231" y="2815"/>
                  </a:cubicBezTo>
                  <a:cubicBezTo>
                    <a:pt x="5302" y="2819"/>
                    <a:pt x="5373" y="2820"/>
                    <a:pt x="5444" y="2820"/>
                  </a:cubicBezTo>
                  <a:cubicBezTo>
                    <a:pt x="5917" y="2820"/>
                    <a:pt x="6383" y="2745"/>
                    <a:pt x="6832" y="2597"/>
                  </a:cubicBezTo>
                  <a:cubicBezTo>
                    <a:pt x="6983" y="2545"/>
                    <a:pt x="7066" y="2382"/>
                    <a:pt x="7016" y="2230"/>
                  </a:cubicBezTo>
                  <a:cubicBezTo>
                    <a:pt x="6975" y="2107"/>
                    <a:pt x="6862" y="2031"/>
                    <a:pt x="6740" y="2031"/>
                  </a:cubicBezTo>
                  <a:cubicBezTo>
                    <a:pt x="6710" y="2031"/>
                    <a:pt x="6679" y="2035"/>
                    <a:pt x="6649" y="2045"/>
                  </a:cubicBezTo>
                  <a:cubicBezTo>
                    <a:pt x="6350" y="2144"/>
                    <a:pt x="6041" y="2205"/>
                    <a:pt x="5729" y="2228"/>
                  </a:cubicBezTo>
                  <a:lnTo>
                    <a:pt x="5729" y="1222"/>
                  </a:lnTo>
                  <a:cubicBezTo>
                    <a:pt x="5729" y="1062"/>
                    <a:pt x="5599" y="932"/>
                    <a:pt x="5439" y="932"/>
                  </a:cubicBezTo>
                  <a:cubicBezTo>
                    <a:pt x="5278" y="932"/>
                    <a:pt x="5149" y="1062"/>
                    <a:pt x="5149" y="1222"/>
                  </a:cubicBezTo>
                  <a:lnTo>
                    <a:pt x="5149" y="2228"/>
                  </a:lnTo>
                  <a:cubicBezTo>
                    <a:pt x="4276" y="2161"/>
                    <a:pt x="3451" y="1800"/>
                    <a:pt x="2812" y="1203"/>
                  </a:cubicBezTo>
                  <a:cubicBezTo>
                    <a:pt x="2756" y="1150"/>
                    <a:pt x="2684" y="1124"/>
                    <a:pt x="2613" y="1124"/>
                  </a:cubicBezTo>
                  <a:cubicBezTo>
                    <a:pt x="2536" y="1124"/>
                    <a:pt x="2458" y="1155"/>
                    <a:pt x="2402" y="1216"/>
                  </a:cubicBezTo>
                  <a:cubicBezTo>
                    <a:pt x="2304" y="1320"/>
                    <a:pt x="2298" y="1477"/>
                    <a:pt x="2381" y="1588"/>
                  </a:cubicBezTo>
                  <a:lnTo>
                    <a:pt x="1904" y="2156"/>
                  </a:lnTo>
                  <a:cubicBezTo>
                    <a:pt x="1331" y="1617"/>
                    <a:pt x="882" y="948"/>
                    <a:pt x="600" y="190"/>
                  </a:cubicBezTo>
                  <a:cubicBezTo>
                    <a:pt x="557" y="73"/>
                    <a:pt x="447" y="0"/>
                    <a:pt x="3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0"/>
            <p:cNvSpPr/>
            <p:nvPr/>
          </p:nvSpPr>
          <p:spPr>
            <a:xfrm>
              <a:off x="2291607" y="3207657"/>
              <a:ext cx="146535" cy="132475"/>
            </a:xfrm>
            <a:custGeom>
              <a:rect b="b" l="l" r="r" t="t"/>
              <a:pathLst>
                <a:path extrusionOk="0" h="4758" w="5263">
                  <a:moveTo>
                    <a:pt x="2976" y="1"/>
                  </a:moveTo>
                  <a:cubicBezTo>
                    <a:pt x="2857" y="1"/>
                    <a:pt x="2746" y="74"/>
                    <a:pt x="2703" y="191"/>
                  </a:cubicBezTo>
                  <a:lnTo>
                    <a:pt x="2367" y="1117"/>
                  </a:lnTo>
                  <a:cubicBezTo>
                    <a:pt x="1703" y="909"/>
                    <a:pt x="1006" y="799"/>
                    <a:pt x="291" y="799"/>
                  </a:cubicBezTo>
                  <a:cubicBezTo>
                    <a:pt x="130" y="799"/>
                    <a:pt x="1" y="929"/>
                    <a:pt x="1" y="1089"/>
                  </a:cubicBezTo>
                  <a:cubicBezTo>
                    <a:pt x="1" y="1250"/>
                    <a:pt x="130" y="1379"/>
                    <a:pt x="291" y="1379"/>
                  </a:cubicBezTo>
                  <a:cubicBezTo>
                    <a:pt x="1689" y="1379"/>
                    <a:pt x="3017" y="1833"/>
                    <a:pt x="4107" y="2669"/>
                  </a:cubicBezTo>
                  <a:lnTo>
                    <a:pt x="3751" y="3093"/>
                  </a:lnTo>
                  <a:cubicBezTo>
                    <a:pt x="3217" y="2688"/>
                    <a:pt x="2613" y="2377"/>
                    <a:pt x="1971" y="2181"/>
                  </a:cubicBezTo>
                  <a:cubicBezTo>
                    <a:pt x="1943" y="2172"/>
                    <a:pt x="1914" y="2168"/>
                    <a:pt x="1886" y="2168"/>
                  </a:cubicBezTo>
                  <a:cubicBezTo>
                    <a:pt x="1761" y="2168"/>
                    <a:pt x="1647" y="2248"/>
                    <a:pt x="1609" y="2373"/>
                  </a:cubicBezTo>
                  <a:cubicBezTo>
                    <a:pt x="1562" y="2526"/>
                    <a:pt x="1648" y="2688"/>
                    <a:pt x="1802" y="2736"/>
                  </a:cubicBezTo>
                  <a:cubicBezTo>
                    <a:pt x="2863" y="3060"/>
                    <a:pt x="3809" y="3736"/>
                    <a:pt x="4466" y="4638"/>
                  </a:cubicBezTo>
                  <a:cubicBezTo>
                    <a:pt x="4522" y="4716"/>
                    <a:pt x="4611" y="4758"/>
                    <a:pt x="4700" y="4758"/>
                  </a:cubicBezTo>
                  <a:cubicBezTo>
                    <a:pt x="4760" y="4758"/>
                    <a:pt x="4819" y="4739"/>
                    <a:pt x="4871" y="4702"/>
                  </a:cubicBezTo>
                  <a:cubicBezTo>
                    <a:pt x="5000" y="4608"/>
                    <a:pt x="5029" y="4426"/>
                    <a:pt x="4934" y="4297"/>
                  </a:cubicBezTo>
                  <a:cubicBezTo>
                    <a:pt x="4716" y="3995"/>
                    <a:pt x="4468" y="3717"/>
                    <a:pt x="4196" y="3466"/>
                  </a:cubicBezTo>
                  <a:lnTo>
                    <a:pt x="4551" y="3043"/>
                  </a:lnTo>
                  <a:cubicBezTo>
                    <a:pt x="4614" y="3101"/>
                    <a:pt x="4677" y="3160"/>
                    <a:pt x="4738" y="3221"/>
                  </a:cubicBezTo>
                  <a:cubicBezTo>
                    <a:pt x="4795" y="3278"/>
                    <a:pt x="4869" y="3306"/>
                    <a:pt x="4944" y="3306"/>
                  </a:cubicBezTo>
                  <a:cubicBezTo>
                    <a:pt x="5017" y="3306"/>
                    <a:pt x="5091" y="3278"/>
                    <a:pt x="5149" y="3221"/>
                  </a:cubicBezTo>
                  <a:cubicBezTo>
                    <a:pt x="5262" y="3109"/>
                    <a:pt x="5262" y="2925"/>
                    <a:pt x="5149" y="2811"/>
                  </a:cubicBezTo>
                  <a:cubicBezTo>
                    <a:pt x="4497" y="2160"/>
                    <a:pt x="3739" y="1656"/>
                    <a:pt x="2912" y="1315"/>
                  </a:cubicBezTo>
                  <a:lnTo>
                    <a:pt x="3248" y="390"/>
                  </a:lnTo>
                  <a:cubicBezTo>
                    <a:pt x="3303" y="240"/>
                    <a:pt x="3225" y="73"/>
                    <a:pt x="3075" y="18"/>
                  </a:cubicBezTo>
                  <a:cubicBezTo>
                    <a:pt x="3042" y="6"/>
                    <a:pt x="3009" y="1"/>
                    <a:pt x="2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0"/>
            <p:cNvSpPr/>
            <p:nvPr/>
          </p:nvSpPr>
          <p:spPr>
            <a:xfrm>
              <a:off x="2291607" y="3532223"/>
              <a:ext cx="155584" cy="80270"/>
            </a:xfrm>
            <a:custGeom>
              <a:rect b="b" l="l" r="r" t="t"/>
              <a:pathLst>
                <a:path extrusionOk="0" h="2883" w="5588">
                  <a:moveTo>
                    <a:pt x="3664" y="1"/>
                  </a:moveTo>
                  <a:cubicBezTo>
                    <a:pt x="3601" y="1"/>
                    <a:pt x="3538" y="21"/>
                    <a:pt x="3485" y="62"/>
                  </a:cubicBezTo>
                  <a:cubicBezTo>
                    <a:pt x="2907" y="520"/>
                    <a:pt x="2253" y="841"/>
                    <a:pt x="1542" y="1017"/>
                  </a:cubicBezTo>
                  <a:cubicBezTo>
                    <a:pt x="1386" y="1056"/>
                    <a:pt x="1292" y="1214"/>
                    <a:pt x="1331" y="1370"/>
                  </a:cubicBezTo>
                  <a:cubicBezTo>
                    <a:pt x="1363" y="1502"/>
                    <a:pt x="1481" y="1589"/>
                    <a:pt x="1612" y="1589"/>
                  </a:cubicBezTo>
                  <a:cubicBezTo>
                    <a:pt x="1635" y="1589"/>
                    <a:pt x="1659" y="1587"/>
                    <a:pt x="1682" y="1581"/>
                  </a:cubicBezTo>
                  <a:cubicBezTo>
                    <a:pt x="1782" y="1557"/>
                    <a:pt x="1881" y="1528"/>
                    <a:pt x="1979" y="1498"/>
                  </a:cubicBezTo>
                  <a:lnTo>
                    <a:pt x="2168" y="2019"/>
                  </a:lnTo>
                  <a:cubicBezTo>
                    <a:pt x="1568" y="2205"/>
                    <a:pt x="937" y="2302"/>
                    <a:pt x="291" y="2302"/>
                  </a:cubicBezTo>
                  <a:cubicBezTo>
                    <a:pt x="130" y="2302"/>
                    <a:pt x="1" y="2432"/>
                    <a:pt x="1" y="2592"/>
                  </a:cubicBezTo>
                  <a:cubicBezTo>
                    <a:pt x="1" y="2752"/>
                    <a:pt x="130" y="2882"/>
                    <a:pt x="291" y="2882"/>
                  </a:cubicBezTo>
                  <a:cubicBezTo>
                    <a:pt x="1828" y="2882"/>
                    <a:pt x="3285" y="2381"/>
                    <a:pt x="4480" y="1457"/>
                  </a:cubicBezTo>
                  <a:lnTo>
                    <a:pt x="5040" y="2124"/>
                  </a:lnTo>
                  <a:cubicBezTo>
                    <a:pt x="5097" y="2192"/>
                    <a:pt x="5179" y="2227"/>
                    <a:pt x="5262" y="2227"/>
                  </a:cubicBezTo>
                  <a:cubicBezTo>
                    <a:pt x="5328" y="2227"/>
                    <a:pt x="5395" y="2205"/>
                    <a:pt x="5449" y="2159"/>
                  </a:cubicBezTo>
                  <a:cubicBezTo>
                    <a:pt x="5572" y="2057"/>
                    <a:pt x="5588" y="1874"/>
                    <a:pt x="5484" y="1750"/>
                  </a:cubicBezTo>
                  <a:lnTo>
                    <a:pt x="4925" y="1083"/>
                  </a:lnTo>
                  <a:cubicBezTo>
                    <a:pt x="5012" y="1004"/>
                    <a:pt x="5097" y="921"/>
                    <a:pt x="5182" y="837"/>
                  </a:cubicBezTo>
                  <a:cubicBezTo>
                    <a:pt x="5294" y="722"/>
                    <a:pt x="5293" y="539"/>
                    <a:pt x="5178" y="427"/>
                  </a:cubicBezTo>
                  <a:cubicBezTo>
                    <a:pt x="5122" y="371"/>
                    <a:pt x="5048" y="343"/>
                    <a:pt x="4974" y="343"/>
                  </a:cubicBezTo>
                  <a:cubicBezTo>
                    <a:pt x="4900" y="343"/>
                    <a:pt x="4825" y="372"/>
                    <a:pt x="4768" y="430"/>
                  </a:cubicBezTo>
                  <a:cubicBezTo>
                    <a:pt x="4170" y="1035"/>
                    <a:pt x="3474" y="1503"/>
                    <a:pt x="2713" y="1820"/>
                  </a:cubicBezTo>
                  <a:lnTo>
                    <a:pt x="2524" y="1300"/>
                  </a:lnTo>
                  <a:cubicBezTo>
                    <a:pt x="2995" y="1102"/>
                    <a:pt x="3436" y="841"/>
                    <a:pt x="3845" y="519"/>
                  </a:cubicBezTo>
                  <a:cubicBezTo>
                    <a:pt x="3970" y="419"/>
                    <a:pt x="3991" y="237"/>
                    <a:pt x="3892" y="111"/>
                  </a:cubicBezTo>
                  <a:cubicBezTo>
                    <a:pt x="3835" y="39"/>
                    <a:pt x="3750" y="1"/>
                    <a:pt x="36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0"/>
            <p:cNvSpPr/>
            <p:nvPr/>
          </p:nvSpPr>
          <p:spPr>
            <a:xfrm>
              <a:off x="2372157" y="3386966"/>
              <a:ext cx="84502" cy="27982"/>
            </a:xfrm>
            <a:custGeom>
              <a:rect b="b" l="l" r="r" t="t"/>
              <a:pathLst>
                <a:path extrusionOk="0" h="1005" w="3035">
                  <a:moveTo>
                    <a:pt x="2722" y="0"/>
                  </a:moveTo>
                  <a:cubicBezTo>
                    <a:pt x="2706" y="0"/>
                    <a:pt x="2689" y="1"/>
                    <a:pt x="2672" y="5"/>
                  </a:cubicBezTo>
                  <a:lnTo>
                    <a:pt x="264" y="429"/>
                  </a:lnTo>
                  <a:cubicBezTo>
                    <a:pt x="105" y="457"/>
                    <a:pt x="1" y="607"/>
                    <a:pt x="29" y="766"/>
                  </a:cubicBezTo>
                  <a:cubicBezTo>
                    <a:pt x="53" y="906"/>
                    <a:pt x="176" y="1005"/>
                    <a:pt x="314" y="1005"/>
                  </a:cubicBezTo>
                  <a:cubicBezTo>
                    <a:pt x="331" y="1005"/>
                    <a:pt x="347" y="1003"/>
                    <a:pt x="364" y="1001"/>
                  </a:cubicBezTo>
                  <a:lnTo>
                    <a:pt x="2773" y="575"/>
                  </a:lnTo>
                  <a:cubicBezTo>
                    <a:pt x="2930" y="548"/>
                    <a:pt x="3035" y="397"/>
                    <a:pt x="3008" y="240"/>
                  </a:cubicBezTo>
                  <a:cubicBezTo>
                    <a:pt x="2983" y="100"/>
                    <a:pt x="2860" y="0"/>
                    <a:pt x="2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0"/>
            <p:cNvSpPr/>
            <p:nvPr/>
          </p:nvSpPr>
          <p:spPr>
            <a:xfrm>
              <a:off x="2101133" y="3462559"/>
              <a:ext cx="83110" cy="101207"/>
            </a:xfrm>
            <a:custGeom>
              <a:rect b="b" l="l" r="r" t="t"/>
              <a:pathLst>
                <a:path extrusionOk="0" h="3635" w="2985">
                  <a:moveTo>
                    <a:pt x="795" y="1"/>
                  </a:moveTo>
                  <a:cubicBezTo>
                    <a:pt x="769" y="1"/>
                    <a:pt x="743" y="4"/>
                    <a:pt x="716" y="12"/>
                  </a:cubicBezTo>
                  <a:cubicBezTo>
                    <a:pt x="562" y="54"/>
                    <a:pt x="471" y="214"/>
                    <a:pt x="515" y="369"/>
                  </a:cubicBezTo>
                  <a:cubicBezTo>
                    <a:pt x="644" y="830"/>
                    <a:pt x="821" y="1274"/>
                    <a:pt x="1041" y="1695"/>
                  </a:cubicBezTo>
                  <a:lnTo>
                    <a:pt x="187" y="2189"/>
                  </a:lnTo>
                  <a:cubicBezTo>
                    <a:pt x="48" y="2268"/>
                    <a:pt x="1" y="2446"/>
                    <a:pt x="81" y="2585"/>
                  </a:cubicBezTo>
                  <a:cubicBezTo>
                    <a:pt x="135" y="2678"/>
                    <a:pt x="232" y="2730"/>
                    <a:pt x="332" y="2730"/>
                  </a:cubicBezTo>
                  <a:cubicBezTo>
                    <a:pt x="381" y="2730"/>
                    <a:pt x="431" y="2717"/>
                    <a:pt x="477" y="2691"/>
                  </a:cubicBezTo>
                  <a:lnTo>
                    <a:pt x="1332" y="2197"/>
                  </a:lnTo>
                  <a:cubicBezTo>
                    <a:pt x="1648" y="2694"/>
                    <a:pt x="2029" y="3152"/>
                    <a:pt x="2467" y="3557"/>
                  </a:cubicBezTo>
                  <a:cubicBezTo>
                    <a:pt x="2523" y="3610"/>
                    <a:pt x="2593" y="3634"/>
                    <a:pt x="2664" y="3634"/>
                  </a:cubicBezTo>
                  <a:cubicBezTo>
                    <a:pt x="2742" y="3634"/>
                    <a:pt x="2819" y="3604"/>
                    <a:pt x="2876" y="3541"/>
                  </a:cubicBezTo>
                  <a:cubicBezTo>
                    <a:pt x="2985" y="3424"/>
                    <a:pt x="2979" y="3240"/>
                    <a:pt x="2861" y="3132"/>
                  </a:cubicBezTo>
                  <a:cubicBezTo>
                    <a:pt x="2004" y="2339"/>
                    <a:pt x="1386" y="1330"/>
                    <a:pt x="1074" y="213"/>
                  </a:cubicBezTo>
                  <a:cubicBezTo>
                    <a:pt x="1038" y="85"/>
                    <a:pt x="922" y="1"/>
                    <a:pt x="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0"/>
            <p:cNvSpPr/>
            <p:nvPr/>
          </p:nvSpPr>
          <p:spPr>
            <a:xfrm>
              <a:off x="2303997" y="3298704"/>
              <a:ext cx="87314" cy="55518"/>
            </a:xfrm>
            <a:custGeom>
              <a:rect b="b" l="l" r="r" t="t"/>
              <a:pathLst>
                <a:path extrusionOk="0" h="1994" w="3136">
                  <a:moveTo>
                    <a:pt x="305" y="0"/>
                  </a:moveTo>
                  <a:cubicBezTo>
                    <a:pt x="159" y="0"/>
                    <a:pt x="35" y="110"/>
                    <a:pt x="18" y="258"/>
                  </a:cubicBezTo>
                  <a:cubicBezTo>
                    <a:pt x="1" y="417"/>
                    <a:pt x="115" y="561"/>
                    <a:pt x="275" y="578"/>
                  </a:cubicBezTo>
                  <a:cubicBezTo>
                    <a:pt x="481" y="601"/>
                    <a:pt x="685" y="641"/>
                    <a:pt x="884" y="697"/>
                  </a:cubicBezTo>
                  <a:lnTo>
                    <a:pt x="554" y="1605"/>
                  </a:lnTo>
                  <a:cubicBezTo>
                    <a:pt x="500" y="1755"/>
                    <a:pt x="576" y="1921"/>
                    <a:pt x="728" y="1976"/>
                  </a:cubicBezTo>
                  <a:cubicBezTo>
                    <a:pt x="761" y="1988"/>
                    <a:pt x="793" y="1994"/>
                    <a:pt x="826" y="1994"/>
                  </a:cubicBezTo>
                  <a:cubicBezTo>
                    <a:pt x="945" y="1994"/>
                    <a:pt x="1057" y="1921"/>
                    <a:pt x="1100" y="1802"/>
                  </a:cubicBezTo>
                  <a:lnTo>
                    <a:pt x="1429" y="896"/>
                  </a:lnTo>
                  <a:cubicBezTo>
                    <a:pt x="1867" y="1095"/>
                    <a:pt x="2268" y="1374"/>
                    <a:pt x="2607" y="1724"/>
                  </a:cubicBezTo>
                  <a:cubicBezTo>
                    <a:pt x="2664" y="1783"/>
                    <a:pt x="2740" y="1812"/>
                    <a:pt x="2816" y="1812"/>
                  </a:cubicBezTo>
                  <a:cubicBezTo>
                    <a:pt x="2888" y="1812"/>
                    <a:pt x="2961" y="1785"/>
                    <a:pt x="3017" y="1730"/>
                  </a:cubicBezTo>
                  <a:cubicBezTo>
                    <a:pt x="3133" y="1619"/>
                    <a:pt x="3135" y="1435"/>
                    <a:pt x="3024" y="1321"/>
                  </a:cubicBezTo>
                  <a:cubicBezTo>
                    <a:pt x="2309" y="583"/>
                    <a:pt x="1356" y="114"/>
                    <a:pt x="339" y="2"/>
                  </a:cubicBezTo>
                  <a:cubicBezTo>
                    <a:pt x="327" y="1"/>
                    <a:pt x="316" y="0"/>
                    <a:pt x="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0"/>
            <p:cNvSpPr/>
            <p:nvPr/>
          </p:nvSpPr>
          <p:spPr>
            <a:xfrm>
              <a:off x="2113134" y="3380256"/>
              <a:ext cx="45133" cy="53374"/>
            </a:xfrm>
            <a:custGeom>
              <a:rect b="b" l="l" r="r" t="t"/>
              <a:pathLst>
                <a:path extrusionOk="0" h="1917" w="1621">
                  <a:moveTo>
                    <a:pt x="826" y="1"/>
                  </a:moveTo>
                  <a:cubicBezTo>
                    <a:pt x="408" y="1"/>
                    <a:pt x="54" y="404"/>
                    <a:pt x="28" y="918"/>
                  </a:cubicBezTo>
                  <a:cubicBezTo>
                    <a:pt x="0" y="1447"/>
                    <a:pt x="328" y="1893"/>
                    <a:pt x="761" y="1915"/>
                  </a:cubicBezTo>
                  <a:cubicBezTo>
                    <a:pt x="773" y="1916"/>
                    <a:pt x="784" y="1916"/>
                    <a:pt x="796" y="1916"/>
                  </a:cubicBezTo>
                  <a:cubicBezTo>
                    <a:pt x="1214" y="1916"/>
                    <a:pt x="1567" y="1513"/>
                    <a:pt x="1594" y="999"/>
                  </a:cubicBezTo>
                  <a:cubicBezTo>
                    <a:pt x="1621" y="471"/>
                    <a:pt x="1293" y="24"/>
                    <a:pt x="861" y="2"/>
                  </a:cubicBezTo>
                  <a:cubicBezTo>
                    <a:pt x="849" y="1"/>
                    <a:pt x="838" y="1"/>
                    <a:pt x="826"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0"/>
            <p:cNvSpPr/>
            <p:nvPr/>
          </p:nvSpPr>
          <p:spPr>
            <a:xfrm>
              <a:off x="2113134" y="3380256"/>
              <a:ext cx="45133" cy="53374"/>
            </a:xfrm>
            <a:custGeom>
              <a:rect b="b" l="l" r="r" t="t"/>
              <a:pathLst>
                <a:path extrusionOk="0" h="1917" w="1621">
                  <a:moveTo>
                    <a:pt x="826" y="1"/>
                  </a:moveTo>
                  <a:cubicBezTo>
                    <a:pt x="408" y="1"/>
                    <a:pt x="54" y="404"/>
                    <a:pt x="28" y="918"/>
                  </a:cubicBezTo>
                  <a:cubicBezTo>
                    <a:pt x="0" y="1447"/>
                    <a:pt x="328" y="1893"/>
                    <a:pt x="761" y="1915"/>
                  </a:cubicBezTo>
                  <a:cubicBezTo>
                    <a:pt x="773" y="1916"/>
                    <a:pt x="784" y="1916"/>
                    <a:pt x="796" y="1916"/>
                  </a:cubicBezTo>
                  <a:cubicBezTo>
                    <a:pt x="1214" y="1916"/>
                    <a:pt x="1567" y="1513"/>
                    <a:pt x="1594" y="999"/>
                  </a:cubicBezTo>
                  <a:cubicBezTo>
                    <a:pt x="1621" y="471"/>
                    <a:pt x="1293" y="24"/>
                    <a:pt x="861" y="2"/>
                  </a:cubicBezTo>
                  <a:cubicBezTo>
                    <a:pt x="849" y="1"/>
                    <a:pt x="838" y="1"/>
                    <a:pt x="826"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0"/>
            <p:cNvSpPr/>
            <p:nvPr/>
          </p:nvSpPr>
          <p:spPr>
            <a:xfrm>
              <a:off x="2113134" y="3380256"/>
              <a:ext cx="45133" cy="53374"/>
            </a:xfrm>
            <a:custGeom>
              <a:rect b="b" l="l" r="r" t="t"/>
              <a:pathLst>
                <a:path extrusionOk="0" h="1917" w="1621">
                  <a:moveTo>
                    <a:pt x="826" y="1"/>
                  </a:moveTo>
                  <a:cubicBezTo>
                    <a:pt x="408" y="1"/>
                    <a:pt x="54" y="404"/>
                    <a:pt x="28" y="918"/>
                  </a:cubicBezTo>
                  <a:cubicBezTo>
                    <a:pt x="0" y="1447"/>
                    <a:pt x="328" y="1893"/>
                    <a:pt x="761" y="1915"/>
                  </a:cubicBezTo>
                  <a:cubicBezTo>
                    <a:pt x="773" y="1916"/>
                    <a:pt x="784" y="1916"/>
                    <a:pt x="796" y="1916"/>
                  </a:cubicBezTo>
                  <a:cubicBezTo>
                    <a:pt x="1214" y="1916"/>
                    <a:pt x="1567" y="1513"/>
                    <a:pt x="1594" y="999"/>
                  </a:cubicBezTo>
                  <a:cubicBezTo>
                    <a:pt x="1621" y="471"/>
                    <a:pt x="1293" y="24"/>
                    <a:pt x="861" y="2"/>
                  </a:cubicBezTo>
                  <a:cubicBezTo>
                    <a:pt x="849" y="1"/>
                    <a:pt x="838"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0"/>
            <p:cNvSpPr/>
            <p:nvPr/>
          </p:nvSpPr>
          <p:spPr>
            <a:xfrm>
              <a:off x="2127222" y="3397463"/>
              <a:ext cx="16733" cy="18822"/>
            </a:xfrm>
            <a:custGeom>
              <a:rect b="b" l="l" r="r" t="t"/>
              <a:pathLst>
                <a:path extrusionOk="0" h="676" w="601">
                  <a:moveTo>
                    <a:pt x="302" y="0"/>
                  </a:moveTo>
                  <a:cubicBezTo>
                    <a:pt x="149" y="0"/>
                    <a:pt x="21" y="121"/>
                    <a:pt x="14" y="275"/>
                  </a:cubicBezTo>
                  <a:lnTo>
                    <a:pt x="9" y="370"/>
                  </a:lnTo>
                  <a:cubicBezTo>
                    <a:pt x="0" y="530"/>
                    <a:pt x="123" y="667"/>
                    <a:pt x="283" y="675"/>
                  </a:cubicBezTo>
                  <a:lnTo>
                    <a:pt x="298" y="675"/>
                  </a:lnTo>
                  <a:cubicBezTo>
                    <a:pt x="451" y="675"/>
                    <a:pt x="580" y="554"/>
                    <a:pt x="588" y="400"/>
                  </a:cubicBezTo>
                  <a:lnTo>
                    <a:pt x="593" y="306"/>
                  </a:lnTo>
                  <a:cubicBezTo>
                    <a:pt x="600" y="146"/>
                    <a:pt x="478" y="9"/>
                    <a:pt x="317" y="1"/>
                  </a:cubicBezTo>
                  <a:cubicBezTo>
                    <a:pt x="312" y="0"/>
                    <a:pt x="307" y="0"/>
                    <a:pt x="3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0"/>
            <p:cNvSpPr/>
            <p:nvPr/>
          </p:nvSpPr>
          <p:spPr>
            <a:xfrm>
              <a:off x="2440065" y="3363411"/>
              <a:ext cx="46859" cy="53263"/>
            </a:xfrm>
            <a:custGeom>
              <a:rect b="b" l="l" r="r" t="t"/>
              <a:pathLst>
                <a:path extrusionOk="0" h="1913" w="1683">
                  <a:moveTo>
                    <a:pt x="806" y="1"/>
                  </a:moveTo>
                  <a:cubicBezTo>
                    <a:pt x="780" y="1"/>
                    <a:pt x="755" y="2"/>
                    <a:pt x="729" y="5"/>
                  </a:cubicBezTo>
                  <a:cubicBezTo>
                    <a:pt x="298" y="57"/>
                    <a:pt x="1" y="524"/>
                    <a:pt x="63" y="1049"/>
                  </a:cubicBezTo>
                  <a:cubicBezTo>
                    <a:pt x="121" y="1542"/>
                    <a:pt x="479" y="1913"/>
                    <a:pt x="878" y="1913"/>
                  </a:cubicBezTo>
                  <a:cubicBezTo>
                    <a:pt x="903" y="1913"/>
                    <a:pt x="929" y="1911"/>
                    <a:pt x="955" y="1908"/>
                  </a:cubicBezTo>
                  <a:cubicBezTo>
                    <a:pt x="1384" y="1857"/>
                    <a:pt x="1683" y="1390"/>
                    <a:pt x="1619" y="864"/>
                  </a:cubicBezTo>
                  <a:cubicBezTo>
                    <a:pt x="1561" y="370"/>
                    <a:pt x="1205" y="1"/>
                    <a:pt x="806"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0"/>
            <p:cNvSpPr/>
            <p:nvPr/>
          </p:nvSpPr>
          <p:spPr>
            <a:xfrm>
              <a:off x="2440065" y="3363411"/>
              <a:ext cx="46859" cy="53263"/>
            </a:xfrm>
            <a:custGeom>
              <a:rect b="b" l="l" r="r" t="t"/>
              <a:pathLst>
                <a:path extrusionOk="0" h="1913" w="1683">
                  <a:moveTo>
                    <a:pt x="806" y="1"/>
                  </a:moveTo>
                  <a:cubicBezTo>
                    <a:pt x="780" y="1"/>
                    <a:pt x="755" y="2"/>
                    <a:pt x="729" y="5"/>
                  </a:cubicBezTo>
                  <a:cubicBezTo>
                    <a:pt x="298" y="57"/>
                    <a:pt x="1" y="524"/>
                    <a:pt x="63" y="1049"/>
                  </a:cubicBezTo>
                  <a:cubicBezTo>
                    <a:pt x="121" y="1542"/>
                    <a:pt x="479" y="1913"/>
                    <a:pt x="878" y="1913"/>
                  </a:cubicBezTo>
                  <a:cubicBezTo>
                    <a:pt x="903" y="1913"/>
                    <a:pt x="929" y="1911"/>
                    <a:pt x="955" y="1908"/>
                  </a:cubicBezTo>
                  <a:cubicBezTo>
                    <a:pt x="1384" y="1857"/>
                    <a:pt x="1683" y="1390"/>
                    <a:pt x="1619" y="864"/>
                  </a:cubicBezTo>
                  <a:cubicBezTo>
                    <a:pt x="1561" y="370"/>
                    <a:pt x="1205" y="1"/>
                    <a:pt x="806"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0"/>
            <p:cNvSpPr/>
            <p:nvPr/>
          </p:nvSpPr>
          <p:spPr>
            <a:xfrm>
              <a:off x="2440065" y="3363411"/>
              <a:ext cx="46859" cy="53263"/>
            </a:xfrm>
            <a:custGeom>
              <a:rect b="b" l="l" r="r" t="t"/>
              <a:pathLst>
                <a:path extrusionOk="0" h="1913" w="1683">
                  <a:moveTo>
                    <a:pt x="806" y="1"/>
                  </a:moveTo>
                  <a:cubicBezTo>
                    <a:pt x="780" y="1"/>
                    <a:pt x="755" y="2"/>
                    <a:pt x="729" y="5"/>
                  </a:cubicBezTo>
                  <a:cubicBezTo>
                    <a:pt x="298" y="57"/>
                    <a:pt x="1" y="524"/>
                    <a:pt x="63" y="1049"/>
                  </a:cubicBezTo>
                  <a:cubicBezTo>
                    <a:pt x="121" y="1542"/>
                    <a:pt x="479" y="1913"/>
                    <a:pt x="878" y="1913"/>
                  </a:cubicBezTo>
                  <a:cubicBezTo>
                    <a:pt x="903" y="1913"/>
                    <a:pt x="929" y="1911"/>
                    <a:pt x="955" y="1908"/>
                  </a:cubicBezTo>
                  <a:cubicBezTo>
                    <a:pt x="1384" y="1857"/>
                    <a:pt x="1683" y="1390"/>
                    <a:pt x="1619" y="864"/>
                  </a:cubicBezTo>
                  <a:cubicBezTo>
                    <a:pt x="1561" y="370"/>
                    <a:pt x="1205" y="1"/>
                    <a:pt x="8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0"/>
            <p:cNvSpPr/>
            <p:nvPr/>
          </p:nvSpPr>
          <p:spPr>
            <a:xfrm>
              <a:off x="2454739" y="3380729"/>
              <a:ext cx="17457" cy="18794"/>
            </a:xfrm>
            <a:custGeom>
              <a:rect b="b" l="l" r="r" t="t"/>
              <a:pathLst>
                <a:path extrusionOk="0" h="675" w="627">
                  <a:moveTo>
                    <a:pt x="307" y="1"/>
                  </a:moveTo>
                  <a:cubicBezTo>
                    <a:pt x="296" y="1"/>
                    <a:pt x="285" y="2"/>
                    <a:pt x="274" y="3"/>
                  </a:cubicBezTo>
                  <a:cubicBezTo>
                    <a:pt x="114" y="22"/>
                    <a:pt x="1" y="166"/>
                    <a:pt x="20" y="325"/>
                  </a:cubicBezTo>
                  <a:lnTo>
                    <a:pt x="31" y="419"/>
                  </a:lnTo>
                  <a:cubicBezTo>
                    <a:pt x="48" y="566"/>
                    <a:pt x="174" y="675"/>
                    <a:pt x="319" y="675"/>
                  </a:cubicBezTo>
                  <a:cubicBezTo>
                    <a:pt x="330" y="675"/>
                    <a:pt x="341" y="675"/>
                    <a:pt x="353" y="672"/>
                  </a:cubicBezTo>
                  <a:cubicBezTo>
                    <a:pt x="512" y="654"/>
                    <a:pt x="626" y="510"/>
                    <a:pt x="607" y="350"/>
                  </a:cubicBezTo>
                  <a:lnTo>
                    <a:pt x="596" y="257"/>
                  </a:lnTo>
                  <a:cubicBezTo>
                    <a:pt x="578" y="109"/>
                    <a:pt x="452" y="1"/>
                    <a:pt x="3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0"/>
            <p:cNvSpPr/>
            <p:nvPr/>
          </p:nvSpPr>
          <p:spPr>
            <a:xfrm>
              <a:off x="2423221" y="3465567"/>
              <a:ext cx="51175" cy="52288"/>
            </a:xfrm>
            <a:custGeom>
              <a:rect b="b" l="l" r="r" t="t"/>
              <a:pathLst>
                <a:path extrusionOk="0" h="1878" w="1838">
                  <a:moveTo>
                    <a:pt x="1024" y="1"/>
                  </a:moveTo>
                  <a:cubicBezTo>
                    <a:pt x="682" y="1"/>
                    <a:pt x="335" y="262"/>
                    <a:pt x="185" y="666"/>
                  </a:cubicBezTo>
                  <a:cubicBezTo>
                    <a:pt x="1" y="1162"/>
                    <a:pt x="180" y="1686"/>
                    <a:pt x="586" y="1837"/>
                  </a:cubicBezTo>
                  <a:cubicBezTo>
                    <a:pt x="660" y="1864"/>
                    <a:pt x="737" y="1877"/>
                    <a:pt x="814" y="1877"/>
                  </a:cubicBezTo>
                  <a:cubicBezTo>
                    <a:pt x="1156" y="1877"/>
                    <a:pt x="1503" y="1617"/>
                    <a:pt x="1653" y="1212"/>
                  </a:cubicBezTo>
                  <a:cubicBezTo>
                    <a:pt x="1838" y="716"/>
                    <a:pt x="1658" y="192"/>
                    <a:pt x="1252" y="42"/>
                  </a:cubicBezTo>
                  <a:cubicBezTo>
                    <a:pt x="1178" y="14"/>
                    <a:pt x="1101" y="1"/>
                    <a:pt x="1024"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0"/>
            <p:cNvSpPr/>
            <p:nvPr/>
          </p:nvSpPr>
          <p:spPr>
            <a:xfrm>
              <a:off x="2423221" y="3465567"/>
              <a:ext cx="51175" cy="52288"/>
            </a:xfrm>
            <a:custGeom>
              <a:rect b="b" l="l" r="r" t="t"/>
              <a:pathLst>
                <a:path extrusionOk="0" h="1878" w="1838">
                  <a:moveTo>
                    <a:pt x="1024" y="1"/>
                  </a:moveTo>
                  <a:cubicBezTo>
                    <a:pt x="682" y="1"/>
                    <a:pt x="335" y="262"/>
                    <a:pt x="185" y="666"/>
                  </a:cubicBezTo>
                  <a:cubicBezTo>
                    <a:pt x="1" y="1162"/>
                    <a:pt x="180" y="1686"/>
                    <a:pt x="586" y="1837"/>
                  </a:cubicBezTo>
                  <a:cubicBezTo>
                    <a:pt x="660" y="1864"/>
                    <a:pt x="737" y="1877"/>
                    <a:pt x="814" y="1877"/>
                  </a:cubicBezTo>
                  <a:cubicBezTo>
                    <a:pt x="1156" y="1877"/>
                    <a:pt x="1503" y="1617"/>
                    <a:pt x="1653" y="1212"/>
                  </a:cubicBezTo>
                  <a:cubicBezTo>
                    <a:pt x="1838" y="716"/>
                    <a:pt x="1658" y="192"/>
                    <a:pt x="1252" y="42"/>
                  </a:cubicBezTo>
                  <a:cubicBezTo>
                    <a:pt x="1178" y="14"/>
                    <a:pt x="1101" y="1"/>
                    <a:pt x="1024" y="1"/>
                  </a:cubicBezTo>
                  <a:close/>
                </a:path>
              </a:pathLst>
            </a:custGeom>
            <a:solidFill>
              <a:srgbClr val="4CB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0"/>
            <p:cNvSpPr/>
            <p:nvPr/>
          </p:nvSpPr>
          <p:spPr>
            <a:xfrm>
              <a:off x="2423221" y="3465567"/>
              <a:ext cx="51175" cy="52288"/>
            </a:xfrm>
            <a:custGeom>
              <a:rect b="b" l="l" r="r" t="t"/>
              <a:pathLst>
                <a:path extrusionOk="0" h="1878" w="1838">
                  <a:moveTo>
                    <a:pt x="1024" y="1"/>
                  </a:moveTo>
                  <a:cubicBezTo>
                    <a:pt x="682" y="1"/>
                    <a:pt x="335" y="262"/>
                    <a:pt x="185" y="666"/>
                  </a:cubicBezTo>
                  <a:cubicBezTo>
                    <a:pt x="1" y="1162"/>
                    <a:pt x="180" y="1686"/>
                    <a:pt x="586" y="1837"/>
                  </a:cubicBezTo>
                  <a:cubicBezTo>
                    <a:pt x="660" y="1864"/>
                    <a:pt x="737" y="1877"/>
                    <a:pt x="814" y="1877"/>
                  </a:cubicBezTo>
                  <a:cubicBezTo>
                    <a:pt x="1156" y="1877"/>
                    <a:pt x="1503" y="1617"/>
                    <a:pt x="1653" y="1212"/>
                  </a:cubicBezTo>
                  <a:cubicBezTo>
                    <a:pt x="1838" y="716"/>
                    <a:pt x="1658" y="192"/>
                    <a:pt x="1252" y="42"/>
                  </a:cubicBezTo>
                  <a:cubicBezTo>
                    <a:pt x="1178" y="14"/>
                    <a:pt x="1101"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0"/>
            <p:cNvSpPr/>
            <p:nvPr/>
          </p:nvSpPr>
          <p:spPr>
            <a:xfrm>
              <a:off x="2439509" y="3482384"/>
              <a:ext cx="19211" cy="18654"/>
            </a:xfrm>
            <a:custGeom>
              <a:rect b="b" l="l" r="r" t="t"/>
              <a:pathLst>
                <a:path extrusionOk="0" h="670" w="690">
                  <a:moveTo>
                    <a:pt x="362" y="0"/>
                  </a:moveTo>
                  <a:cubicBezTo>
                    <a:pt x="244" y="0"/>
                    <a:pt x="133" y="72"/>
                    <a:pt x="89" y="189"/>
                  </a:cubicBezTo>
                  <a:lnTo>
                    <a:pt x="56" y="278"/>
                  </a:lnTo>
                  <a:cubicBezTo>
                    <a:pt x="0" y="428"/>
                    <a:pt x="77" y="595"/>
                    <a:pt x="227" y="651"/>
                  </a:cubicBezTo>
                  <a:cubicBezTo>
                    <a:pt x="260" y="663"/>
                    <a:pt x="294" y="669"/>
                    <a:pt x="328" y="669"/>
                  </a:cubicBezTo>
                  <a:cubicBezTo>
                    <a:pt x="445" y="669"/>
                    <a:pt x="556" y="597"/>
                    <a:pt x="600" y="480"/>
                  </a:cubicBezTo>
                  <a:lnTo>
                    <a:pt x="633" y="391"/>
                  </a:lnTo>
                  <a:cubicBezTo>
                    <a:pt x="689" y="241"/>
                    <a:pt x="612" y="74"/>
                    <a:pt x="462" y="18"/>
                  </a:cubicBezTo>
                  <a:cubicBezTo>
                    <a:pt x="429" y="6"/>
                    <a:pt x="395" y="0"/>
                    <a:pt x="3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0"/>
            <p:cNvSpPr/>
            <p:nvPr/>
          </p:nvSpPr>
          <p:spPr>
            <a:xfrm>
              <a:off x="2216264" y="3337740"/>
              <a:ext cx="166888" cy="166888"/>
            </a:xfrm>
            <a:custGeom>
              <a:rect b="b" l="l" r="r" t="t"/>
              <a:pathLst>
                <a:path extrusionOk="0" h="5994" w="5994">
                  <a:moveTo>
                    <a:pt x="2997" y="0"/>
                  </a:moveTo>
                  <a:cubicBezTo>
                    <a:pt x="1342" y="0"/>
                    <a:pt x="0" y="1342"/>
                    <a:pt x="0" y="2997"/>
                  </a:cubicBezTo>
                  <a:cubicBezTo>
                    <a:pt x="0" y="4652"/>
                    <a:pt x="1342" y="5994"/>
                    <a:pt x="2997" y="5994"/>
                  </a:cubicBezTo>
                  <a:cubicBezTo>
                    <a:pt x="4652" y="5994"/>
                    <a:pt x="5993" y="4652"/>
                    <a:pt x="5993" y="2997"/>
                  </a:cubicBezTo>
                  <a:cubicBezTo>
                    <a:pt x="5993" y="1342"/>
                    <a:pt x="4652" y="0"/>
                    <a:pt x="29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0"/>
            <p:cNvSpPr/>
            <p:nvPr/>
          </p:nvSpPr>
          <p:spPr>
            <a:xfrm>
              <a:off x="2271393" y="3392896"/>
              <a:ext cx="56576" cy="56576"/>
            </a:xfrm>
            <a:custGeom>
              <a:rect b="b" l="l" r="r" t="t"/>
              <a:pathLst>
                <a:path extrusionOk="0" h="2032" w="2032">
                  <a:moveTo>
                    <a:pt x="1017" y="0"/>
                  </a:moveTo>
                  <a:cubicBezTo>
                    <a:pt x="456" y="0"/>
                    <a:pt x="1" y="455"/>
                    <a:pt x="1" y="1016"/>
                  </a:cubicBezTo>
                  <a:cubicBezTo>
                    <a:pt x="1" y="1577"/>
                    <a:pt x="456" y="2032"/>
                    <a:pt x="1017" y="2032"/>
                  </a:cubicBezTo>
                  <a:cubicBezTo>
                    <a:pt x="1578" y="2032"/>
                    <a:pt x="2032" y="1577"/>
                    <a:pt x="2032" y="1016"/>
                  </a:cubicBezTo>
                  <a:cubicBezTo>
                    <a:pt x="2032" y="455"/>
                    <a:pt x="1578" y="0"/>
                    <a:pt x="1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70"/>
          <p:cNvGrpSpPr/>
          <p:nvPr/>
        </p:nvGrpSpPr>
        <p:grpSpPr>
          <a:xfrm>
            <a:off x="7742943" y="3302995"/>
            <a:ext cx="501576" cy="501879"/>
            <a:chOff x="7438376" y="3153558"/>
            <a:chExt cx="524497" cy="535280"/>
          </a:xfrm>
        </p:grpSpPr>
        <p:sp>
          <p:nvSpPr>
            <p:cNvPr id="4515" name="Google Shape;4515;p70"/>
            <p:cNvSpPr/>
            <p:nvPr/>
          </p:nvSpPr>
          <p:spPr>
            <a:xfrm>
              <a:off x="7835417" y="3385073"/>
              <a:ext cx="16149" cy="78878"/>
            </a:xfrm>
            <a:custGeom>
              <a:rect b="b" l="l" r="r" t="t"/>
              <a:pathLst>
                <a:path extrusionOk="0" h="2833" w="580">
                  <a:moveTo>
                    <a:pt x="289" y="1"/>
                  </a:moveTo>
                  <a:cubicBezTo>
                    <a:pt x="130" y="1"/>
                    <a:pt x="0" y="131"/>
                    <a:pt x="0" y="291"/>
                  </a:cubicBezTo>
                  <a:lnTo>
                    <a:pt x="0" y="2544"/>
                  </a:lnTo>
                  <a:cubicBezTo>
                    <a:pt x="0" y="2703"/>
                    <a:pt x="130" y="2833"/>
                    <a:pt x="289" y="2833"/>
                  </a:cubicBezTo>
                  <a:cubicBezTo>
                    <a:pt x="450" y="2833"/>
                    <a:pt x="580" y="2703"/>
                    <a:pt x="580" y="2544"/>
                  </a:cubicBezTo>
                  <a:lnTo>
                    <a:pt x="580" y="291"/>
                  </a:lnTo>
                  <a:cubicBezTo>
                    <a:pt x="580" y="131"/>
                    <a:pt x="450"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0"/>
            <p:cNvSpPr/>
            <p:nvPr/>
          </p:nvSpPr>
          <p:spPr>
            <a:xfrm>
              <a:off x="7835417" y="3188557"/>
              <a:ext cx="16149" cy="56019"/>
            </a:xfrm>
            <a:custGeom>
              <a:rect b="b" l="l" r="r" t="t"/>
              <a:pathLst>
                <a:path extrusionOk="0" h="2012" w="580">
                  <a:moveTo>
                    <a:pt x="289" y="0"/>
                  </a:moveTo>
                  <a:cubicBezTo>
                    <a:pt x="130" y="0"/>
                    <a:pt x="0" y="130"/>
                    <a:pt x="0" y="290"/>
                  </a:cubicBezTo>
                  <a:lnTo>
                    <a:pt x="0" y="1721"/>
                  </a:lnTo>
                  <a:cubicBezTo>
                    <a:pt x="0" y="1882"/>
                    <a:pt x="130" y="2012"/>
                    <a:pt x="289" y="2012"/>
                  </a:cubicBezTo>
                  <a:cubicBezTo>
                    <a:pt x="450" y="2012"/>
                    <a:pt x="580" y="1882"/>
                    <a:pt x="580" y="1721"/>
                  </a:cubicBezTo>
                  <a:lnTo>
                    <a:pt x="580" y="290"/>
                  </a:lnTo>
                  <a:cubicBezTo>
                    <a:pt x="580" y="130"/>
                    <a:pt x="450"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0"/>
            <p:cNvSpPr/>
            <p:nvPr/>
          </p:nvSpPr>
          <p:spPr>
            <a:xfrm>
              <a:off x="7812836" y="3236503"/>
              <a:ext cx="61281" cy="38172"/>
            </a:xfrm>
            <a:custGeom>
              <a:rect b="b" l="l" r="r" t="t"/>
              <a:pathLst>
                <a:path extrusionOk="0" h="1371" w="2201">
                  <a:moveTo>
                    <a:pt x="626" y="1"/>
                  </a:moveTo>
                  <a:cubicBezTo>
                    <a:pt x="563" y="1"/>
                    <a:pt x="504" y="27"/>
                    <a:pt x="464" y="76"/>
                  </a:cubicBezTo>
                  <a:lnTo>
                    <a:pt x="67" y="549"/>
                  </a:lnTo>
                  <a:cubicBezTo>
                    <a:pt x="0" y="628"/>
                    <a:pt x="0" y="742"/>
                    <a:pt x="67" y="820"/>
                  </a:cubicBezTo>
                  <a:lnTo>
                    <a:pt x="464" y="1295"/>
                  </a:lnTo>
                  <a:cubicBezTo>
                    <a:pt x="504" y="1342"/>
                    <a:pt x="563" y="1370"/>
                    <a:pt x="626" y="1370"/>
                  </a:cubicBezTo>
                  <a:lnTo>
                    <a:pt x="1576" y="1370"/>
                  </a:lnTo>
                  <a:cubicBezTo>
                    <a:pt x="1638" y="1370"/>
                    <a:pt x="1698" y="1342"/>
                    <a:pt x="1738" y="1295"/>
                  </a:cubicBezTo>
                  <a:lnTo>
                    <a:pt x="2135" y="820"/>
                  </a:lnTo>
                  <a:cubicBezTo>
                    <a:pt x="2201" y="742"/>
                    <a:pt x="2201" y="628"/>
                    <a:pt x="2135" y="549"/>
                  </a:cubicBezTo>
                  <a:lnTo>
                    <a:pt x="1738" y="76"/>
                  </a:lnTo>
                  <a:cubicBezTo>
                    <a:pt x="1698" y="27"/>
                    <a:pt x="1638" y="1"/>
                    <a:pt x="1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0"/>
            <p:cNvSpPr/>
            <p:nvPr/>
          </p:nvSpPr>
          <p:spPr>
            <a:xfrm>
              <a:off x="7812836" y="3274647"/>
              <a:ext cx="61281" cy="38144"/>
            </a:xfrm>
            <a:custGeom>
              <a:rect b="b" l="l" r="r" t="t"/>
              <a:pathLst>
                <a:path extrusionOk="0" h="1370" w="2201">
                  <a:moveTo>
                    <a:pt x="626" y="0"/>
                  </a:moveTo>
                  <a:cubicBezTo>
                    <a:pt x="563" y="0"/>
                    <a:pt x="504" y="27"/>
                    <a:pt x="464" y="76"/>
                  </a:cubicBezTo>
                  <a:lnTo>
                    <a:pt x="67" y="549"/>
                  </a:lnTo>
                  <a:cubicBezTo>
                    <a:pt x="0" y="627"/>
                    <a:pt x="0" y="742"/>
                    <a:pt x="67" y="820"/>
                  </a:cubicBezTo>
                  <a:lnTo>
                    <a:pt x="464" y="1294"/>
                  </a:lnTo>
                  <a:cubicBezTo>
                    <a:pt x="504" y="1342"/>
                    <a:pt x="563" y="1370"/>
                    <a:pt x="626" y="1370"/>
                  </a:cubicBezTo>
                  <a:lnTo>
                    <a:pt x="1576" y="1370"/>
                  </a:lnTo>
                  <a:cubicBezTo>
                    <a:pt x="1638" y="1370"/>
                    <a:pt x="1698" y="1342"/>
                    <a:pt x="1738" y="1294"/>
                  </a:cubicBezTo>
                  <a:lnTo>
                    <a:pt x="2135" y="820"/>
                  </a:lnTo>
                  <a:cubicBezTo>
                    <a:pt x="2201" y="742"/>
                    <a:pt x="2201" y="627"/>
                    <a:pt x="2135" y="549"/>
                  </a:cubicBezTo>
                  <a:lnTo>
                    <a:pt x="1738" y="76"/>
                  </a:lnTo>
                  <a:cubicBezTo>
                    <a:pt x="1698" y="27"/>
                    <a:pt x="1638" y="0"/>
                    <a:pt x="1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0"/>
            <p:cNvSpPr/>
            <p:nvPr/>
          </p:nvSpPr>
          <p:spPr>
            <a:xfrm>
              <a:off x="7812836" y="3312764"/>
              <a:ext cx="61281" cy="38172"/>
            </a:xfrm>
            <a:custGeom>
              <a:rect b="b" l="l" r="r" t="t"/>
              <a:pathLst>
                <a:path extrusionOk="0" h="1371" w="2201">
                  <a:moveTo>
                    <a:pt x="626" y="1"/>
                  </a:moveTo>
                  <a:cubicBezTo>
                    <a:pt x="563" y="1"/>
                    <a:pt x="504" y="28"/>
                    <a:pt x="464" y="77"/>
                  </a:cubicBezTo>
                  <a:lnTo>
                    <a:pt x="67" y="550"/>
                  </a:lnTo>
                  <a:cubicBezTo>
                    <a:pt x="0" y="628"/>
                    <a:pt x="0" y="742"/>
                    <a:pt x="67" y="822"/>
                  </a:cubicBezTo>
                  <a:lnTo>
                    <a:pt x="464" y="1295"/>
                  </a:lnTo>
                  <a:cubicBezTo>
                    <a:pt x="504" y="1343"/>
                    <a:pt x="563" y="1371"/>
                    <a:pt x="626" y="1371"/>
                  </a:cubicBezTo>
                  <a:lnTo>
                    <a:pt x="1576" y="1371"/>
                  </a:lnTo>
                  <a:cubicBezTo>
                    <a:pt x="1638" y="1371"/>
                    <a:pt x="1698" y="1343"/>
                    <a:pt x="1738" y="1295"/>
                  </a:cubicBezTo>
                  <a:lnTo>
                    <a:pt x="2135" y="822"/>
                  </a:lnTo>
                  <a:cubicBezTo>
                    <a:pt x="2201" y="742"/>
                    <a:pt x="2201" y="628"/>
                    <a:pt x="2135" y="550"/>
                  </a:cubicBezTo>
                  <a:lnTo>
                    <a:pt x="1738" y="77"/>
                  </a:lnTo>
                  <a:cubicBezTo>
                    <a:pt x="1698" y="28"/>
                    <a:pt x="1638" y="1"/>
                    <a:pt x="1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0"/>
            <p:cNvSpPr/>
            <p:nvPr/>
          </p:nvSpPr>
          <p:spPr>
            <a:xfrm>
              <a:off x="7812836" y="3455877"/>
              <a:ext cx="61281" cy="38172"/>
            </a:xfrm>
            <a:custGeom>
              <a:rect b="b" l="l" r="r" t="t"/>
              <a:pathLst>
                <a:path extrusionOk="0" h="1371" w="2201">
                  <a:moveTo>
                    <a:pt x="626" y="1"/>
                  </a:moveTo>
                  <a:cubicBezTo>
                    <a:pt x="563" y="1"/>
                    <a:pt x="504" y="27"/>
                    <a:pt x="464" y="76"/>
                  </a:cubicBezTo>
                  <a:lnTo>
                    <a:pt x="67" y="549"/>
                  </a:lnTo>
                  <a:cubicBezTo>
                    <a:pt x="0" y="627"/>
                    <a:pt x="0" y="742"/>
                    <a:pt x="67" y="821"/>
                  </a:cubicBezTo>
                  <a:lnTo>
                    <a:pt x="464" y="1295"/>
                  </a:lnTo>
                  <a:cubicBezTo>
                    <a:pt x="504" y="1342"/>
                    <a:pt x="563" y="1370"/>
                    <a:pt x="626" y="1370"/>
                  </a:cubicBezTo>
                  <a:lnTo>
                    <a:pt x="1576" y="1370"/>
                  </a:lnTo>
                  <a:cubicBezTo>
                    <a:pt x="1638" y="1370"/>
                    <a:pt x="1698" y="1342"/>
                    <a:pt x="1738" y="1295"/>
                  </a:cubicBezTo>
                  <a:lnTo>
                    <a:pt x="2135" y="821"/>
                  </a:lnTo>
                  <a:cubicBezTo>
                    <a:pt x="2201" y="742"/>
                    <a:pt x="2201" y="627"/>
                    <a:pt x="2135" y="549"/>
                  </a:cubicBezTo>
                  <a:lnTo>
                    <a:pt x="1738" y="76"/>
                  </a:lnTo>
                  <a:cubicBezTo>
                    <a:pt x="1698" y="27"/>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0"/>
            <p:cNvSpPr/>
            <p:nvPr/>
          </p:nvSpPr>
          <p:spPr>
            <a:xfrm>
              <a:off x="7812836" y="3494022"/>
              <a:ext cx="61281" cy="38144"/>
            </a:xfrm>
            <a:custGeom>
              <a:rect b="b" l="l" r="r" t="t"/>
              <a:pathLst>
                <a:path extrusionOk="0" h="1370" w="2201">
                  <a:moveTo>
                    <a:pt x="626" y="0"/>
                  </a:moveTo>
                  <a:cubicBezTo>
                    <a:pt x="563" y="0"/>
                    <a:pt x="504" y="27"/>
                    <a:pt x="464" y="76"/>
                  </a:cubicBezTo>
                  <a:lnTo>
                    <a:pt x="67" y="549"/>
                  </a:lnTo>
                  <a:cubicBezTo>
                    <a:pt x="0" y="627"/>
                    <a:pt x="0" y="742"/>
                    <a:pt x="67" y="821"/>
                  </a:cubicBezTo>
                  <a:lnTo>
                    <a:pt x="464" y="1294"/>
                  </a:lnTo>
                  <a:cubicBezTo>
                    <a:pt x="504" y="1342"/>
                    <a:pt x="563" y="1370"/>
                    <a:pt x="626" y="1370"/>
                  </a:cubicBezTo>
                  <a:lnTo>
                    <a:pt x="1576" y="1370"/>
                  </a:lnTo>
                  <a:cubicBezTo>
                    <a:pt x="1638" y="1370"/>
                    <a:pt x="1698" y="1342"/>
                    <a:pt x="1738" y="1294"/>
                  </a:cubicBezTo>
                  <a:lnTo>
                    <a:pt x="2135" y="821"/>
                  </a:lnTo>
                  <a:cubicBezTo>
                    <a:pt x="2201" y="742"/>
                    <a:pt x="2201" y="627"/>
                    <a:pt x="2135" y="549"/>
                  </a:cubicBezTo>
                  <a:lnTo>
                    <a:pt x="1738" y="76"/>
                  </a:lnTo>
                  <a:cubicBezTo>
                    <a:pt x="1698" y="27"/>
                    <a:pt x="1638" y="0"/>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0"/>
            <p:cNvSpPr/>
            <p:nvPr/>
          </p:nvSpPr>
          <p:spPr>
            <a:xfrm>
              <a:off x="7812836" y="3532139"/>
              <a:ext cx="61281" cy="38172"/>
            </a:xfrm>
            <a:custGeom>
              <a:rect b="b" l="l" r="r" t="t"/>
              <a:pathLst>
                <a:path extrusionOk="0" h="1371" w="2201">
                  <a:moveTo>
                    <a:pt x="626" y="1"/>
                  </a:moveTo>
                  <a:cubicBezTo>
                    <a:pt x="563" y="1"/>
                    <a:pt x="504" y="29"/>
                    <a:pt x="464" y="76"/>
                  </a:cubicBezTo>
                  <a:lnTo>
                    <a:pt x="67" y="550"/>
                  </a:lnTo>
                  <a:cubicBezTo>
                    <a:pt x="0" y="628"/>
                    <a:pt x="0" y="742"/>
                    <a:pt x="67" y="822"/>
                  </a:cubicBezTo>
                  <a:lnTo>
                    <a:pt x="464" y="1295"/>
                  </a:lnTo>
                  <a:cubicBezTo>
                    <a:pt x="504" y="1342"/>
                    <a:pt x="563" y="1370"/>
                    <a:pt x="626" y="1370"/>
                  </a:cubicBezTo>
                  <a:lnTo>
                    <a:pt x="1576" y="1370"/>
                  </a:lnTo>
                  <a:cubicBezTo>
                    <a:pt x="1638" y="1370"/>
                    <a:pt x="1698" y="1342"/>
                    <a:pt x="1738" y="1295"/>
                  </a:cubicBezTo>
                  <a:lnTo>
                    <a:pt x="2135" y="822"/>
                  </a:lnTo>
                  <a:cubicBezTo>
                    <a:pt x="2201" y="742"/>
                    <a:pt x="2201" y="628"/>
                    <a:pt x="2135" y="550"/>
                  </a:cubicBezTo>
                  <a:lnTo>
                    <a:pt x="1738" y="76"/>
                  </a:lnTo>
                  <a:cubicBezTo>
                    <a:pt x="1698" y="29"/>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0"/>
            <p:cNvSpPr/>
            <p:nvPr/>
          </p:nvSpPr>
          <p:spPr>
            <a:xfrm>
              <a:off x="7812836" y="3570284"/>
              <a:ext cx="61281" cy="38172"/>
            </a:xfrm>
            <a:custGeom>
              <a:rect b="b" l="l" r="r" t="t"/>
              <a:pathLst>
                <a:path extrusionOk="0" h="1371" w="2201">
                  <a:moveTo>
                    <a:pt x="626" y="0"/>
                  </a:moveTo>
                  <a:cubicBezTo>
                    <a:pt x="563" y="0"/>
                    <a:pt x="504" y="29"/>
                    <a:pt x="464" y="76"/>
                  </a:cubicBezTo>
                  <a:lnTo>
                    <a:pt x="67" y="549"/>
                  </a:lnTo>
                  <a:cubicBezTo>
                    <a:pt x="0" y="627"/>
                    <a:pt x="0" y="742"/>
                    <a:pt x="67" y="821"/>
                  </a:cubicBezTo>
                  <a:lnTo>
                    <a:pt x="464" y="1295"/>
                  </a:lnTo>
                  <a:cubicBezTo>
                    <a:pt x="504" y="1342"/>
                    <a:pt x="563" y="1370"/>
                    <a:pt x="626" y="1370"/>
                  </a:cubicBezTo>
                  <a:lnTo>
                    <a:pt x="1576" y="1370"/>
                  </a:lnTo>
                  <a:cubicBezTo>
                    <a:pt x="1638" y="1370"/>
                    <a:pt x="1698" y="1342"/>
                    <a:pt x="1738" y="1295"/>
                  </a:cubicBezTo>
                  <a:lnTo>
                    <a:pt x="2135" y="821"/>
                  </a:lnTo>
                  <a:cubicBezTo>
                    <a:pt x="2201" y="742"/>
                    <a:pt x="2201" y="627"/>
                    <a:pt x="2135" y="549"/>
                  </a:cubicBezTo>
                  <a:lnTo>
                    <a:pt x="1738" y="76"/>
                  </a:lnTo>
                  <a:cubicBezTo>
                    <a:pt x="1698" y="29"/>
                    <a:pt x="1638" y="0"/>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0"/>
            <p:cNvSpPr/>
            <p:nvPr/>
          </p:nvSpPr>
          <p:spPr>
            <a:xfrm>
              <a:off x="7812836" y="3608429"/>
              <a:ext cx="61281" cy="38144"/>
            </a:xfrm>
            <a:custGeom>
              <a:rect b="b" l="l" r="r" t="t"/>
              <a:pathLst>
                <a:path extrusionOk="0" h="1370" w="2201">
                  <a:moveTo>
                    <a:pt x="626" y="0"/>
                  </a:moveTo>
                  <a:cubicBezTo>
                    <a:pt x="563" y="0"/>
                    <a:pt x="504" y="28"/>
                    <a:pt x="464" y="76"/>
                  </a:cubicBezTo>
                  <a:lnTo>
                    <a:pt x="67" y="549"/>
                  </a:lnTo>
                  <a:cubicBezTo>
                    <a:pt x="0" y="627"/>
                    <a:pt x="0" y="742"/>
                    <a:pt x="67" y="821"/>
                  </a:cubicBezTo>
                  <a:lnTo>
                    <a:pt x="464" y="1294"/>
                  </a:lnTo>
                  <a:cubicBezTo>
                    <a:pt x="504" y="1342"/>
                    <a:pt x="563" y="1370"/>
                    <a:pt x="626" y="1370"/>
                  </a:cubicBezTo>
                  <a:lnTo>
                    <a:pt x="1576" y="1370"/>
                  </a:lnTo>
                  <a:cubicBezTo>
                    <a:pt x="1638" y="1370"/>
                    <a:pt x="1698" y="1342"/>
                    <a:pt x="1738" y="1294"/>
                  </a:cubicBezTo>
                  <a:lnTo>
                    <a:pt x="2135" y="821"/>
                  </a:lnTo>
                  <a:cubicBezTo>
                    <a:pt x="2201" y="742"/>
                    <a:pt x="2201" y="627"/>
                    <a:pt x="2135" y="549"/>
                  </a:cubicBezTo>
                  <a:lnTo>
                    <a:pt x="1738" y="76"/>
                  </a:lnTo>
                  <a:cubicBezTo>
                    <a:pt x="1698" y="28"/>
                    <a:pt x="1638" y="0"/>
                    <a:pt x="1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0"/>
            <p:cNvSpPr/>
            <p:nvPr/>
          </p:nvSpPr>
          <p:spPr>
            <a:xfrm>
              <a:off x="7644915" y="3385073"/>
              <a:ext cx="16176" cy="78878"/>
            </a:xfrm>
            <a:custGeom>
              <a:rect b="b" l="l" r="r" t="t"/>
              <a:pathLst>
                <a:path extrusionOk="0" h="2833" w="581">
                  <a:moveTo>
                    <a:pt x="290" y="1"/>
                  </a:moveTo>
                  <a:cubicBezTo>
                    <a:pt x="129" y="1"/>
                    <a:pt x="0" y="131"/>
                    <a:pt x="0" y="291"/>
                  </a:cubicBezTo>
                  <a:lnTo>
                    <a:pt x="0" y="2544"/>
                  </a:lnTo>
                  <a:cubicBezTo>
                    <a:pt x="0" y="2703"/>
                    <a:pt x="129" y="2833"/>
                    <a:pt x="290" y="2833"/>
                  </a:cubicBezTo>
                  <a:cubicBezTo>
                    <a:pt x="450" y="2833"/>
                    <a:pt x="581" y="2703"/>
                    <a:pt x="581" y="2544"/>
                  </a:cubicBezTo>
                  <a:lnTo>
                    <a:pt x="581" y="291"/>
                  </a:lnTo>
                  <a:cubicBezTo>
                    <a:pt x="581" y="131"/>
                    <a:pt x="4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0"/>
            <p:cNvSpPr/>
            <p:nvPr/>
          </p:nvSpPr>
          <p:spPr>
            <a:xfrm>
              <a:off x="7644915" y="3188557"/>
              <a:ext cx="16176" cy="56019"/>
            </a:xfrm>
            <a:custGeom>
              <a:rect b="b" l="l" r="r" t="t"/>
              <a:pathLst>
                <a:path extrusionOk="0" h="2012" w="581">
                  <a:moveTo>
                    <a:pt x="290" y="0"/>
                  </a:moveTo>
                  <a:cubicBezTo>
                    <a:pt x="129" y="0"/>
                    <a:pt x="0" y="130"/>
                    <a:pt x="0" y="290"/>
                  </a:cubicBezTo>
                  <a:lnTo>
                    <a:pt x="0" y="1721"/>
                  </a:lnTo>
                  <a:cubicBezTo>
                    <a:pt x="0" y="1882"/>
                    <a:pt x="129" y="2012"/>
                    <a:pt x="290" y="2012"/>
                  </a:cubicBezTo>
                  <a:cubicBezTo>
                    <a:pt x="450" y="2012"/>
                    <a:pt x="581" y="1882"/>
                    <a:pt x="581" y="1721"/>
                  </a:cubicBezTo>
                  <a:lnTo>
                    <a:pt x="581" y="290"/>
                  </a:lnTo>
                  <a:cubicBezTo>
                    <a:pt x="581" y="130"/>
                    <a:pt x="450"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0"/>
            <p:cNvSpPr/>
            <p:nvPr/>
          </p:nvSpPr>
          <p:spPr>
            <a:xfrm>
              <a:off x="7622363" y="3236503"/>
              <a:ext cx="61281" cy="38172"/>
            </a:xfrm>
            <a:custGeom>
              <a:rect b="b" l="l" r="r" t="t"/>
              <a:pathLst>
                <a:path extrusionOk="0" h="1371" w="2201">
                  <a:moveTo>
                    <a:pt x="625" y="1"/>
                  </a:moveTo>
                  <a:cubicBezTo>
                    <a:pt x="563" y="1"/>
                    <a:pt x="503" y="27"/>
                    <a:pt x="463" y="76"/>
                  </a:cubicBezTo>
                  <a:lnTo>
                    <a:pt x="66" y="549"/>
                  </a:lnTo>
                  <a:cubicBezTo>
                    <a:pt x="0" y="628"/>
                    <a:pt x="0" y="742"/>
                    <a:pt x="66" y="820"/>
                  </a:cubicBezTo>
                  <a:lnTo>
                    <a:pt x="463" y="1295"/>
                  </a:lnTo>
                  <a:cubicBezTo>
                    <a:pt x="503" y="1342"/>
                    <a:pt x="563" y="1370"/>
                    <a:pt x="625" y="1370"/>
                  </a:cubicBezTo>
                  <a:lnTo>
                    <a:pt x="1575" y="1370"/>
                  </a:lnTo>
                  <a:cubicBezTo>
                    <a:pt x="1638" y="1370"/>
                    <a:pt x="1697" y="1342"/>
                    <a:pt x="1737" y="1295"/>
                  </a:cubicBezTo>
                  <a:lnTo>
                    <a:pt x="2135" y="820"/>
                  </a:lnTo>
                  <a:cubicBezTo>
                    <a:pt x="2201" y="742"/>
                    <a:pt x="2201" y="628"/>
                    <a:pt x="2135" y="549"/>
                  </a:cubicBezTo>
                  <a:lnTo>
                    <a:pt x="1737" y="76"/>
                  </a:lnTo>
                  <a:cubicBezTo>
                    <a:pt x="1697" y="27"/>
                    <a:pt x="1638" y="1"/>
                    <a:pt x="1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0"/>
            <p:cNvSpPr/>
            <p:nvPr/>
          </p:nvSpPr>
          <p:spPr>
            <a:xfrm>
              <a:off x="7622363" y="3274647"/>
              <a:ext cx="61281" cy="38144"/>
            </a:xfrm>
            <a:custGeom>
              <a:rect b="b" l="l" r="r" t="t"/>
              <a:pathLst>
                <a:path extrusionOk="0" h="1370" w="2201">
                  <a:moveTo>
                    <a:pt x="625" y="0"/>
                  </a:moveTo>
                  <a:cubicBezTo>
                    <a:pt x="563" y="0"/>
                    <a:pt x="503" y="27"/>
                    <a:pt x="463" y="76"/>
                  </a:cubicBezTo>
                  <a:lnTo>
                    <a:pt x="66" y="549"/>
                  </a:lnTo>
                  <a:cubicBezTo>
                    <a:pt x="0" y="627"/>
                    <a:pt x="0" y="742"/>
                    <a:pt x="66" y="820"/>
                  </a:cubicBezTo>
                  <a:lnTo>
                    <a:pt x="463" y="1294"/>
                  </a:lnTo>
                  <a:cubicBezTo>
                    <a:pt x="503" y="1342"/>
                    <a:pt x="563" y="1370"/>
                    <a:pt x="625" y="1370"/>
                  </a:cubicBezTo>
                  <a:lnTo>
                    <a:pt x="1575" y="1370"/>
                  </a:lnTo>
                  <a:cubicBezTo>
                    <a:pt x="1638" y="1370"/>
                    <a:pt x="1697" y="1342"/>
                    <a:pt x="1737" y="1294"/>
                  </a:cubicBezTo>
                  <a:lnTo>
                    <a:pt x="2135" y="820"/>
                  </a:lnTo>
                  <a:cubicBezTo>
                    <a:pt x="2201" y="742"/>
                    <a:pt x="2201" y="627"/>
                    <a:pt x="2135" y="549"/>
                  </a:cubicBezTo>
                  <a:lnTo>
                    <a:pt x="1737" y="76"/>
                  </a:lnTo>
                  <a:cubicBezTo>
                    <a:pt x="1697" y="27"/>
                    <a:pt x="1638" y="0"/>
                    <a:pt x="1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0"/>
            <p:cNvSpPr/>
            <p:nvPr/>
          </p:nvSpPr>
          <p:spPr>
            <a:xfrm>
              <a:off x="7622363" y="3312764"/>
              <a:ext cx="61281" cy="38172"/>
            </a:xfrm>
            <a:custGeom>
              <a:rect b="b" l="l" r="r" t="t"/>
              <a:pathLst>
                <a:path extrusionOk="0" h="1371" w="2201">
                  <a:moveTo>
                    <a:pt x="625" y="1"/>
                  </a:moveTo>
                  <a:cubicBezTo>
                    <a:pt x="563" y="1"/>
                    <a:pt x="503" y="28"/>
                    <a:pt x="463" y="77"/>
                  </a:cubicBezTo>
                  <a:lnTo>
                    <a:pt x="66" y="550"/>
                  </a:lnTo>
                  <a:cubicBezTo>
                    <a:pt x="0" y="628"/>
                    <a:pt x="0" y="742"/>
                    <a:pt x="66" y="822"/>
                  </a:cubicBezTo>
                  <a:lnTo>
                    <a:pt x="463" y="1295"/>
                  </a:lnTo>
                  <a:cubicBezTo>
                    <a:pt x="503" y="1343"/>
                    <a:pt x="563" y="1371"/>
                    <a:pt x="625" y="1371"/>
                  </a:cubicBezTo>
                  <a:lnTo>
                    <a:pt x="1575" y="1371"/>
                  </a:lnTo>
                  <a:cubicBezTo>
                    <a:pt x="1638" y="1371"/>
                    <a:pt x="1697" y="1343"/>
                    <a:pt x="1737" y="1295"/>
                  </a:cubicBezTo>
                  <a:lnTo>
                    <a:pt x="2135" y="822"/>
                  </a:lnTo>
                  <a:cubicBezTo>
                    <a:pt x="2201" y="742"/>
                    <a:pt x="2201" y="628"/>
                    <a:pt x="2135" y="550"/>
                  </a:cubicBezTo>
                  <a:lnTo>
                    <a:pt x="1737" y="77"/>
                  </a:lnTo>
                  <a:cubicBezTo>
                    <a:pt x="1697" y="28"/>
                    <a:pt x="1638" y="1"/>
                    <a:pt x="1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0"/>
            <p:cNvSpPr/>
            <p:nvPr/>
          </p:nvSpPr>
          <p:spPr>
            <a:xfrm>
              <a:off x="7622363" y="3455877"/>
              <a:ext cx="61281" cy="38172"/>
            </a:xfrm>
            <a:custGeom>
              <a:rect b="b" l="l" r="r" t="t"/>
              <a:pathLst>
                <a:path extrusionOk="0" h="1371" w="2201">
                  <a:moveTo>
                    <a:pt x="625" y="1"/>
                  </a:moveTo>
                  <a:cubicBezTo>
                    <a:pt x="563" y="1"/>
                    <a:pt x="503" y="27"/>
                    <a:pt x="463" y="76"/>
                  </a:cubicBezTo>
                  <a:lnTo>
                    <a:pt x="66" y="549"/>
                  </a:lnTo>
                  <a:cubicBezTo>
                    <a:pt x="0" y="627"/>
                    <a:pt x="0" y="742"/>
                    <a:pt x="66" y="821"/>
                  </a:cubicBezTo>
                  <a:lnTo>
                    <a:pt x="463" y="1295"/>
                  </a:lnTo>
                  <a:cubicBezTo>
                    <a:pt x="503" y="1342"/>
                    <a:pt x="563" y="1370"/>
                    <a:pt x="625" y="1370"/>
                  </a:cubicBezTo>
                  <a:lnTo>
                    <a:pt x="1575" y="1370"/>
                  </a:lnTo>
                  <a:cubicBezTo>
                    <a:pt x="1638" y="1370"/>
                    <a:pt x="1697" y="1342"/>
                    <a:pt x="1737" y="1295"/>
                  </a:cubicBezTo>
                  <a:lnTo>
                    <a:pt x="2135" y="821"/>
                  </a:lnTo>
                  <a:cubicBezTo>
                    <a:pt x="2201" y="742"/>
                    <a:pt x="2201" y="627"/>
                    <a:pt x="2135" y="549"/>
                  </a:cubicBezTo>
                  <a:lnTo>
                    <a:pt x="1737" y="76"/>
                  </a:lnTo>
                  <a:cubicBezTo>
                    <a:pt x="1697" y="27"/>
                    <a:pt x="1638" y="1"/>
                    <a:pt x="1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0"/>
            <p:cNvSpPr/>
            <p:nvPr/>
          </p:nvSpPr>
          <p:spPr>
            <a:xfrm>
              <a:off x="7622363" y="3494022"/>
              <a:ext cx="61281" cy="38144"/>
            </a:xfrm>
            <a:custGeom>
              <a:rect b="b" l="l" r="r" t="t"/>
              <a:pathLst>
                <a:path extrusionOk="0" h="1370" w="2201">
                  <a:moveTo>
                    <a:pt x="625" y="0"/>
                  </a:moveTo>
                  <a:cubicBezTo>
                    <a:pt x="563" y="0"/>
                    <a:pt x="503" y="27"/>
                    <a:pt x="463" y="76"/>
                  </a:cubicBezTo>
                  <a:lnTo>
                    <a:pt x="66" y="549"/>
                  </a:lnTo>
                  <a:cubicBezTo>
                    <a:pt x="0" y="627"/>
                    <a:pt x="0" y="742"/>
                    <a:pt x="66" y="821"/>
                  </a:cubicBezTo>
                  <a:lnTo>
                    <a:pt x="463" y="1294"/>
                  </a:lnTo>
                  <a:cubicBezTo>
                    <a:pt x="503" y="1342"/>
                    <a:pt x="563" y="1370"/>
                    <a:pt x="625" y="1370"/>
                  </a:cubicBezTo>
                  <a:lnTo>
                    <a:pt x="1575" y="1370"/>
                  </a:lnTo>
                  <a:cubicBezTo>
                    <a:pt x="1638" y="1370"/>
                    <a:pt x="1697" y="1342"/>
                    <a:pt x="1737" y="1294"/>
                  </a:cubicBezTo>
                  <a:lnTo>
                    <a:pt x="2135" y="821"/>
                  </a:lnTo>
                  <a:cubicBezTo>
                    <a:pt x="2201" y="742"/>
                    <a:pt x="2201" y="627"/>
                    <a:pt x="2135" y="549"/>
                  </a:cubicBezTo>
                  <a:lnTo>
                    <a:pt x="1737" y="76"/>
                  </a:lnTo>
                  <a:cubicBezTo>
                    <a:pt x="1697" y="27"/>
                    <a:pt x="1638" y="0"/>
                    <a:pt x="1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0"/>
            <p:cNvSpPr/>
            <p:nvPr/>
          </p:nvSpPr>
          <p:spPr>
            <a:xfrm>
              <a:off x="7622363" y="3532139"/>
              <a:ext cx="61281" cy="38172"/>
            </a:xfrm>
            <a:custGeom>
              <a:rect b="b" l="l" r="r" t="t"/>
              <a:pathLst>
                <a:path extrusionOk="0" h="1371" w="2201">
                  <a:moveTo>
                    <a:pt x="625" y="1"/>
                  </a:moveTo>
                  <a:cubicBezTo>
                    <a:pt x="563" y="1"/>
                    <a:pt x="503" y="29"/>
                    <a:pt x="463" y="76"/>
                  </a:cubicBezTo>
                  <a:lnTo>
                    <a:pt x="66" y="550"/>
                  </a:lnTo>
                  <a:cubicBezTo>
                    <a:pt x="0" y="628"/>
                    <a:pt x="0" y="742"/>
                    <a:pt x="66" y="822"/>
                  </a:cubicBezTo>
                  <a:lnTo>
                    <a:pt x="463" y="1295"/>
                  </a:lnTo>
                  <a:cubicBezTo>
                    <a:pt x="503" y="1342"/>
                    <a:pt x="563" y="1370"/>
                    <a:pt x="625" y="1370"/>
                  </a:cubicBezTo>
                  <a:lnTo>
                    <a:pt x="1575" y="1370"/>
                  </a:lnTo>
                  <a:cubicBezTo>
                    <a:pt x="1638" y="1370"/>
                    <a:pt x="1697" y="1342"/>
                    <a:pt x="1737" y="1295"/>
                  </a:cubicBezTo>
                  <a:lnTo>
                    <a:pt x="2135" y="822"/>
                  </a:lnTo>
                  <a:cubicBezTo>
                    <a:pt x="2201" y="742"/>
                    <a:pt x="2201" y="628"/>
                    <a:pt x="2135" y="550"/>
                  </a:cubicBezTo>
                  <a:lnTo>
                    <a:pt x="1737" y="76"/>
                  </a:lnTo>
                  <a:cubicBezTo>
                    <a:pt x="1697" y="29"/>
                    <a:pt x="1638" y="1"/>
                    <a:pt x="1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0"/>
            <p:cNvSpPr/>
            <p:nvPr/>
          </p:nvSpPr>
          <p:spPr>
            <a:xfrm>
              <a:off x="7622363" y="3570284"/>
              <a:ext cx="61281" cy="38172"/>
            </a:xfrm>
            <a:custGeom>
              <a:rect b="b" l="l" r="r" t="t"/>
              <a:pathLst>
                <a:path extrusionOk="0" h="1371" w="2201">
                  <a:moveTo>
                    <a:pt x="625" y="0"/>
                  </a:moveTo>
                  <a:cubicBezTo>
                    <a:pt x="563" y="0"/>
                    <a:pt x="503" y="29"/>
                    <a:pt x="463" y="76"/>
                  </a:cubicBezTo>
                  <a:lnTo>
                    <a:pt x="66" y="549"/>
                  </a:lnTo>
                  <a:cubicBezTo>
                    <a:pt x="0" y="627"/>
                    <a:pt x="0" y="742"/>
                    <a:pt x="66" y="821"/>
                  </a:cubicBezTo>
                  <a:lnTo>
                    <a:pt x="463" y="1295"/>
                  </a:lnTo>
                  <a:cubicBezTo>
                    <a:pt x="503" y="1342"/>
                    <a:pt x="563" y="1370"/>
                    <a:pt x="625" y="1370"/>
                  </a:cubicBezTo>
                  <a:lnTo>
                    <a:pt x="1575" y="1370"/>
                  </a:lnTo>
                  <a:cubicBezTo>
                    <a:pt x="1638" y="1370"/>
                    <a:pt x="1697" y="1342"/>
                    <a:pt x="1737" y="1295"/>
                  </a:cubicBezTo>
                  <a:lnTo>
                    <a:pt x="2135" y="821"/>
                  </a:lnTo>
                  <a:cubicBezTo>
                    <a:pt x="2201" y="742"/>
                    <a:pt x="2201" y="627"/>
                    <a:pt x="2135" y="549"/>
                  </a:cubicBezTo>
                  <a:lnTo>
                    <a:pt x="1737" y="76"/>
                  </a:lnTo>
                  <a:cubicBezTo>
                    <a:pt x="1697" y="29"/>
                    <a:pt x="1638" y="0"/>
                    <a:pt x="1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0"/>
            <p:cNvSpPr/>
            <p:nvPr/>
          </p:nvSpPr>
          <p:spPr>
            <a:xfrm>
              <a:off x="7622363" y="3608429"/>
              <a:ext cx="61281" cy="38144"/>
            </a:xfrm>
            <a:custGeom>
              <a:rect b="b" l="l" r="r" t="t"/>
              <a:pathLst>
                <a:path extrusionOk="0" h="1370" w="2201">
                  <a:moveTo>
                    <a:pt x="625" y="0"/>
                  </a:moveTo>
                  <a:cubicBezTo>
                    <a:pt x="563" y="0"/>
                    <a:pt x="503" y="28"/>
                    <a:pt x="463" y="76"/>
                  </a:cubicBezTo>
                  <a:lnTo>
                    <a:pt x="66" y="549"/>
                  </a:lnTo>
                  <a:cubicBezTo>
                    <a:pt x="0" y="627"/>
                    <a:pt x="0" y="742"/>
                    <a:pt x="66" y="821"/>
                  </a:cubicBezTo>
                  <a:lnTo>
                    <a:pt x="463" y="1294"/>
                  </a:lnTo>
                  <a:cubicBezTo>
                    <a:pt x="503" y="1342"/>
                    <a:pt x="563" y="1370"/>
                    <a:pt x="625" y="1370"/>
                  </a:cubicBezTo>
                  <a:lnTo>
                    <a:pt x="1575" y="1370"/>
                  </a:lnTo>
                  <a:cubicBezTo>
                    <a:pt x="1638" y="1370"/>
                    <a:pt x="1697" y="1342"/>
                    <a:pt x="1737" y="1294"/>
                  </a:cubicBezTo>
                  <a:lnTo>
                    <a:pt x="2135" y="821"/>
                  </a:lnTo>
                  <a:cubicBezTo>
                    <a:pt x="2201" y="742"/>
                    <a:pt x="2201" y="627"/>
                    <a:pt x="2135" y="549"/>
                  </a:cubicBezTo>
                  <a:lnTo>
                    <a:pt x="1737" y="76"/>
                  </a:lnTo>
                  <a:cubicBezTo>
                    <a:pt x="1697" y="28"/>
                    <a:pt x="1638" y="0"/>
                    <a:pt x="1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0"/>
            <p:cNvSpPr/>
            <p:nvPr/>
          </p:nvSpPr>
          <p:spPr>
            <a:xfrm>
              <a:off x="7740166" y="3385073"/>
              <a:ext cx="16149" cy="78878"/>
            </a:xfrm>
            <a:custGeom>
              <a:rect b="b" l="l" r="r" t="t"/>
              <a:pathLst>
                <a:path extrusionOk="0" h="2833" w="580">
                  <a:moveTo>
                    <a:pt x="291" y="1"/>
                  </a:moveTo>
                  <a:cubicBezTo>
                    <a:pt x="130" y="1"/>
                    <a:pt x="0" y="131"/>
                    <a:pt x="0" y="291"/>
                  </a:cubicBezTo>
                  <a:lnTo>
                    <a:pt x="0" y="2544"/>
                  </a:lnTo>
                  <a:cubicBezTo>
                    <a:pt x="0" y="2703"/>
                    <a:pt x="130" y="2833"/>
                    <a:pt x="291" y="2833"/>
                  </a:cubicBezTo>
                  <a:cubicBezTo>
                    <a:pt x="450" y="2833"/>
                    <a:pt x="580" y="2703"/>
                    <a:pt x="580" y="2544"/>
                  </a:cubicBezTo>
                  <a:lnTo>
                    <a:pt x="580" y="291"/>
                  </a:lnTo>
                  <a:cubicBezTo>
                    <a:pt x="580" y="131"/>
                    <a:pt x="450"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0"/>
            <p:cNvSpPr/>
            <p:nvPr/>
          </p:nvSpPr>
          <p:spPr>
            <a:xfrm>
              <a:off x="7740166" y="3188557"/>
              <a:ext cx="16149" cy="56019"/>
            </a:xfrm>
            <a:custGeom>
              <a:rect b="b" l="l" r="r" t="t"/>
              <a:pathLst>
                <a:path extrusionOk="0" h="2012" w="580">
                  <a:moveTo>
                    <a:pt x="291" y="0"/>
                  </a:moveTo>
                  <a:cubicBezTo>
                    <a:pt x="130" y="0"/>
                    <a:pt x="0" y="130"/>
                    <a:pt x="0" y="290"/>
                  </a:cubicBezTo>
                  <a:lnTo>
                    <a:pt x="0" y="1721"/>
                  </a:lnTo>
                  <a:cubicBezTo>
                    <a:pt x="0" y="1882"/>
                    <a:pt x="130" y="2012"/>
                    <a:pt x="291" y="2012"/>
                  </a:cubicBezTo>
                  <a:cubicBezTo>
                    <a:pt x="450" y="2012"/>
                    <a:pt x="580" y="1882"/>
                    <a:pt x="580" y="1721"/>
                  </a:cubicBezTo>
                  <a:lnTo>
                    <a:pt x="580" y="290"/>
                  </a:lnTo>
                  <a:cubicBezTo>
                    <a:pt x="580" y="130"/>
                    <a:pt x="450"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0"/>
            <p:cNvSpPr/>
            <p:nvPr/>
          </p:nvSpPr>
          <p:spPr>
            <a:xfrm>
              <a:off x="7717613" y="3236503"/>
              <a:ext cx="61281" cy="38172"/>
            </a:xfrm>
            <a:custGeom>
              <a:rect b="b" l="l" r="r" t="t"/>
              <a:pathLst>
                <a:path extrusionOk="0" h="1371" w="2201">
                  <a:moveTo>
                    <a:pt x="625" y="1"/>
                  </a:moveTo>
                  <a:cubicBezTo>
                    <a:pt x="563" y="1"/>
                    <a:pt x="503" y="27"/>
                    <a:pt x="463" y="76"/>
                  </a:cubicBezTo>
                  <a:lnTo>
                    <a:pt x="66" y="549"/>
                  </a:lnTo>
                  <a:cubicBezTo>
                    <a:pt x="0" y="628"/>
                    <a:pt x="0" y="742"/>
                    <a:pt x="66" y="820"/>
                  </a:cubicBezTo>
                  <a:lnTo>
                    <a:pt x="463" y="1295"/>
                  </a:lnTo>
                  <a:cubicBezTo>
                    <a:pt x="503" y="1342"/>
                    <a:pt x="563" y="1370"/>
                    <a:pt x="625" y="1370"/>
                  </a:cubicBezTo>
                  <a:lnTo>
                    <a:pt x="1575" y="1370"/>
                  </a:lnTo>
                  <a:cubicBezTo>
                    <a:pt x="1638" y="1370"/>
                    <a:pt x="1697" y="1342"/>
                    <a:pt x="1737" y="1295"/>
                  </a:cubicBezTo>
                  <a:lnTo>
                    <a:pt x="2135" y="820"/>
                  </a:lnTo>
                  <a:cubicBezTo>
                    <a:pt x="2201" y="742"/>
                    <a:pt x="2201" y="628"/>
                    <a:pt x="2135" y="549"/>
                  </a:cubicBezTo>
                  <a:lnTo>
                    <a:pt x="1737" y="76"/>
                  </a:lnTo>
                  <a:cubicBezTo>
                    <a:pt x="1697" y="27"/>
                    <a:pt x="1638" y="1"/>
                    <a:pt x="1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0"/>
            <p:cNvSpPr/>
            <p:nvPr/>
          </p:nvSpPr>
          <p:spPr>
            <a:xfrm>
              <a:off x="7717613" y="3274647"/>
              <a:ext cx="61281" cy="38144"/>
            </a:xfrm>
            <a:custGeom>
              <a:rect b="b" l="l" r="r" t="t"/>
              <a:pathLst>
                <a:path extrusionOk="0" h="1370" w="2201">
                  <a:moveTo>
                    <a:pt x="625" y="0"/>
                  </a:moveTo>
                  <a:cubicBezTo>
                    <a:pt x="563" y="0"/>
                    <a:pt x="503" y="27"/>
                    <a:pt x="463" y="76"/>
                  </a:cubicBezTo>
                  <a:lnTo>
                    <a:pt x="66" y="549"/>
                  </a:lnTo>
                  <a:cubicBezTo>
                    <a:pt x="0" y="627"/>
                    <a:pt x="0" y="742"/>
                    <a:pt x="66" y="820"/>
                  </a:cubicBezTo>
                  <a:lnTo>
                    <a:pt x="463" y="1294"/>
                  </a:lnTo>
                  <a:cubicBezTo>
                    <a:pt x="503" y="1342"/>
                    <a:pt x="563" y="1370"/>
                    <a:pt x="625" y="1370"/>
                  </a:cubicBezTo>
                  <a:lnTo>
                    <a:pt x="1575" y="1370"/>
                  </a:lnTo>
                  <a:cubicBezTo>
                    <a:pt x="1638" y="1370"/>
                    <a:pt x="1697" y="1342"/>
                    <a:pt x="1737" y="1294"/>
                  </a:cubicBezTo>
                  <a:lnTo>
                    <a:pt x="2135" y="820"/>
                  </a:lnTo>
                  <a:cubicBezTo>
                    <a:pt x="2201" y="742"/>
                    <a:pt x="2201" y="627"/>
                    <a:pt x="2135" y="549"/>
                  </a:cubicBezTo>
                  <a:lnTo>
                    <a:pt x="1737" y="76"/>
                  </a:lnTo>
                  <a:cubicBezTo>
                    <a:pt x="1697" y="27"/>
                    <a:pt x="1638" y="0"/>
                    <a:pt x="1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0"/>
            <p:cNvSpPr/>
            <p:nvPr/>
          </p:nvSpPr>
          <p:spPr>
            <a:xfrm>
              <a:off x="7717613" y="3312764"/>
              <a:ext cx="61281" cy="38172"/>
            </a:xfrm>
            <a:custGeom>
              <a:rect b="b" l="l" r="r" t="t"/>
              <a:pathLst>
                <a:path extrusionOk="0" h="1371" w="2201">
                  <a:moveTo>
                    <a:pt x="625" y="1"/>
                  </a:moveTo>
                  <a:cubicBezTo>
                    <a:pt x="563" y="1"/>
                    <a:pt x="503" y="28"/>
                    <a:pt x="463" y="77"/>
                  </a:cubicBezTo>
                  <a:lnTo>
                    <a:pt x="66" y="550"/>
                  </a:lnTo>
                  <a:cubicBezTo>
                    <a:pt x="0" y="628"/>
                    <a:pt x="0" y="742"/>
                    <a:pt x="66" y="822"/>
                  </a:cubicBezTo>
                  <a:lnTo>
                    <a:pt x="463" y="1295"/>
                  </a:lnTo>
                  <a:cubicBezTo>
                    <a:pt x="503" y="1343"/>
                    <a:pt x="563" y="1371"/>
                    <a:pt x="625" y="1371"/>
                  </a:cubicBezTo>
                  <a:lnTo>
                    <a:pt x="1575" y="1371"/>
                  </a:lnTo>
                  <a:cubicBezTo>
                    <a:pt x="1638" y="1371"/>
                    <a:pt x="1697" y="1343"/>
                    <a:pt x="1737" y="1295"/>
                  </a:cubicBezTo>
                  <a:lnTo>
                    <a:pt x="2135" y="822"/>
                  </a:lnTo>
                  <a:cubicBezTo>
                    <a:pt x="2201" y="742"/>
                    <a:pt x="2201" y="628"/>
                    <a:pt x="2135" y="550"/>
                  </a:cubicBezTo>
                  <a:lnTo>
                    <a:pt x="1737" y="77"/>
                  </a:lnTo>
                  <a:cubicBezTo>
                    <a:pt x="1697" y="28"/>
                    <a:pt x="1638" y="1"/>
                    <a:pt x="1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0"/>
            <p:cNvSpPr/>
            <p:nvPr/>
          </p:nvSpPr>
          <p:spPr>
            <a:xfrm>
              <a:off x="7717613" y="3455877"/>
              <a:ext cx="61281" cy="38172"/>
            </a:xfrm>
            <a:custGeom>
              <a:rect b="b" l="l" r="r" t="t"/>
              <a:pathLst>
                <a:path extrusionOk="0" h="1371" w="2201">
                  <a:moveTo>
                    <a:pt x="625" y="1"/>
                  </a:moveTo>
                  <a:cubicBezTo>
                    <a:pt x="563" y="1"/>
                    <a:pt x="503" y="27"/>
                    <a:pt x="463" y="76"/>
                  </a:cubicBezTo>
                  <a:lnTo>
                    <a:pt x="66" y="549"/>
                  </a:lnTo>
                  <a:cubicBezTo>
                    <a:pt x="0" y="627"/>
                    <a:pt x="0" y="742"/>
                    <a:pt x="66" y="821"/>
                  </a:cubicBezTo>
                  <a:lnTo>
                    <a:pt x="463" y="1295"/>
                  </a:lnTo>
                  <a:cubicBezTo>
                    <a:pt x="503" y="1342"/>
                    <a:pt x="563" y="1370"/>
                    <a:pt x="625" y="1370"/>
                  </a:cubicBezTo>
                  <a:lnTo>
                    <a:pt x="1575" y="1370"/>
                  </a:lnTo>
                  <a:cubicBezTo>
                    <a:pt x="1638" y="1370"/>
                    <a:pt x="1697" y="1342"/>
                    <a:pt x="1737" y="1295"/>
                  </a:cubicBezTo>
                  <a:lnTo>
                    <a:pt x="2135" y="821"/>
                  </a:lnTo>
                  <a:cubicBezTo>
                    <a:pt x="2201" y="742"/>
                    <a:pt x="2201" y="627"/>
                    <a:pt x="2135" y="549"/>
                  </a:cubicBezTo>
                  <a:lnTo>
                    <a:pt x="1737" y="76"/>
                  </a:lnTo>
                  <a:cubicBezTo>
                    <a:pt x="1697" y="27"/>
                    <a:pt x="1638" y="1"/>
                    <a:pt x="1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0"/>
            <p:cNvSpPr/>
            <p:nvPr/>
          </p:nvSpPr>
          <p:spPr>
            <a:xfrm>
              <a:off x="7717613" y="3494022"/>
              <a:ext cx="61281" cy="38144"/>
            </a:xfrm>
            <a:custGeom>
              <a:rect b="b" l="l" r="r" t="t"/>
              <a:pathLst>
                <a:path extrusionOk="0" h="1370" w="2201">
                  <a:moveTo>
                    <a:pt x="625" y="0"/>
                  </a:moveTo>
                  <a:cubicBezTo>
                    <a:pt x="563" y="0"/>
                    <a:pt x="503" y="27"/>
                    <a:pt x="463" y="76"/>
                  </a:cubicBezTo>
                  <a:lnTo>
                    <a:pt x="66" y="549"/>
                  </a:lnTo>
                  <a:cubicBezTo>
                    <a:pt x="0" y="627"/>
                    <a:pt x="0" y="742"/>
                    <a:pt x="66" y="821"/>
                  </a:cubicBezTo>
                  <a:lnTo>
                    <a:pt x="463" y="1294"/>
                  </a:lnTo>
                  <a:cubicBezTo>
                    <a:pt x="503" y="1342"/>
                    <a:pt x="563" y="1370"/>
                    <a:pt x="625" y="1370"/>
                  </a:cubicBezTo>
                  <a:lnTo>
                    <a:pt x="1575" y="1370"/>
                  </a:lnTo>
                  <a:cubicBezTo>
                    <a:pt x="1638" y="1370"/>
                    <a:pt x="1697" y="1342"/>
                    <a:pt x="1737" y="1294"/>
                  </a:cubicBezTo>
                  <a:lnTo>
                    <a:pt x="2135" y="821"/>
                  </a:lnTo>
                  <a:cubicBezTo>
                    <a:pt x="2201" y="742"/>
                    <a:pt x="2201" y="627"/>
                    <a:pt x="2135" y="549"/>
                  </a:cubicBezTo>
                  <a:lnTo>
                    <a:pt x="1737" y="76"/>
                  </a:lnTo>
                  <a:cubicBezTo>
                    <a:pt x="1697" y="27"/>
                    <a:pt x="1638" y="0"/>
                    <a:pt x="1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0"/>
            <p:cNvSpPr/>
            <p:nvPr/>
          </p:nvSpPr>
          <p:spPr>
            <a:xfrm>
              <a:off x="7717613" y="3532139"/>
              <a:ext cx="61281" cy="38172"/>
            </a:xfrm>
            <a:custGeom>
              <a:rect b="b" l="l" r="r" t="t"/>
              <a:pathLst>
                <a:path extrusionOk="0" h="1371" w="2201">
                  <a:moveTo>
                    <a:pt x="625" y="1"/>
                  </a:moveTo>
                  <a:cubicBezTo>
                    <a:pt x="563" y="1"/>
                    <a:pt x="503" y="29"/>
                    <a:pt x="463" y="76"/>
                  </a:cubicBezTo>
                  <a:lnTo>
                    <a:pt x="66" y="550"/>
                  </a:lnTo>
                  <a:cubicBezTo>
                    <a:pt x="0" y="628"/>
                    <a:pt x="0" y="742"/>
                    <a:pt x="66" y="822"/>
                  </a:cubicBezTo>
                  <a:lnTo>
                    <a:pt x="463" y="1295"/>
                  </a:lnTo>
                  <a:cubicBezTo>
                    <a:pt x="503" y="1342"/>
                    <a:pt x="563" y="1370"/>
                    <a:pt x="625" y="1370"/>
                  </a:cubicBezTo>
                  <a:lnTo>
                    <a:pt x="1575" y="1370"/>
                  </a:lnTo>
                  <a:cubicBezTo>
                    <a:pt x="1638" y="1370"/>
                    <a:pt x="1697" y="1342"/>
                    <a:pt x="1737" y="1295"/>
                  </a:cubicBezTo>
                  <a:lnTo>
                    <a:pt x="2135" y="822"/>
                  </a:lnTo>
                  <a:cubicBezTo>
                    <a:pt x="2201" y="742"/>
                    <a:pt x="2201" y="628"/>
                    <a:pt x="2135" y="550"/>
                  </a:cubicBezTo>
                  <a:lnTo>
                    <a:pt x="1737" y="76"/>
                  </a:lnTo>
                  <a:cubicBezTo>
                    <a:pt x="1697" y="29"/>
                    <a:pt x="1638" y="1"/>
                    <a:pt x="1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0"/>
            <p:cNvSpPr/>
            <p:nvPr/>
          </p:nvSpPr>
          <p:spPr>
            <a:xfrm>
              <a:off x="7717613" y="3570284"/>
              <a:ext cx="61281" cy="38172"/>
            </a:xfrm>
            <a:custGeom>
              <a:rect b="b" l="l" r="r" t="t"/>
              <a:pathLst>
                <a:path extrusionOk="0" h="1371" w="2201">
                  <a:moveTo>
                    <a:pt x="625" y="0"/>
                  </a:moveTo>
                  <a:cubicBezTo>
                    <a:pt x="563" y="0"/>
                    <a:pt x="503" y="29"/>
                    <a:pt x="463" y="76"/>
                  </a:cubicBezTo>
                  <a:lnTo>
                    <a:pt x="66" y="549"/>
                  </a:lnTo>
                  <a:cubicBezTo>
                    <a:pt x="0" y="627"/>
                    <a:pt x="0" y="742"/>
                    <a:pt x="66" y="821"/>
                  </a:cubicBezTo>
                  <a:lnTo>
                    <a:pt x="463" y="1295"/>
                  </a:lnTo>
                  <a:cubicBezTo>
                    <a:pt x="503" y="1342"/>
                    <a:pt x="563" y="1370"/>
                    <a:pt x="625" y="1370"/>
                  </a:cubicBezTo>
                  <a:lnTo>
                    <a:pt x="1575" y="1370"/>
                  </a:lnTo>
                  <a:cubicBezTo>
                    <a:pt x="1638" y="1370"/>
                    <a:pt x="1697" y="1342"/>
                    <a:pt x="1737" y="1295"/>
                  </a:cubicBezTo>
                  <a:lnTo>
                    <a:pt x="2135" y="821"/>
                  </a:lnTo>
                  <a:cubicBezTo>
                    <a:pt x="2201" y="742"/>
                    <a:pt x="2201" y="627"/>
                    <a:pt x="2135" y="549"/>
                  </a:cubicBezTo>
                  <a:lnTo>
                    <a:pt x="1737" y="76"/>
                  </a:lnTo>
                  <a:cubicBezTo>
                    <a:pt x="1697" y="29"/>
                    <a:pt x="1638" y="0"/>
                    <a:pt x="15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0"/>
            <p:cNvSpPr/>
            <p:nvPr/>
          </p:nvSpPr>
          <p:spPr>
            <a:xfrm>
              <a:off x="7717613" y="3608429"/>
              <a:ext cx="61281" cy="38144"/>
            </a:xfrm>
            <a:custGeom>
              <a:rect b="b" l="l" r="r" t="t"/>
              <a:pathLst>
                <a:path extrusionOk="0" h="1370" w="2201">
                  <a:moveTo>
                    <a:pt x="625" y="0"/>
                  </a:moveTo>
                  <a:cubicBezTo>
                    <a:pt x="563" y="0"/>
                    <a:pt x="503" y="28"/>
                    <a:pt x="463" y="76"/>
                  </a:cubicBezTo>
                  <a:lnTo>
                    <a:pt x="66" y="549"/>
                  </a:lnTo>
                  <a:cubicBezTo>
                    <a:pt x="0" y="627"/>
                    <a:pt x="0" y="742"/>
                    <a:pt x="66" y="821"/>
                  </a:cubicBezTo>
                  <a:lnTo>
                    <a:pt x="463" y="1294"/>
                  </a:lnTo>
                  <a:cubicBezTo>
                    <a:pt x="503" y="1342"/>
                    <a:pt x="563" y="1370"/>
                    <a:pt x="625" y="1370"/>
                  </a:cubicBezTo>
                  <a:lnTo>
                    <a:pt x="1575" y="1370"/>
                  </a:lnTo>
                  <a:cubicBezTo>
                    <a:pt x="1638" y="1370"/>
                    <a:pt x="1697" y="1342"/>
                    <a:pt x="1737" y="1294"/>
                  </a:cubicBezTo>
                  <a:lnTo>
                    <a:pt x="2135" y="821"/>
                  </a:lnTo>
                  <a:cubicBezTo>
                    <a:pt x="2201" y="742"/>
                    <a:pt x="2201" y="627"/>
                    <a:pt x="2135" y="549"/>
                  </a:cubicBezTo>
                  <a:lnTo>
                    <a:pt x="1737" y="76"/>
                  </a:lnTo>
                  <a:cubicBezTo>
                    <a:pt x="1697" y="28"/>
                    <a:pt x="1638" y="0"/>
                    <a:pt x="1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0"/>
            <p:cNvSpPr/>
            <p:nvPr/>
          </p:nvSpPr>
          <p:spPr>
            <a:xfrm>
              <a:off x="7549665" y="3385073"/>
              <a:ext cx="16176" cy="78878"/>
            </a:xfrm>
            <a:custGeom>
              <a:rect b="b" l="l" r="r" t="t"/>
              <a:pathLst>
                <a:path extrusionOk="0" h="2833" w="581">
                  <a:moveTo>
                    <a:pt x="290" y="1"/>
                  </a:moveTo>
                  <a:cubicBezTo>
                    <a:pt x="131" y="1"/>
                    <a:pt x="0" y="131"/>
                    <a:pt x="0" y="291"/>
                  </a:cubicBezTo>
                  <a:lnTo>
                    <a:pt x="0" y="2544"/>
                  </a:lnTo>
                  <a:cubicBezTo>
                    <a:pt x="0" y="2703"/>
                    <a:pt x="131" y="2833"/>
                    <a:pt x="290" y="2833"/>
                  </a:cubicBezTo>
                  <a:cubicBezTo>
                    <a:pt x="450" y="2833"/>
                    <a:pt x="581" y="2703"/>
                    <a:pt x="581" y="2544"/>
                  </a:cubicBezTo>
                  <a:lnTo>
                    <a:pt x="581" y="291"/>
                  </a:lnTo>
                  <a:cubicBezTo>
                    <a:pt x="581" y="131"/>
                    <a:pt x="4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0"/>
            <p:cNvSpPr/>
            <p:nvPr/>
          </p:nvSpPr>
          <p:spPr>
            <a:xfrm>
              <a:off x="7549665" y="3188557"/>
              <a:ext cx="16176" cy="56019"/>
            </a:xfrm>
            <a:custGeom>
              <a:rect b="b" l="l" r="r" t="t"/>
              <a:pathLst>
                <a:path extrusionOk="0" h="2012" w="581">
                  <a:moveTo>
                    <a:pt x="290" y="0"/>
                  </a:moveTo>
                  <a:cubicBezTo>
                    <a:pt x="131" y="0"/>
                    <a:pt x="0" y="130"/>
                    <a:pt x="0" y="290"/>
                  </a:cubicBezTo>
                  <a:lnTo>
                    <a:pt x="0" y="1721"/>
                  </a:lnTo>
                  <a:cubicBezTo>
                    <a:pt x="0" y="1882"/>
                    <a:pt x="131" y="2012"/>
                    <a:pt x="290" y="2012"/>
                  </a:cubicBezTo>
                  <a:cubicBezTo>
                    <a:pt x="450" y="2012"/>
                    <a:pt x="581" y="1882"/>
                    <a:pt x="581" y="1721"/>
                  </a:cubicBezTo>
                  <a:lnTo>
                    <a:pt x="581" y="290"/>
                  </a:lnTo>
                  <a:cubicBezTo>
                    <a:pt x="581" y="130"/>
                    <a:pt x="450"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0"/>
            <p:cNvSpPr/>
            <p:nvPr/>
          </p:nvSpPr>
          <p:spPr>
            <a:xfrm>
              <a:off x="7527112" y="3236503"/>
              <a:ext cx="61281" cy="38172"/>
            </a:xfrm>
            <a:custGeom>
              <a:rect b="b" l="l" r="r" t="t"/>
              <a:pathLst>
                <a:path extrusionOk="0" h="1371" w="2201">
                  <a:moveTo>
                    <a:pt x="625" y="1"/>
                  </a:moveTo>
                  <a:cubicBezTo>
                    <a:pt x="563" y="1"/>
                    <a:pt x="503" y="27"/>
                    <a:pt x="462" y="76"/>
                  </a:cubicBezTo>
                  <a:lnTo>
                    <a:pt x="66" y="549"/>
                  </a:lnTo>
                  <a:cubicBezTo>
                    <a:pt x="0" y="628"/>
                    <a:pt x="0" y="742"/>
                    <a:pt x="66" y="820"/>
                  </a:cubicBezTo>
                  <a:lnTo>
                    <a:pt x="462" y="1295"/>
                  </a:lnTo>
                  <a:cubicBezTo>
                    <a:pt x="503" y="1342"/>
                    <a:pt x="563" y="1370"/>
                    <a:pt x="625" y="1370"/>
                  </a:cubicBezTo>
                  <a:lnTo>
                    <a:pt x="1576" y="1370"/>
                  </a:lnTo>
                  <a:cubicBezTo>
                    <a:pt x="1638" y="1370"/>
                    <a:pt x="1698" y="1342"/>
                    <a:pt x="1738" y="1295"/>
                  </a:cubicBezTo>
                  <a:lnTo>
                    <a:pt x="2135" y="820"/>
                  </a:lnTo>
                  <a:cubicBezTo>
                    <a:pt x="2200" y="742"/>
                    <a:pt x="2200" y="628"/>
                    <a:pt x="2135" y="549"/>
                  </a:cubicBezTo>
                  <a:lnTo>
                    <a:pt x="1738" y="76"/>
                  </a:lnTo>
                  <a:cubicBezTo>
                    <a:pt x="1698" y="27"/>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0"/>
            <p:cNvSpPr/>
            <p:nvPr/>
          </p:nvSpPr>
          <p:spPr>
            <a:xfrm>
              <a:off x="7527112" y="3274647"/>
              <a:ext cx="61281" cy="38144"/>
            </a:xfrm>
            <a:custGeom>
              <a:rect b="b" l="l" r="r" t="t"/>
              <a:pathLst>
                <a:path extrusionOk="0" h="1370" w="2201">
                  <a:moveTo>
                    <a:pt x="625" y="0"/>
                  </a:moveTo>
                  <a:cubicBezTo>
                    <a:pt x="563" y="0"/>
                    <a:pt x="503" y="27"/>
                    <a:pt x="462" y="76"/>
                  </a:cubicBezTo>
                  <a:lnTo>
                    <a:pt x="66" y="549"/>
                  </a:lnTo>
                  <a:cubicBezTo>
                    <a:pt x="0" y="627"/>
                    <a:pt x="0" y="742"/>
                    <a:pt x="66" y="820"/>
                  </a:cubicBezTo>
                  <a:lnTo>
                    <a:pt x="462" y="1294"/>
                  </a:lnTo>
                  <a:cubicBezTo>
                    <a:pt x="503" y="1342"/>
                    <a:pt x="563" y="1370"/>
                    <a:pt x="625" y="1370"/>
                  </a:cubicBezTo>
                  <a:lnTo>
                    <a:pt x="1576" y="1370"/>
                  </a:lnTo>
                  <a:cubicBezTo>
                    <a:pt x="1638" y="1370"/>
                    <a:pt x="1698" y="1342"/>
                    <a:pt x="1738" y="1294"/>
                  </a:cubicBezTo>
                  <a:lnTo>
                    <a:pt x="2135" y="820"/>
                  </a:lnTo>
                  <a:cubicBezTo>
                    <a:pt x="2200" y="742"/>
                    <a:pt x="2200" y="627"/>
                    <a:pt x="2135" y="549"/>
                  </a:cubicBezTo>
                  <a:lnTo>
                    <a:pt x="1738" y="76"/>
                  </a:lnTo>
                  <a:cubicBezTo>
                    <a:pt x="1698" y="27"/>
                    <a:pt x="1638" y="0"/>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0"/>
            <p:cNvSpPr/>
            <p:nvPr/>
          </p:nvSpPr>
          <p:spPr>
            <a:xfrm>
              <a:off x="7527112" y="3312764"/>
              <a:ext cx="61281" cy="38172"/>
            </a:xfrm>
            <a:custGeom>
              <a:rect b="b" l="l" r="r" t="t"/>
              <a:pathLst>
                <a:path extrusionOk="0" h="1371" w="2201">
                  <a:moveTo>
                    <a:pt x="625" y="1"/>
                  </a:moveTo>
                  <a:cubicBezTo>
                    <a:pt x="563" y="1"/>
                    <a:pt x="503" y="28"/>
                    <a:pt x="462" y="77"/>
                  </a:cubicBezTo>
                  <a:lnTo>
                    <a:pt x="66" y="550"/>
                  </a:lnTo>
                  <a:cubicBezTo>
                    <a:pt x="0" y="628"/>
                    <a:pt x="0" y="742"/>
                    <a:pt x="66" y="822"/>
                  </a:cubicBezTo>
                  <a:lnTo>
                    <a:pt x="462" y="1295"/>
                  </a:lnTo>
                  <a:cubicBezTo>
                    <a:pt x="503" y="1343"/>
                    <a:pt x="563" y="1371"/>
                    <a:pt x="625" y="1371"/>
                  </a:cubicBezTo>
                  <a:lnTo>
                    <a:pt x="1576" y="1371"/>
                  </a:lnTo>
                  <a:cubicBezTo>
                    <a:pt x="1638" y="1371"/>
                    <a:pt x="1698" y="1343"/>
                    <a:pt x="1738" y="1295"/>
                  </a:cubicBezTo>
                  <a:lnTo>
                    <a:pt x="2135" y="822"/>
                  </a:lnTo>
                  <a:cubicBezTo>
                    <a:pt x="2200" y="742"/>
                    <a:pt x="2200" y="628"/>
                    <a:pt x="2135" y="550"/>
                  </a:cubicBezTo>
                  <a:lnTo>
                    <a:pt x="1738" y="77"/>
                  </a:lnTo>
                  <a:cubicBezTo>
                    <a:pt x="1698" y="28"/>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0"/>
            <p:cNvSpPr/>
            <p:nvPr/>
          </p:nvSpPr>
          <p:spPr>
            <a:xfrm>
              <a:off x="7527112" y="3455877"/>
              <a:ext cx="61281" cy="38172"/>
            </a:xfrm>
            <a:custGeom>
              <a:rect b="b" l="l" r="r" t="t"/>
              <a:pathLst>
                <a:path extrusionOk="0" h="1371" w="2201">
                  <a:moveTo>
                    <a:pt x="625" y="1"/>
                  </a:moveTo>
                  <a:cubicBezTo>
                    <a:pt x="563" y="1"/>
                    <a:pt x="503" y="27"/>
                    <a:pt x="462" y="76"/>
                  </a:cubicBezTo>
                  <a:lnTo>
                    <a:pt x="66" y="549"/>
                  </a:lnTo>
                  <a:cubicBezTo>
                    <a:pt x="0" y="627"/>
                    <a:pt x="0" y="742"/>
                    <a:pt x="66" y="821"/>
                  </a:cubicBezTo>
                  <a:lnTo>
                    <a:pt x="462" y="1295"/>
                  </a:lnTo>
                  <a:cubicBezTo>
                    <a:pt x="503" y="1342"/>
                    <a:pt x="563" y="1370"/>
                    <a:pt x="625" y="1370"/>
                  </a:cubicBezTo>
                  <a:lnTo>
                    <a:pt x="1576" y="1370"/>
                  </a:lnTo>
                  <a:cubicBezTo>
                    <a:pt x="1638" y="1370"/>
                    <a:pt x="1698" y="1342"/>
                    <a:pt x="1738" y="1295"/>
                  </a:cubicBezTo>
                  <a:lnTo>
                    <a:pt x="2135" y="821"/>
                  </a:lnTo>
                  <a:cubicBezTo>
                    <a:pt x="2200" y="742"/>
                    <a:pt x="2200" y="627"/>
                    <a:pt x="2135" y="549"/>
                  </a:cubicBezTo>
                  <a:lnTo>
                    <a:pt x="1738" y="76"/>
                  </a:lnTo>
                  <a:cubicBezTo>
                    <a:pt x="1698" y="27"/>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0"/>
            <p:cNvSpPr/>
            <p:nvPr/>
          </p:nvSpPr>
          <p:spPr>
            <a:xfrm>
              <a:off x="7527112" y="3494022"/>
              <a:ext cx="61281" cy="38144"/>
            </a:xfrm>
            <a:custGeom>
              <a:rect b="b" l="l" r="r" t="t"/>
              <a:pathLst>
                <a:path extrusionOk="0" h="1370" w="2201">
                  <a:moveTo>
                    <a:pt x="625" y="0"/>
                  </a:moveTo>
                  <a:cubicBezTo>
                    <a:pt x="563" y="0"/>
                    <a:pt x="503" y="27"/>
                    <a:pt x="462" y="76"/>
                  </a:cubicBezTo>
                  <a:lnTo>
                    <a:pt x="66" y="549"/>
                  </a:lnTo>
                  <a:cubicBezTo>
                    <a:pt x="0" y="627"/>
                    <a:pt x="0" y="742"/>
                    <a:pt x="66" y="821"/>
                  </a:cubicBezTo>
                  <a:lnTo>
                    <a:pt x="462" y="1294"/>
                  </a:lnTo>
                  <a:cubicBezTo>
                    <a:pt x="503" y="1342"/>
                    <a:pt x="563" y="1370"/>
                    <a:pt x="625" y="1370"/>
                  </a:cubicBezTo>
                  <a:lnTo>
                    <a:pt x="1576" y="1370"/>
                  </a:lnTo>
                  <a:cubicBezTo>
                    <a:pt x="1638" y="1370"/>
                    <a:pt x="1698" y="1342"/>
                    <a:pt x="1738" y="1294"/>
                  </a:cubicBezTo>
                  <a:lnTo>
                    <a:pt x="2135" y="821"/>
                  </a:lnTo>
                  <a:cubicBezTo>
                    <a:pt x="2200" y="742"/>
                    <a:pt x="2200" y="627"/>
                    <a:pt x="2135" y="549"/>
                  </a:cubicBezTo>
                  <a:lnTo>
                    <a:pt x="1738" y="76"/>
                  </a:lnTo>
                  <a:cubicBezTo>
                    <a:pt x="1698" y="27"/>
                    <a:pt x="1638" y="0"/>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0"/>
            <p:cNvSpPr/>
            <p:nvPr/>
          </p:nvSpPr>
          <p:spPr>
            <a:xfrm>
              <a:off x="7527112" y="3532139"/>
              <a:ext cx="61281" cy="38172"/>
            </a:xfrm>
            <a:custGeom>
              <a:rect b="b" l="l" r="r" t="t"/>
              <a:pathLst>
                <a:path extrusionOk="0" h="1371" w="2201">
                  <a:moveTo>
                    <a:pt x="625" y="1"/>
                  </a:moveTo>
                  <a:cubicBezTo>
                    <a:pt x="563" y="1"/>
                    <a:pt x="503" y="29"/>
                    <a:pt x="462" y="76"/>
                  </a:cubicBezTo>
                  <a:lnTo>
                    <a:pt x="66" y="550"/>
                  </a:lnTo>
                  <a:cubicBezTo>
                    <a:pt x="0" y="628"/>
                    <a:pt x="0" y="742"/>
                    <a:pt x="66" y="822"/>
                  </a:cubicBezTo>
                  <a:lnTo>
                    <a:pt x="462" y="1295"/>
                  </a:lnTo>
                  <a:cubicBezTo>
                    <a:pt x="503" y="1342"/>
                    <a:pt x="563" y="1370"/>
                    <a:pt x="625" y="1370"/>
                  </a:cubicBezTo>
                  <a:lnTo>
                    <a:pt x="1576" y="1370"/>
                  </a:lnTo>
                  <a:cubicBezTo>
                    <a:pt x="1638" y="1370"/>
                    <a:pt x="1698" y="1342"/>
                    <a:pt x="1738" y="1295"/>
                  </a:cubicBezTo>
                  <a:lnTo>
                    <a:pt x="2135" y="822"/>
                  </a:lnTo>
                  <a:cubicBezTo>
                    <a:pt x="2200" y="742"/>
                    <a:pt x="2200" y="628"/>
                    <a:pt x="2135" y="550"/>
                  </a:cubicBezTo>
                  <a:lnTo>
                    <a:pt x="1738" y="76"/>
                  </a:lnTo>
                  <a:cubicBezTo>
                    <a:pt x="1698" y="29"/>
                    <a:pt x="163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0"/>
            <p:cNvSpPr/>
            <p:nvPr/>
          </p:nvSpPr>
          <p:spPr>
            <a:xfrm>
              <a:off x="7527112" y="3570284"/>
              <a:ext cx="61281" cy="38172"/>
            </a:xfrm>
            <a:custGeom>
              <a:rect b="b" l="l" r="r" t="t"/>
              <a:pathLst>
                <a:path extrusionOk="0" h="1371" w="2201">
                  <a:moveTo>
                    <a:pt x="625" y="0"/>
                  </a:moveTo>
                  <a:cubicBezTo>
                    <a:pt x="563" y="0"/>
                    <a:pt x="503" y="29"/>
                    <a:pt x="462" y="76"/>
                  </a:cubicBezTo>
                  <a:lnTo>
                    <a:pt x="66" y="549"/>
                  </a:lnTo>
                  <a:cubicBezTo>
                    <a:pt x="0" y="627"/>
                    <a:pt x="0" y="742"/>
                    <a:pt x="66" y="821"/>
                  </a:cubicBezTo>
                  <a:lnTo>
                    <a:pt x="462" y="1295"/>
                  </a:lnTo>
                  <a:cubicBezTo>
                    <a:pt x="503" y="1342"/>
                    <a:pt x="563" y="1370"/>
                    <a:pt x="625" y="1370"/>
                  </a:cubicBezTo>
                  <a:lnTo>
                    <a:pt x="1576" y="1370"/>
                  </a:lnTo>
                  <a:cubicBezTo>
                    <a:pt x="1638" y="1370"/>
                    <a:pt x="1698" y="1342"/>
                    <a:pt x="1738" y="1295"/>
                  </a:cubicBezTo>
                  <a:lnTo>
                    <a:pt x="2135" y="821"/>
                  </a:lnTo>
                  <a:cubicBezTo>
                    <a:pt x="2200" y="742"/>
                    <a:pt x="2200" y="627"/>
                    <a:pt x="2135" y="549"/>
                  </a:cubicBezTo>
                  <a:lnTo>
                    <a:pt x="1738" y="76"/>
                  </a:lnTo>
                  <a:cubicBezTo>
                    <a:pt x="1698" y="29"/>
                    <a:pt x="1638" y="0"/>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0"/>
            <p:cNvSpPr/>
            <p:nvPr/>
          </p:nvSpPr>
          <p:spPr>
            <a:xfrm>
              <a:off x="7527112" y="3608429"/>
              <a:ext cx="61281" cy="38144"/>
            </a:xfrm>
            <a:custGeom>
              <a:rect b="b" l="l" r="r" t="t"/>
              <a:pathLst>
                <a:path extrusionOk="0" h="1370" w="2201">
                  <a:moveTo>
                    <a:pt x="625" y="0"/>
                  </a:moveTo>
                  <a:cubicBezTo>
                    <a:pt x="563" y="0"/>
                    <a:pt x="503" y="28"/>
                    <a:pt x="462" y="76"/>
                  </a:cubicBezTo>
                  <a:lnTo>
                    <a:pt x="66" y="549"/>
                  </a:lnTo>
                  <a:cubicBezTo>
                    <a:pt x="0" y="627"/>
                    <a:pt x="0" y="742"/>
                    <a:pt x="66" y="821"/>
                  </a:cubicBezTo>
                  <a:lnTo>
                    <a:pt x="462" y="1294"/>
                  </a:lnTo>
                  <a:cubicBezTo>
                    <a:pt x="503" y="1342"/>
                    <a:pt x="563" y="1370"/>
                    <a:pt x="625" y="1370"/>
                  </a:cubicBezTo>
                  <a:lnTo>
                    <a:pt x="1576" y="1370"/>
                  </a:lnTo>
                  <a:cubicBezTo>
                    <a:pt x="1638" y="1370"/>
                    <a:pt x="1698" y="1342"/>
                    <a:pt x="1738" y="1294"/>
                  </a:cubicBezTo>
                  <a:lnTo>
                    <a:pt x="2135" y="821"/>
                  </a:lnTo>
                  <a:cubicBezTo>
                    <a:pt x="2200" y="742"/>
                    <a:pt x="2200" y="627"/>
                    <a:pt x="2135" y="549"/>
                  </a:cubicBezTo>
                  <a:lnTo>
                    <a:pt x="1738" y="76"/>
                  </a:lnTo>
                  <a:cubicBezTo>
                    <a:pt x="1698" y="28"/>
                    <a:pt x="1638" y="0"/>
                    <a:pt x="1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0"/>
            <p:cNvSpPr/>
            <p:nvPr/>
          </p:nvSpPr>
          <p:spPr>
            <a:xfrm>
              <a:off x="7918472" y="3185021"/>
              <a:ext cx="33662" cy="472320"/>
            </a:xfrm>
            <a:custGeom>
              <a:rect b="b" l="l" r="r" t="t"/>
              <a:pathLst>
                <a:path extrusionOk="0" h="16964" w="1209">
                  <a:moveTo>
                    <a:pt x="1" y="1"/>
                  </a:moveTo>
                  <a:lnTo>
                    <a:pt x="1" y="16963"/>
                  </a:lnTo>
                  <a:lnTo>
                    <a:pt x="1208" y="16963"/>
                  </a:lnTo>
                  <a:lnTo>
                    <a:pt x="12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0"/>
            <p:cNvSpPr/>
            <p:nvPr/>
          </p:nvSpPr>
          <p:spPr>
            <a:xfrm>
              <a:off x="7449124" y="3185021"/>
              <a:ext cx="33634" cy="472320"/>
            </a:xfrm>
            <a:custGeom>
              <a:rect b="b" l="l" r="r" t="t"/>
              <a:pathLst>
                <a:path extrusionOk="0" h="16964" w="1208">
                  <a:moveTo>
                    <a:pt x="1" y="1"/>
                  </a:moveTo>
                  <a:lnTo>
                    <a:pt x="1" y="16963"/>
                  </a:lnTo>
                  <a:lnTo>
                    <a:pt x="1207" y="16963"/>
                  </a:lnTo>
                  <a:lnTo>
                    <a:pt x="12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0"/>
            <p:cNvSpPr/>
            <p:nvPr/>
          </p:nvSpPr>
          <p:spPr>
            <a:xfrm>
              <a:off x="7438376" y="3153558"/>
              <a:ext cx="524497" cy="42265"/>
            </a:xfrm>
            <a:custGeom>
              <a:rect b="b" l="l" r="r" t="t"/>
              <a:pathLst>
                <a:path extrusionOk="0" h="1518" w="18838">
                  <a:moveTo>
                    <a:pt x="387" y="0"/>
                  </a:moveTo>
                  <a:cubicBezTo>
                    <a:pt x="173" y="0"/>
                    <a:pt x="0" y="173"/>
                    <a:pt x="0" y="387"/>
                  </a:cubicBezTo>
                  <a:lnTo>
                    <a:pt x="0" y="1131"/>
                  </a:lnTo>
                  <a:cubicBezTo>
                    <a:pt x="0" y="1344"/>
                    <a:pt x="173" y="1517"/>
                    <a:pt x="387" y="1517"/>
                  </a:cubicBezTo>
                  <a:lnTo>
                    <a:pt x="18451" y="1517"/>
                  </a:lnTo>
                  <a:cubicBezTo>
                    <a:pt x="18665" y="1517"/>
                    <a:pt x="18838" y="1344"/>
                    <a:pt x="18838" y="1131"/>
                  </a:cubicBezTo>
                  <a:lnTo>
                    <a:pt x="18838" y="387"/>
                  </a:lnTo>
                  <a:cubicBezTo>
                    <a:pt x="18838" y="173"/>
                    <a:pt x="18665" y="0"/>
                    <a:pt x="18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0"/>
            <p:cNvSpPr/>
            <p:nvPr/>
          </p:nvSpPr>
          <p:spPr>
            <a:xfrm>
              <a:off x="7438376" y="3350909"/>
              <a:ext cx="524497" cy="42265"/>
            </a:xfrm>
            <a:custGeom>
              <a:rect b="b" l="l" r="r" t="t"/>
              <a:pathLst>
                <a:path extrusionOk="0" h="1518" w="18838">
                  <a:moveTo>
                    <a:pt x="387" y="1"/>
                  </a:moveTo>
                  <a:cubicBezTo>
                    <a:pt x="173" y="1"/>
                    <a:pt x="0" y="174"/>
                    <a:pt x="0" y="387"/>
                  </a:cubicBezTo>
                  <a:lnTo>
                    <a:pt x="0" y="1131"/>
                  </a:lnTo>
                  <a:cubicBezTo>
                    <a:pt x="0" y="1345"/>
                    <a:pt x="173" y="1518"/>
                    <a:pt x="387" y="1518"/>
                  </a:cubicBezTo>
                  <a:lnTo>
                    <a:pt x="18451" y="1518"/>
                  </a:lnTo>
                  <a:cubicBezTo>
                    <a:pt x="18665" y="1518"/>
                    <a:pt x="18838" y="1345"/>
                    <a:pt x="18838" y="1131"/>
                  </a:cubicBezTo>
                  <a:lnTo>
                    <a:pt x="18838" y="387"/>
                  </a:lnTo>
                  <a:cubicBezTo>
                    <a:pt x="18838" y="174"/>
                    <a:pt x="18665" y="1"/>
                    <a:pt x="18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0"/>
            <p:cNvSpPr/>
            <p:nvPr/>
          </p:nvSpPr>
          <p:spPr>
            <a:xfrm>
              <a:off x="7438376" y="3646546"/>
              <a:ext cx="524497" cy="42293"/>
            </a:xfrm>
            <a:custGeom>
              <a:rect b="b" l="l" r="r" t="t"/>
              <a:pathLst>
                <a:path extrusionOk="0" h="1519" w="18838">
                  <a:moveTo>
                    <a:pt x="387" y="1"/>
                  </a:moveTo>
                  <a:cubicBezTo>
                    <a:pt x="173" y="1"/>
                    <a:pt x="0" y="174"/>
                    <a:pt x="0" y="387"/>
                  </a:cubicBezTo>
                  <a:lnTo>
                    <a:pt x="0" y="1131"/>
                  </a:lnTo>
                  <a:cubicBezTo>
                    <a:pt x="0" y="1345"/>
                    <a:pt x="173" y="1518"/>
                    <a:pt x="387" y="1518"/>
                  </a:cubicBezTo>
                  <a:lnTo>
                    <a:pt x="18451" y="1518"/>
                  </a:lnTo>
                  <a:cubicBezTo>
                    <a:pt x="18665" y="1518"/>
                    <a:pt x="18838" y="1345"/>
                    <a:pt x="18838" y="1131"/>
                  </a:cubicBezTo>
                  <a:lnTo>
                    <a:pt x="18838" y="387"/>
                  </a:lnTo>
                  <a:cubicBezTo>
                    <a:pt x="18838" y="174"/>
                    <a:pt x="18665" y="1"/>
                    <a:pt x="18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70"/>
          <p:cNvGrpSpPr/>
          <p:nvPr/>
        </p:nvGrpSpPr>
        <p:grpSpPr>
          <a:xfrm>
            <a:off x="6816958" y="4004554"/>
            <a:ext cx="511907" cy="456846"/>
            <a:chOff x="6572015" y="3930794"/>
            <a:chExt cx="535300" cy="487251"/>
          </a:xfrm>
        </p:grpSpPr>
        <p:sp>
          <p:nvSpPr>
            <p:cNvPr id="4561" name="Google Shape;4561;p70"/>
            <p:cNvSpPr/>
            <p:nvPr/>
          </p:nvSpPr>
          <p:spPr>
            <a:xfrm>
              <a:off x="6593593" y="3969802"/>
              <a:ext cx="37921" cy="365767"/>
            </a:xfrm>
            <a:custGeom>
              <a:rect b="b" l="l" r="r" t="t"/>
              <a:pathLst>
                <a:path extrusionOk="0" h="13137" w="1362">
                  <a:moveTo>
                    <a:pt x="0" y="1"/>
                  </a:moveTo>
                  <a:lnTo>
                    <a:pt x="0" y="13136"/>
                  </a:lnTo>
                  <a:lnTo>
                    <a:pt x="1361" y="13136"/>
                  </a:lnTo>
                  <a:lnTo>
                    <a:pt x="13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0"/>
            <p:cNvSpPr/>
            <p:nvPr/>
          </p:nvSpPr>
          <p:spPr>
            <a:xfrm>
              <a:off x="7047851" y="3969802"/>
              <a:ext cx="37921" cy="365767"/>
            </a:xfrm>
            <a:custGeom>
              <a:rect b="b" l="l" r="r" t="t"/>
              <a:pathLst>
                <a:path extrusionOk="0" h="13137" w="1362">
                  <a:moveTo>
                    <a:pt x="0" y="1"/>
                  </a:moveTo>
                  <a:lnTo>
                    <a:pt x="0" y="13136"/>
                  </a:lnTo>
                  <a:lnTo>
                    <a:pt x="1361" y="13136"/>
                  </a:lnTo>
                  <a:lnTo>
                    <a:pt x="13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0"/>
            <p:cNvSpPr/>
            <p:nvPr/>
          </p:nvSpPr>
          <p:spPr>
            <a:xfrm>
              <a:off x="6582818" y="4332624"/>
              <a:ext cx="513750" cy="42265"/>
            </a:xfrm>
            <a:custGeom>
              <a:rect b="b" l="l" r="r" t="t"/>
              <a:pathLst>
                <a:path extrusionOk="0" h="1518" w="18452">
                  <a:moveTo>
                    <a:pt x="387" y="0"/>
                  </a:moveTo>
                  <a:cubicBezTo>
                    <a:pt x="174" y="0"/>
                    <a:pt x="0" y="173"/>
                    <a:pt x="0" y="387"/>
                  </a:cubicBezTo>
                  <a:lnTo>
                    <a:pt x="0" y="1517"/>
                  </a:lnTo>
                  <a:lnTo>
                    <a:pt x="18451" y="1517"/>
                  </a:lnTo>
                  <a:lnTo>
                    <a:pt x="18451" y="387"/>
                  </a:lnTo>
                  <a:cubicBezTo>
                    <a:pt x="18451" y="173"/>
                    <a:pt x="18278" y="0"/>
                    <a:pt x="180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0"/>
            <p:cNvSpPr/>
            <p:nvPr/>
          </p:nvSpPr>
          <p:spPr>
            <a:xfrm>
              <a:off x="6572015" y="4370713"/>
              <a:ext cx="535300" cy="47332"/>
            </a:xfrm>
            <a:custGeom>
              <a:rect b="b" l="l" r="r" t="t"/>
              <a:pathLst>
                <a:path extrusionOk="0" h="1700" w="19226">
                  <a:moveTo>
                    <a:pt x="388" y="1"/>
                  </a:moveTo>
                  <a:cubicBezTo>
                    <a:pt x="174" y="1"/>
                    <a:pt x="1" y="174"/>
                    <a:pt x="1" y="388"/>
                  </a:cubicBezTo>
                  <a:lnTo>
                    <a:pt x="1" y="1313"/>
                  </a:lnTo>
                  <a:cubicBezTo>
                    <a:pt x="1" y="1526"/>
                    <a:pt x="174" y="1700"/>
                    <a:pt x="388" y="1700"/>
                  </a:cubicBezTo>
                  <a:lnTo>
                    <a:pt x="18839" y="1700"/>
                  </a:lnTo>
                  <a:cubicBezTo>
                    <a:pt x="19053" y="1700"/>
                    <a:pt x="19226" y="1526"/>
                    <a:pt x="19226" y="1313"/>
                  </a:cubicBezTo>
                  <a:lnTo>
                    <a:pt x="19226" y="388"/>
                  </a:lnTo>
                  <a:cubicBezTo>
                    <a:pt x="19226" y="174"/>
                    <a:pt x="19053" y="1"/>
                    <a:pt x="188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0"/>
            <p:cNvSpPr/>
            <p:nvPr/>
          </p:nvSpPr>
          <p:spPr>
            <a:xfrm>
              <a:off x="6706775" y="3964958"/>
              <a:ext cx="16176" cy="227083"/>
            </a:xfrm>
            <a:custGeom>
              <a:rect b="b" l="l" r="r" t="t"/>
              <a:pathLst>
                <a:path extrusionOk="0" h="8156" w="581">
                  <a:moveTo>
                    <a:pt x="290" y="0"/>
                  </a:moveTo>
                  <a:cubicBezTo>
                    <a:pt x="131" y="0"/>
                    <a:pt x="0" y="131"/>
                    <a:pt x="0" y="290"/>
                  </a:cubicBezTo>
                  <a:lnTo>
                    <a:pt x="0" y="7866"/>
                  </a:lnTo>
                  <a:cubicBezTo>
                    <a:pt x="0" y="8027"/>
                    <a:pt x="131" y="8156"/>
                    <a:pt x="290" y="8156"/>
                  </a:cubicBezTo>
                  <a:cubicBezTo>
                    <a:pt x="450" y="8156"/>
                    <a:pt x="581" y="8027"/>
                    <a:pt x="581" y="7866"/>
                  </a:cubicBezTo>
                  <a:lnTo>
                    <a:pt x="581" y="290"/>
                  </a:lnTo>
                  <a:cubicBezTo>
                    <a:pt x="581" y="131"/>
                    <a:pt x="450" y="0"/>
                    <a:pt x="290" y="0"/>
                  </a:cubicBezTo>
                  <a:close/>
                </a:path>
              </a:pathLst>
            </a:custGeom>
            <a:solidFill>
              <a:srgbClr val="B6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0"/>
            <p:cNvSpPr/>
            <p:nvPr/>
          </p:nvSpPr>
          <p:spPr>
            <a:xfrm>
              <a:off x="6680797" y="4183942"/>
              <a:ext cx="68131" cy="68158"/>
            </a:xfrm>
            <a:custGeom>
              <a:rect b="b" l="l" r="r" t="t"/>
              <a:pathLst>
                <a:path extrusionOk="0" h="2448" w="2447">
                  <a:moveTo>
                    <a:pt x="1223" y="1"/>
                  </a:moveTo>
                  <a:cubicBezTo>
                    <a:pt x="548" y="1"/>
                    <a:pt x="0" y="548"/>
                    <a:pt x="0" y="1224"/>
                  </a:cubicBezTo>
                  <a:cubicBezTo>
                    <a:pt x="0" y="1900"/>
                    <a:pt x="548" y="2447"/>
                    <a:pt x="1223" y="2447"/>
                  </a:cubicBezTo>
                  <a:cubicBezTo>
                    <a:pt x="1899" y="2447"/>
                    <a:pt x="2447" y="1900"/>
                    <a:pt x="2447" y="1224"/>
                  </a:cubicBezTo>
                  <a:cubicBezTo>
                    <a:pt x="2447" y="548"/>
                    <a:pt x="1899" y="1"/>
                    <a:pt x="1223" y="1"/>
                  </a:cubicBezTo>
                  <a:close/>
                </a:path>
              </a:pathLst>
            </a:custGeom>
            <a:solidFill>
              <a:srgbClr val="A9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0"/>
            <p:cNvSpPr/>
            <p:nvPr/>
          </p:nvSpPr>
          <p:spPr>
            <a:xfrm>
              <a:off x="6706775" y="3964958"/>
              <a:ext cx="16176" cy="227083"/>
            </a:xfrm>
            <a:custGeom>
              <a:rect b="b" l="l" r="r" t="t"/>
              <a:pathLst>
                <a:path extrusionOk="0" h="8156" w="581">
                  <a:moveTo>
                    <a:pt x="290" y="0"/>
                  </a:moveTo>
                  <a:cubicBezTo>
                    <a:pt x="131" y="0"/>
                    <a:pt x="0" y="131"/>
                    <a:pt x="0" y="290"/>
                  </a:cubicBezTo>
                  <a:lnTo>
                    <a:pt x="0" y="7866"/>
                  </a:lnTo>
                  <a:cubicBezTo>
                    <a:pt x="0" y="8027"/>
                    <a:pt x="131" y="8156"/>
                    <a:pt x="290" y="8156"/>
                  </a:cubicBezTo>
                  <a:cubicBezTo>
                    <a:pt x="450" y="8156"/>
                    <a:pt x="581" y="8027"/>
                    <a:pt x="581" y="7866"/>
                  </a:cubicBezTo>
                  <a:lnTo>
                    <a:pt x="581" y="290"/>
                  </a:lnTo>
                  <a:cubicBezTo>
                    <a:pt x="581" y="131"/>
                    <a:pt x="450"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0"/>
            <p:cNvSpPr/>
            <p:nvPr/>
          </p:nvSpPr>
          <p:spPr>
            <a:xfrm>
              <a:off x="6680797" y="4183942"/>
              <a:ext cx="68131" cy="68158"/>
            </a:xfrm>
            <a:custGeom>
              <a:rect b="b" l="l" r="r" t="t"/>
              <a:pathLst>
                <a:path extrusionOk="0" h="2448" w="2447">
                  <a:moveTo>
                    <a:pt x="1223" y="1"/>
                  </a:moveTo>
                  <a:cubicBezTo>
                    <a:pt x="548" y="1"/>
                    <a:pt x="0" y="548"/>
                    <a:pt x="0" y="1224"/>
                  </a:cubicBezTo>
                  <a:cubicBezTo>
                    <a:pt x="0" y="1900"/>
                    <a:pt x="548" y="2447"/>
                    <a:pt x="1223" y="2447"/>
                  </a:cubicBezTo>
                  <a:cubicBezTo>
                    <a:pt x="1899" y="2447"/>
                    <a:pt x="2447" y="1900"/>
                    <a:pt x="2447" y="1224"/>
                  </a:cubicBezTo>
                  <a:cubicBezTo>
                    <a:pt x="2447" y="548"/>
                    <a:pt x="1899" y="1"/>
                    <a:pt x="1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0"/>
            <p:cNvSpPr/>
            <p:nvPr/>
          </p:nvSpPr>
          <p:spPr>
            <a:xfrm>
              <a:off x="6774879" y="3964958"/>
              <a:ext cx="16204" cy="227083"/>
            </a:xfrm>
            <a:custGeom>
              <a:rect b="b" l="l" r="r" t="t"/>
              <a:pathLst>
                <a:path extrusionOk="0" h="8156" w="582">
                  <a:moveTo>
                    <a:pt x="291" y="0"/>
                  </a:moveTo>
                  <a:cubicBezTo>
                    <a:pt x="130" y="0"/>
                    <a:pt x="1" y="131"/>
                    <a:pt x="1" y="290"/>
                  </a:cubicBezTo>
                  <a:lnTo>
                    <a:pt x="1" y="7866"/>
                  </a:lnTo>
                  <a:cubicBezTo>
                    <a:pt x="1" y="8027"/>
                    <a:pt x="130" y="8156"/>
                    <a:pt x="291" y="8156"/>
                  </a:cubicBezTo>
                  <a:cubicBezTo>
                    <a:pt x="451" y="8156"/>
                    <a:pt x="581" y="8027"/>
                    <a:pt x="581" y="7866"/>
                  </a:cubicBezTo>
                  <a:lnTo>
                    <a:pt x="581" y="290"/>
                  </a:lnTo>
                  <a:cubicBezTo>
                    <a:pt x="581" y="131"/>
                    <a:pt x="451"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0"/>
            <p:cNvSpPr/>
            <p:nvPr/>
          </p:nvSpPr>
          <p:spPr>
            <a:xfrm>
              <a:off x="6748901" y="4183942"/>
              <a:ext cx="68158" cy="68158"/>
            </a:xfrm>
            <a:custGeom>
              <a:rect b="b" l="l" r="r" t="t"/>
              <a:pathLst>
                <a:path extrusionOk="0" h="2448" w="2448">
                  <a:moveTo>
                    <a:pt x="1224" y="1"/>
                  </a:moveTo>
                  <a:cubicBezTo>
                    <a:pt x="548" y="1"/>
                    <a:pt x="1" y="548"/>
                    <a:pt x="1" y="1224"/>
                  </a:cubicBezTo>
                  <a:cubicBezTo>
                    <a:pt x="1" y="1900"/>
                    <a:pt x="548" y="2447"/>
                    <a:pt x="1224" y="2447"/>
                  </a:cubicBezTo>
                  <a:cubicBezTo>
                    <a:pt x="1900" y="2447"/>
                    <a:pt x="2447" y="1900"/>
                    <a:pt x="2447" y="1224"/>
                  </a:cubicBezTo>
                  <a:cubicBezTo>
                    <a:pt x="2447" y="548"/>
                    <a:pt x="1900" y="1"/>
                    <a:pt x="1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0"/>
            <p:cNvSpPr/>
            <p:nvPr/>
          </p:nvSpPr>
          <p:spPr>
            <a:xfrm>
              <a:off x="6843011" y="3964958"/>
              <a:ext cx="16176" cy="227083"/>
            </a:xfrm>
            <a:custGeom>
              <a:rect b="b" l="l" r="r" t="t"/>
              <a:pathLst>
                <a:path extrusionOk="0" h="8156" w="581">
                  <a:moveTo>
                    <a:pt x="291" y="0"/>
                  </a:moveTo>
                  <a:cubicBezTo>
                    <a:pt x="130" y="0"/>
                    <a:pt x="0" y="131"/>
                    <a:pt x="0" y="290"/>
                  </a:cubicBezTo>
                  <a:lnTo>
                    <a:pt x="0" y="7866"/>
                  </a:lnTo>
                  <a:cubicBezTo>
                    <a:pt x="0" y="8027"/>
                    <a:pt x="130" y="8156"/>
                    <a:pt x="291" y="8156"/>
                  </a:cubicBezTo>
                  <a:cubicBezTo>
                    <a:pt x="450" y="8156"/>
                    <a:pt x="581" y="8027"/>
                    <a:pt x="581" y="7866"/>
                  </a:cubicBezTo>
                  <a:lnTo>
                    <a:pt x="581" y="290"/>
                  </a:lnTo>
                  <a:cubicBezTo>
                    <a:pt x="581" y="131"/>
                    <a:pt x="450" y="0"/>
                    <a:pt x="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0"/>
            <p:cNvSpPr/>
            <p:nvPr/>
          </p:nvSpPr>
          <p:spPr>
            <a:xfrm>
              <a:off x="6817033" y="4183942"/>
              <a:ext cx="68103" cy="68158"/>
            </a:xfrm>
            <a:custGeom>
              <a:rect b="b" l="l" r="r" t="t"/>
              <a:pathLst>
                <a:path extrusionOk="0" h="2448" w="2446">
                  <a:moveTo>
                    <a:pt x="1224" y="1"/>
                  </a:moveTo>
                  <a:cubicBezTo>
                    <a:pt x="548" y="1"/>
                    <a:pt x="0" y="548"/>
                    <a:pt x="0" y="1224"/>
                  </a:cubicBezTo>
                  <a:cubicBezTo>
                    <a:pt x="0" y="1900"/>
                    <a:pt x="548" y="2447"/>
                    <a:pt x="1224" y="2447"/>
                  </a:cubicBezTo>
                  <a:cubicBezTo>
                    <a:pt x="1898" y="2447"/>
                    <a:pt x="2446" y="1900"/>
                    <a:pt x="2446" y="1224"/>
                  </a:cubicBezTo>
                  <a:cubicBezTo>
                    <a:pt x="2446" y="548"/>
                    <a:pt x="1898" y="1"/>
                    <a:pt x="1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0"/>
            <p:cNvSpPr/>
            <p:nvPr/>
          </p:nvSpPr>
          <p:spPr>
            <a:xfrm>
              <a:off x="6910335" y="3964958"/>
              <a:ext cx="63202" cy="222127"/>
            </a:xfrm>
            <a:custGeom>
              <a:rect b="b" l="l" r="r" t="t"/>
              <a:pathLst>
                <a:path extrusionOk="0" h="7978" w="2270">
                  <a:moveTo>
                    <a:pt x="320" y="0"/>
                  </a:moveTo>
                  <a:cubicBezTo>
                    <a:pt x="299" y="0"/>
                    <a:pt x="277" y="3"/>
                    <a:pt x="256" y="7"/>
                  </a:cubicBezTo>
                  <a:cubicBezTo>
                    <a:pt x="100" y="42"/>
                    <a:pt x="1" y="197"/>
                    <a:pt x="35" y="353"/>
                  </a:cubicBezTo>
                  <a:lnTo>
                    <a:pt x="1668" y="7751"/>
                  </a:lnTo>
                  <a:cubicBezTo>
                    <a:pt x="1699" y="7886"/>
                    <a:pt x="1818" y="7978"/>
                    <a:pt x="1951" y="7978"/>
                  </a:cubicBezTo>
                  <a:cubicBezTo>
                    <a:pt x="1972" y="7978"/>
                    <a:pt x="1994" y="7975"/>
                    <a:pt x="2015" y="7972"/>
                  </a:cubicBezTo>
                  <a:cubicBezTo>
                    <a:pt x="2171" y="7936"/>
                    <a:pt x="2270" y="7781"/>
                    <a:pt x="2235" y="7625"/>
                  </a:cubicBezTo>
                  <a:lnTo>
                    <a:pt x="602" y="228"/>
                  </a:lnTo>
                  <a:cubicBezTo>
                    <a:pt x="572" y="92"/>
                    <a:pt x="452"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0"/>
            <p:cNvSpPr/>
            <p:nvPr/>
          </p:nvSpPr>
          <p:spPr>
            <a:xfrm>
              <a:off x="6937955" y="4178207"/>
              <a:ext cx="68158" cy="68103"/>
            </a:xfrm>
            <a:custGeom>
              <a:rect b="b" l="l" r="r" t="t"/>
              <a:pathLst>
                <a:path extrusionOk="0" h="2446" w="2448">
                  <a:moveTo>
                    <a:pt x="1224" y="0"/>
                  </a:moveTo>
                  <a:cubicBezTo>
                    <a:pt x="548" y="0"/>
                    <a:pt x="1" y="548"/>
                    <a:pt x="1" y="1224"/>
                  </a:cubicBezTo>
                  <a:cubicBezTo>
                    <a:pt x="1" y="1898"/>
                    <a:pt x="548" y="2446"/>
                    <a:pt x="1224" y="2446"/>
                  </a:cubicBezTo>
                  <a:cubicBezTo>
                    <a:pt x="1900" y="2446"/>
                    <a:pt x="2447" y="1898"/>
                    <a:pt x="2447" y="1224"/>
                  </a:cubicBezTo>
                  <a:cubicBezTo>
                    <a:pt x="2447" y="548"/>
                    <a:pt x="1900" y="0"/>
                    <a:pt x="1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0"/>
            <p:cNvSpPr/>
            <p:nvPr/>
          </p:nvSpPr>
          <p:spPr>
            <a:xfrm>
              <a:off x="6582818" y="3930794"/>
              <a:ext cx="513750" cy="42265"/>
            </a:xfrm>
            <a:custGeom>
              <a:rect b="b" l="l" r="r" t="t"/>
              <a:pathLst>
                <a:path extrusionOk="0" h="1518" w="18452">
                  <a:moveTo>
                    <a:pt x="387" y="0"/>
                  </a:moveTo>
                  <a:cubicBezTo>
                    <a:pt x="174" y="0"/>
                    <a:pt x="0" y="173"/>
                    <a:pt x="0" y="387"/>
                  </a:cubicBezTo>
                  <a:lnTo>
                    <a:pt x="0" y="1131"/>
                  </a:lnTo>
                  <a:cubicBezTo>
                    <a:pt x="0" y="1344"/>
                    <a:pt x="174" y="1517"/>
                    <a:pt x="387" y="1517"/>
                  </a:cubicBezTo>
                  <a:lnTo>
                    <a:pt x="18063" y="1517"/>
                  </a:lnTo>
                  <a:cubicBezTo>
                    <a:pt x="18278" y="1517"/>
                    <a:pt x="18451" y="1344"/>
                    <a:pt x="18451" y="1131"/>
                  </a:cubicBezTo>
                  <a:lnTo>
                    <a:pt x="18451" y="387"/>
                  </a:lnTo>
                  <a:cubicBezTo>
                    <a:pt x="18451" y="173"/>
                    <a:pt x="18278" y="0"/>
                    <a:pt x="18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70"/>
          <p:cNvGrpSpPr/>
          <p:nvPr/>
        </p:nvGrpSpPr>
        <p:grpSpPr>
          <a:xfrm>
            <a:off x="6130224" y="3982027"/>
            <a:ext cx="478868" cy="501902"/>
            <a:chOff x="5786343" y="3930766"/>
            <a:chExt cx="500750" cy="535305"/>
          </a:xfrm>
        </p:grpSpPr>
        <p:sp>
          <p:nvSpPr>
            <p:cNvPr id="4577" name="Google Shape;4577;p70"/>
            <p:cNvSpPr/>
            <p:nvPr/>
          </p:nvSpPr>
          <p:spPr>
            <a:xfrm>
              <a:off x="5979406" y="3950145"/>
              <a:ext cx="307687" cy="309414"/>
            </a:xfrm>
            <a:custGeom>
              <a:rect b="b" l="l" r="r" t="t"/>
              <a:pathLst>
                <a:path extrusionOk="0" h="11113" w="11051">
                  <a:moveTo>
                    <a:pt x="2236" y="0"/>
                  </a:moveTo>
                  <a:cubicBezTo>
                    <a:pt x="1190" y="0"/>
                    <a:pt x="296" y="758"/>
                    <a:pt x="124" y="1791"/>
                  </a:cubicBezTo>
                  <a:cubicBezTo>
                    <a:pt x="43" y="2276"/>
                    <a:pt x="1" y="2774"/>
                    <a:pt x="1" y="3281"/>
                  </a:cubicBezTo>
                  <a:cubicBezTo>
                    <a:pt x="1" y="6205"/>
                    <a:pt x="1393" y="8801"/>
                    <a:pt x="3551" y="10447"/>
                  </a:cubicBezTo>
                  <a:cubicBezTo>
                    <a:pt x="4133" y="10891"/>
                    <a:pt x="4829" y="11113"/>
                    <a:pt x="5526" y="11113"/>
                  </a:cubicBezTo>
                  <a:cubicBezTo>
                    <a:pt x="6222" y="11113"/>
                    <a:pt x="6918" y="10891"/>
                    <a:pt x="7500" y="10447"/>
                  </a:cubicBezTo>
                  <a:cubicBezTo>
                    <a:pt x="9658" y="8801"/>
                    <a:pt x="11051" y="6203"/>
                    <a:pt x="11051" y="3281"/>
                  </a:cubicBezTo>
                  <a:cubicBezTo>
                    <a:pt x="11051" y="2774"/>
                    <a:pt x="11008" y="2276"/>
                    <a:pt x="10927" y="1791"/>
                  </a:cubicBezTo>
                  <a:cubicBezTo>
                    <a:pt x="10755" y="758"/>
                    <a:pt x="9861" y="0"/>
                    <a:pt x="8815" y="0"/>
                  </a:cubicBezTo>
                  <a:lnTo>
                    <a:pt x="7632" y="0"/>
                  </a:lnTo>
                  <a:lnTo>
                    <a:pt x="7632" y="1144"/>
                  </a:lnTo>
                  <a:lnTo>
                    <a:pt x="8809" y="1144"/>
                  </a:lnTo>
                  <a:cubicBezTo>
                    <a:pt x="9300" y="1144"/>
                    <a:pt x="9720" y="1499"/>
                    <a:pt x="9800" y="1985"/>
                  </a:cubicBezTo>
                  <a:cubicBezTo>
                    <a:pt x="9870" y="2408"/>
                    <a:pt x="9907" y="2841"/>
                    <a:pt x="9907" y="3281"/>
                  </a:cubicBezTo>
                  <a:cubicBezTo>
                    <a:pt x="9907" y="5783"/>
                    <a:pt x="8733" y="8081"/>
                    <a:pt x="6804" y="9544"/>
                  </a:cubicBezTo>
                  <a:cubicBezTo>
                    <a:pt x="6427" y="9830"/>
                    <a:pt x="5976" y="9973"/>
                    <a:pt x="5526" y="9973"/>
                  </a:cubicBezTo>
                  <a:cubicBezTo>
                    <a:pt x="5075" y="9973"/>
                    <a:pt x="4624" y="9830"/>
                    <a:pt x="4247" y="9544"/>
                  </a:cubicBezTo>
                  <a:cubicBezTo>
                    <a:pt x="2318" y="8081"/>
                    <a:pt x="1145" y="5783"/>
                    <a:pt x="1145" y="3281"/>
                  </a:cubicBezTo>
                  <a:cubicBezTo>
                    <a:pt x="1145" y="2841"/>
                    <a:pt x="1181" y="2408"/>
                    <a:pt x="1251" y="1985"/>
                  </a:cubicBezTo>
                  <a:cubicBezTo>
                    <a:pt x="1331" y="1499"/>
                    <a:pt x="1751" y="1144"/>
                    <a:pt x="2242" y="1144"/>
                  </a:cubicBezTo>
                  <a:lnTo>
                    <a:pt x="3441" y="1144"/>
                  </a:lnTo>
                  <a:lnTo>
                    <a:pt x="34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0"/>
            <p:cNvSpPr/>
            <p:nvPr/>
          </p:nvSpPr>
          <p:spPr>
            <a:xfrm>
              <a:off x="6060067" y="3930766"/>
              <a:ext cx="42738" cy="70636"/>
            </a:xfrm>
            <a:custGeom>
              <a:rect b="b" l="l" r="r" t="t"/>
              <a:pathLst>
                <a:path extrusionOk="0" h="2537" w="1535">
                  <a:moveTo>
                    <a:pt x="1152" y="1"/>
                  </a:moveTo>
                  <a:cubicBezTo>
                    <a:pt x="1081" y="1"/>
                    <a:pt x="1008" y="21"/>
                    <a:pt x="941" y="66"/>
                  </a:cubicBezTo>
                  <a:lnTo>
                    <a:pt x="0" y="696"/>
                  </a:lnTo>
                  <a:lnTo>
                    <a:pt x="0" y="1840"/>
                  </a:lnTo>
                  <a:lnTo>
                    <a:pt x="941" y="2471"/>
                  </a:lnTo>
                  <a:cubicBezTo>
                    <a:pt x="1008" y="2516"/>
                    <a:pt x="1081" y="2536"/>
                    <a:pt x="1152" y="2536"/>
                  </a:cubicBezTo>
                  <a:cubicBezTo>
                    <a:pt x="1351" y="2536"/>
                    <a:pt x="1535" y="2379"/>
                    <a:pt x="1535" y="2155"/>
                  </a:cubicBezTo>
                  <a:lnTo>
                    <a:pt x="1535" y="382"/>
                  </a:lnTo>
                  <a:cubicBezTo>
                    <a:pt x="1535" y="158"/>
                    <a:pt x="1351" y="1"/>
                    <a:pt x="1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0"/>
            <p:cNvSpPr/>
            <p:nvPr/>
          </p:nvSpPr>
          <p:spPr>
            <a:xfrm>
              <a:off x="6164283" y="3930766"/>
              <a:ext cx="42738" cy="70636"/>
            </a:xfrm>
            <a:custGeom>
              <a:rect b="b" l="l" r="r" t="t"/>
              <a:pathLst>
                <a:path extrusionOk="0" h="2537" w="1535">
                  <a:moveTo>
                    <a:pt x="383" y="1"/>
                  </a:moveTo>
                  <a:cubicBezTo>
                    <a:pt x="184" y="1"/>
                    <a:pt x="0" y="158"/>
                    <a:pt x="0" y="382"/>
                  </a:cubicBezTo>
                  <a:lnTo>
                    <a:pt x="0" y="2155"/>
                  </a:lnTo>
                  <a:cubicBezTo>
                    <a:pt x="0" y="2379"/>
                    <a:pt x="184" y="2536"/>
                    <a:pt x="383" y="2536"/>
                  </a:cubicBezTo>
                  <a:cubicBezTo>
                    <a:pt x="454" y="2536"/>
                    <a:pt x="527" y="2516"/>
                    <a:pt x="594" y="2471"/>
                  </a:cubicBezTo>
                  <a:lnTo>
                    <a:pt x="1535" y="1840"/>
                  </a:lnTo>
                  <a:lnTo>
                    <a:pt x="1535" y="696"/>
                  </a:lnTo>
                  <a:lnTo>
                    <a:pt x="594" y="66"/>
                  </a:lnTo>
                  <a:cubicBezTo>
                    <a:pt x="527" y="21"/>
                    <a:pt x="454" y="1"/>
                    <a:pt x="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0"/>
            <p:cNvSpPr/>
            <p:nvPr/>
          </p:nvSpPr>
          <p:spPr>
            <a:xfrm>
              <a:off x="5786343" y="4171274"/>
              <a:ext cx="129078" cy="129106"/>
            </a:xfrm>
            <a:custGeom>
              <a:rect b="b" l="l" r="r" t="t"/>
              <a:pathLst>
                <a:path extrusionOk="0" h="4637" w="4636">
                  <a:moveTo>
                    <a:pt x="2318" y="1"/>
                  </a:moveTo>
                  <a:cubicBezTo>
                    <a:pt x="1038" y="1"/>
                    <a:pt x="1" y="1039"/>
                    <a:pt x="1" y="2318"/>
                  </a:cubicBezTo>
                  <a:cubicBezTo>
                    <a:pt x="1" y="3599"/>
                    <a:pt x="1038" y="4637"/>
                    <a:pt x="2318" y="4637"/>
                  </a:cubicBezTo>
                  <a:cubicBezTo>
                    <a:pt x="3599" y="4637"/>
                    <a:pt x="4636" y="3599"/>
                    <a:pt x="4636" y="2318"/>
                  </a:cubicBezTo>
                  <a:cubicBezTo>
                    <a:pt x="4636" y="1039"/>
                    <a:pt x="3599" y="1"/>
                    <a:pt x="2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0"/>
            <p:cNvSpPr/>
            <p:nvPr/>
          </p:nvSpPr>
          <p:spPr>
            <a:xfrm>
              <a:off x="5834956" y="4237484"/>
              <a:ext cx="314230" cy="228587"/>
            </a:xfrm>
            <a:custGeom>
              <a:rect b="b" l="l" r="r" t="t"/>
              <a:pathLst>
                <a:path extrusionOk="0" h="8210" w="11286">
                  <a:moveTo>
                    <a:pt x="5642" y="4103"/>
                  </a:moveTo>
                  <a:cubicBezTo>
                    <a:pt x="6052" y="4103"/>
                    <a:pt x="6423" y="4269"/>
                    <a:pt x="6691" y="4536"/>
                  </a:cubicBezTo>
                  <a:cubicBezTo>
                    <a:pt x="6958" y="4804"/>
                    <a:pt x="7125" y="5175"/>
                    <a:pt x="7125" y="5585"/>
                  </a:cubicBezTo>
                  <a:cubicBezTo>
                    <a:pt x="7124" y="5993"/>
                    <a:pt x="6958" y="6364"/>
                    <a:pt x="6691" y="6632"/>
                  </a:cubicBezTo>
                  <a:cubicBezTo>
                    <a:pt x="6423" y="6900"/>
                    <a:pt x="6052" y="7066"/>
                    <a:pt x="5642" y="7066"/>
                  </a:cubicBezTo>
                  <a:cubicBezTo>
                    <a:pt x="4824" y="7066"/>
                    <a:pt x="4160" y="6402"/>
                    <a:pt x="4160" y="5585"/>
                  </a:cubicBezTo>
                  <a:cubicBezTo>
                    <a:pt x="4160" y="5175"/>
                    <a:pt x="4328" y="4804"/>
                    <a:pt x="4595" y="4536"/>
                  </a:cubicBezTo>
                  <a:cubicBezTo>
                    <a:pt x="4863" y="4269"/>
                    <a:pt x="5234" y="4103"/>
                    <a:pt x="5642" y="4103"/>
                  </a:cubicBezTo>
                  <a:close/>
                  <a:moveTo>
                    <a:pt x="0" y="1"/>
                  </a:moveTo>
                  <a:lnTo>
                    <a:pt x="0" y="2567"/>
                  </a:lnTo>
                  <a:cubicBezTo>
                    <a:pt x="0" y="5682"/>
                    <a:pt x="2526" y="8209"/>
                    <a:pt x="5642" y="8209"/>
                  </a:cubicBezTo>
                  <a:cubicBezTo>
                    <a:pt x="7201" y="8209"/>
                    <a:pt x="8612" y="7577"/>
                    <a:pt x="9633" y="6557"/>
                  </a:cubicBezTo>
                  <a:cubicBezTo>
                    <a:pt x="10654" y="5536"/>
                    <a:pt x="11286" y="4125"/>
                    <a:pt x="11286" y="2567"/>
                  </a:cubicBezTo>
                  <a:lnTo>
                    <a:pt x="11286" y="1"/>
                  </a:lnTo>
                  <a:lnTo>
                    <a:pt x="10142" y="1"/>
                  </a:lnTo>
                  <a:lnTo>
                    <a:pt x="10142" y="2567"/>
                  </a:lnTo>
                  <a:cubicBezTo>
                    <a:pt x="10142" y="4114"/>
                    <a:pt x="9361" y="5478"/>
                    <a:pt x="8172" y="6288"/>
                  </a:cubicBezTo>
                  <a:cubicBezTo>
                    <a:pt x="8234" y="6064"/>
                    <a:pt x="8268" y="5828"/>
                    <a:pt x="8268" y="5585"/>
                  </a:cubicBezTo>
                  <a:cubicBezTo>
                    <a:pt x="8268" y="4859"/>
                    <a:pt x="7974" y="4203"/>
                    <a:pt x="7499" y="3728"/>
                  </a:cubicBezTo>
                  <a:cubicBezTo>
                    <a:pt x="7024" y="3253"/>
                    <a:pt x="6368" y="2959"/>
                    <a:pt x="5642" y="2959"/>
                  </a:cubicBezTo>
                  <a:cubicBezTo>
                    <a:pt x="4918" y="2959"/>
                    <a:pt x="4262" y="3253"/>
                    <a:pt x="3786" y="3728"/>
                  </a:cubicBezTo>
                  <a:cubicBezTo>
                    <a:pt x="3312" y="4203"/>
                    <a:pt x="3018" y="4859"/>
                    <a:pt x="3018" y="5585"/>
                  </a:cubicBezTo>
                  <a:cubicBezTo>
                    <a:pt x="3018" y="5706"/>
                    <a:pt x="3026" y="5826"/>
                    <a:pt x="3043" y="5944"/>
                  </a:cubicBezTo>
                  <a:cubicBezTo>
                    <a:pt x="3059" y="6061"/>
                    <a:pt x="3083" y="6176"/>
                    <a:pt x="3114" y="6288"/>
                  </a:cubicBezTo>
                  <a:cubicBezTo>
                    <a:pt x="1925" y="5478"/>
                    <a:pt x="1144" y="4114"/>
                    <a:pt x="1144" y="2567"/>
                  </a:cubicBezTo>
                  <a:lnTo>
                    <a:pt x="11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0"/>
            <p:cNvSpPr/>
            <p:nvPr/>
          </p:nvSpPr>
          <p:spPr>
            <a:xfrm>
              <a:off x="6074155" y="4208472"/>
              <a:ext cx="118191" cy="100511"/>
            </a:xfrm>
            <a:custGeom>
              <a:rect b="b" l="l" r="r" t="t"/>
              <a:pathLst>
                <a:path extrusionOk="0" h="3610" w="4245">
                  <a:moveTo>
                    <a:pt x="1385" y="0"/>
                  </a:moveTo>
                  <a:cubicBezTo>
                    <a:pt x="1176" y="0"/>
                    <a:pt x="973" y="94"/>
                    <a:pt x="841" y="267"/>
                  </a:cubicBezTo>
                  <a:lnTo>
                    <a:pt x="267" y="1016"/>
                  </a:lnTo>
                  <a:cubicBezTo>
                    <a:pt x="0" y="1364"/>
                    <a:pt x="122" y="1872"/>
                    <a:pt x="521" y="2054"/>
                  </a:cubicBezTo>
                  <a:cubicBezTo>
                    <a:pt x="630" y="2104"/>
                    <a:pt x="740" y="2148"/>
                    <a:pt x="852" y="2188"/>
                  </a:cubicBezTo>
                  <a:cubicBezTo>
                    <a:pt x="929" y="2214"/>
                    <a:pt x="980" y="2286"/>
                    <a:pt x="980" y="2368"/>
                  </a:cubicBezTo>
                  <a:lnTo>
                    <a:pt x="980" y="2922"/>
                  </a:lnTo>
                  <a:cubicBezTo>
                    <a:pt x="980" y="3302"/>
                    <a:pt x="1286" y="3609"/>
                    <a:pt x="1665" y="3609"/>
                  </a:cubicBezTo>
                  <a:lnTo>
                    <a:pt x="2580" y="3609"/>
                  </a:lnTo>
                  <a:cubicBezTo>
                    <a:pt x="2958" y="3609"/>
                    <a:pt x="3265" y="3302"/>
                    <a:pt x="3265" y="2922"/>
                  </a:cubicBezTo>
                  <a:lnTo>
                    <a:pt x="3265" y="2368"/>
                  </a:lnTo>
                  <a:cubicBezTo>
                    <a:pt x="3265" y="2286"/>
                    <a:pt x="3317" y="2214"/>
                    <a:pt x="3393" y="2188"/>
                  </a:cubicBezTo>
                  <a:cubicBezTo>
                    <a:pt x="3506" y="2148"/>
                    <a:pt x="3615" y="2104"/>
                    <a:pt x="3724" y="2054"/>
                  </a:cubicBezTo>
                  <a:cubicBezTo>
                    <a:pt x="4123" y="1871"/>
                    <a:pt x="4245" y="1364"/>
                    <a:pt x="3978" y="1015"/>
                  </a:cubicBezTo>
                  <a:lnTo>
                    <a:pt x="3406" y="267"/>
                  </a:lnTo>
                  <a:cubicBezTo>
                    <a:pt x="3273" y="94"/>
                    <a:pt x="3070" y="0"/>
                    <a:pt x="2861" y="0"/>
                  </a:cubicBezTo>
                  <a:cubicBezTo>
                    <a:pt x="2784" y="0"/>
                    <a:pt x="2706" y="13"/>
                    <a:pt x="2630" y="39"/>
                  </a:cubicBezTo>
                  <a:cubicBezTo>
                    <a:pt x="2469" y="94"/>
                    <a:pt x="2298" y="123"/>
                    <a:pt x="2123" y="123"/>
                  </a:cubicBezTo>
                  <a:cubicBezTo>
                    <a:pt x="1947" y="123"/>
                    <a:pt x="1777" y="94"/>
                    <a:pt x="1616" y="39"/>
                  </a:cubicBezTo>
                  <a:cubicBezTo>
                    <a:pt x="1541" y="13"/>
                    <a:pt x="1463" y="0"/>
                    <a:pt x="1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0"/>
            <p:cNvSpPr/>
            <p:nvPr/>
          </p:nvSpPr>
          <p:spPr>
            <a:xfrm>
              <a:off x="5829249" y="4214180"/>
              <a:ext cx="43295" cy="43323"/>
            </a:xfrm>
            <a:custGeom>
              <a:rect b="b" l="l" r="r" t="t"/>
              <a:pathLst>
                <a:path extrusionOk="0" h="1556" w="1555">
                  <a:moveTo>
                    <a:pt x="777" y="0"/>
                  </a:moveTo>
                  <a:cubicBezTo>
                    <a:pt x="348" y="0"/>
                    <a:pt x="0" y="348"/>
                    <a:pt x="0" y="777"/>
                  </a:cubicBezTo>
                  <a:cubicBezTo>
                    <a:pt x="0" y="1206"/>
                    <a:pt x="348" y="1555"/>
                    <a:pt x="777" y="1555"/>
                  </a:cubicBezTo>
                  <a:cubicBezTo>
                    <a:pt x="1207" y="1555"/>
                    <a:pt x="1554" y="1206"/>
                    <a:pt x="1554" y="777"/>
                  </a:cubicBezTo>
                  <a:cubicBezTo>
                    <a:pt x="1554" y="348"/>
                    <a:pt x="1207"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0"/>
            <p:cNvSpPr/>
            <p:nvPr/>
          </p:nvSpPr>
          <p:spPr>
            <a:xfrm>
              <a:off x="6123771" y="4265606"/>
              <a:ext cx="16149" cy="22218"/>
            </a:xfrm>
            <a:custGeom>
              <a:rect b="b" l="l" r="r" t="t"/>
              <a:pathLst>
                <a:path extrusionOk="0" h="798" w="580">
                  <a:moveTo>
                    <a:pt x="291" y="1"/>
                  </a:moveTo>
                  <a:cubicBezTo>
                    <a:pt x="130" y="1"/>
                    <a:pt x="0" y="130"/>
                    <a:pt x="0" y="291"/>
                  </a:cubicBezTo>
                  <a:lnTo>
                    <a:pt x="0" y="507"/>
                  </a:lnTo>
                  <a:cubicBezTo>
                    <a:pt x="0" y="667"/>
                    <a:pt x="130" y="797"/>
                    <a:pt x="291" y="797"/>
                  </a:cubicBezTo>
                  <a:cubicBezTo>
                    <a:pt x="450" y="797"/>
                    <a:pt x="580" y="667"/>
                    <a:pt x="580" y="507"/>
                  </a:cubicBezTo>
                  <a:lnTo>
                    <a:pt x="580" y="291"/>
                  </a:lnTo>
                  <a:cubicBezTo>
                    <a:pt x="580" y="130"/>
                    <a:pt x="45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70"/>
          <p:cNvGrpSpPr/>
          <p:nvPr/>
        </p:nvGrpSpPr>
        <p:grpSpPr>
          <a:xfrm>
            <a:off x="5425269" y="3982012"/>
            <a:ext cx="387357" cy="501931"/>
            <a:chOff x="5096339" y="3930739"/>
            <a:chExt cx="405058" cy="535335"/>
          </a:xfrm>
        </p:grpSpPr>
        <p:sp>
          <p:nvSpPr>
            <p:cNvPr id="4586" name="Google Shape;4586;p70"/>
            <p:cNvSpPr/>
            <p:nvPr/>
          </p:nvSpPr>
          <p:spPr>
            <a:xfrm>
              <a:off x="5244213" y="4125946"/>
              <a:ext cx="109839" cy="144920"/>
            </a:xfrm>
            <a:custGeom>
              <a:rect b="b" l="l" r="r" t="t"/>
              <a:pathLst>
                <a:path extrusionOk="0" h="5205" w="3945">
                  <a:moveTo>
                    <a:pt x="1744" y="0"/>
                  </a:moveTo>
                  <a:cubicBezTo>
                    <a:pt x="1604" y="0"/>
                    <a:pt x="1476" y="80"/>
                    <a:pt x="1414" y="204"/>
                  </a:cubicBezTo>
                  <a:lnTo>
                    <a:pt x="62" y="2891"/>
                  </a:lnTo>
                  <a:cubicBezTo>
                    <a:pt x="0" y="3014"/>
                    <a:pt x="89" y="3159"/>
                    <a:pt x="227" y="3159"/>
                  </a:cubicBezTo>
                  <a:lnTo>
                    <a:pt x="1516" y="3159"/>
                  </a:lnTo>
                  <a:lnTo>
                    <a:pt x="963" y="4964"/>
                  </a:lnTo>
                  <a:cubicBezTo>
                    <a:pt x="922" y="5098"/>
                    <a:pt x="1029" y="5205"/>
                    <a:pt x="1142" y="5205"/>
                  </a:cubicBezTo>
                  <a:cubicBezTo>
                    <a:pt x="1189" y="5205"/>
                    <a:pt x="1237" y="5186"/>
                    <a:pt x="1276" y="5144"/>
                  </a:cubicBezTo>
                  <a:lnTo>
                    <a:pt x="3836" y="2341"/>
                  </a:lnTo>
                  <a:cubicBezTo>
                    <a:pt x="3945" y="2221"/>
                    <a:pt x="3860" y="2031"/>
                    <a:pt x="3699" y="2031"/>
                  </a:cubicBezTo>
                  <a:lnTo>
                    <a:pt x="2530" y="2031"/>
                  </a:lnTo>
                  <a:lnTo>
                    <a:pt x="3444" y="270"/>
                  </a:lnTo>
                  <a:cubicBezTo>
                    <a:pt x="3508" y="147"/>
                    <a:pt x="3419" y="0"/>
                    <a:pt x="3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0"/>
            <p:cNvSpPr/>
            <p:nvPr/>
          </p:nvSpPr>
          <p:spPr>
            <a:xfrm>
              <a:off x="5251145" y="3981580"/>
              <a:ext cx="95472" cy="16204"/>
            </a:xfrm>
            <a:custGeom>
              <a:rect b="b" l="l" r="r" t="t"/>
              <a:pathLst>
                <a:path extrusionOk="0" h="582" w="3429">
                  <a:moveTo>
                    <a:pt x="290" y="1"/>
                  </a:moveTo>
                  <a:cubicBezTo>
                    <a:pt x="131" y="1"/>
                    <a:pt x="0" y="131"/>
                    <a:pt x="0" y="291"/>
                  </a:cubicBezTo>
                  <a:cubicBezTo>
                    <a:pt x="0" y="451"/>
                    <a:pt x="131" y="581"/>
                    <a:pt x="290" y="581"/>
                  </a:cubicBezTo>
                  <a:lnTo>
                    <a:pt x="3138" y="581"/>
                  </a:lnTo>
                  <a:cubicBezTo>
                    <a:pt x="3299" y="581"/>
                    <a:pt x="3428" y="451"/>
                    <a:pt x="3428" y="291"/>
                  </a:cubicBezTo>
                  <a:cubicBezTo>
                    <a:pt x="3428" y="131"/>
                    <a:pt x="3299" y="1"/>
                    <a:pt x="3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0"/>
            <p:cNvSpPr/>
            <p:nvPr/>
          </p:nvSpPr>
          <p:spPr>
            <a:xfrm>
              <a:off x="5251145" y="4011957"/>
              <a:ext cx="95472" cy="16176"/>
            </a:xfrm>
            <a:custGeom>
              <a:rect b="b" l="l" r="r" t="t"/>
              <a:pathLst>
                <a:path extrusionOk="0" h="581" w="3429">
                  <a:moveTo>
                    <a:pt x="290" y="0"/>
                  </a:moveTo>
                  <a:cubicBezTo>
                    <a:pt x="131" y="0"/>
                    <a:pt x="0" y="131"/>
                    <a:pt x="0" y="290"/>
                  </a:cubicBezTo>
                  <a:cubicBezTo>
                    <a:pt x="0" y="451"/>
                    <a:pt x="131" y="581"/>
                    <a:pt x="290" y="581"/>
                  </a:cubicBezTo>
                  <a:lnTo>
                    <a:pt x="3138" y="581"/>
                  </a:lnTo>
                  <a:cubicBezTo>
                    <a:pt x="3299" y="581"/>
                    <a:pt x="3428" y="451"/>
                    <a:pt x="3428" y="290"/>
                  </a:cubicBezTo>
                  <a:cubicBezTo>
                    <a:pt x="3428" y="131"/>
                    <a:pt x="3299" y="0"/>
                    <a:pt x="3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0"/>
            <p:cNvSpPr/>
            <p:nvPr/>
          </p:nvSpPr>
          <p:spPr>
            <a:xfrm>
              <a:off x="5251145" y="4042333"/>
              <a:ext cx="95472" cy="16176"/>
            </a:xfrm>
            <a:custGeom>
              <a:rect b="b" l="l" r="r" t="t"/>
              <a:pathLst>
                <a:path extrusionOk="0" h="581" w="3429">
                  <a:moveTo>
                    <a:pt x="290" y="1"/>
                  </a:moveTo>
                  <a:cubicBezTo>
                    <a:pt x="131" y="1"/>
                    <a:pt x="0" y="130"/>
                    <a:pt x="0" y="291"/>
                  </a:cubicBezTo>
                  <a:cubicBezTo>
                    <a:pt x="0" y="451"/>
                    <a:pt x="131" y="580"/>
                    <a:pt x="290" y="580"/>
                  </a:cubicBezTo>
                  <a:lnTo>
                    <a:pt x="3138" y="580"/>
                  </a:lnTo>
                  <a:cubicBezTo>
                    <a:pt x="3299" y="580"/>
                    <a:pt x="3428" y="451"/>
                    <a:pt x="3428" y="291"/>
                  </a:cubicBezTo>
                  <a:cubicBezTo>
                    <a:pt x="3428" y="130"/>
                    <a:pt x="3299" y="1"/>
                    <a:pt x="3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0"/>
            <p:cNvSpPr/>
            <p:nvPr/>
          </p:nvSpPr>
          <p:spPr>
            <a:xfrm>
              <a:off x="5251145" y="4338332"/>
              <a:ext cx="95472" cy="16149"/>
            </a:xfrm>
            <a:custGeom>
              <a:rect b="b" l="l" r="r" t="t"/>
              <a:pathLst>
                <a:path extrusionOk="0" h="580" w="3429">
                  <a:moveTo>
                    <a:pt x="290" y="0"/>
                  </a:moveTo>
                  <a:cubicBezTo>
                    <a:pt x="131" y="0"/>
                    <a:pt x="0" y="129"/>
                    <a:pt x="0" y="290"/>
                  </a:cubicBezTo>
                  <a:cubicBezTo>
                    <a:pt x="0" y="450"/>
                    <a:pt x="131" y="579"/>
                    <a:pt x="290" y="579"/>
                  </a:cubicBezTo>
                  <a:lnTo>
                    <a:pt x="3138" y="579"/>
                  </a:lnTo>
                  <a:cubicBezTo>
                    <a:pt x="3299" y="579"/>
                    <a:pt x="3428" y="450"/>
                    <a:pt x="3428" y="290"/>
                  </a:cubicBezTo>
                  <a:cubicBezTo>
                    <a:pt x="3428" y="129"/>
                    <a:pt x="3299" y="0"/>
                    <a:pt x="3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0"/>
            <p:cNvSpPr/>
            <p:nvPr/>
          </p:nvSpPr>
          <p:spPr>
            <a:xfrm>
              <a:off x="5251145" y="4368680"/>
              <a:ext cx="95472" cy="16176"/>
            </a:xfrm>
            <a:custGeom>
              <a:rect b="b" l="l" r="r" t="t"/>
              <a:pathLst>
                <a:path extrusionOk="0" h="581" w="3429">
                  <a:moveTo>
                    <a:pt x="290" y="0"/>
                  </a:moveTo>
                  <a:cubicBezTo>
                    <a:pt x="131" y="0"/>
                    <a:pt x="0" y="131"/>
                    <a:pt x="0" y="291"/>
                  </a:cubicBezTo>
                  <a:cubicBezTo>
                    <a:pt x="0" y="451"/>
                    <a:pt x="131" y="581"/>
                    <a:pt x="290" y="581"/>
                  </a:cubicBezTo>
                  <a:lnTo>
                    <a:pt x="3138" y="581"/>
                  </a:lnTo>
                  <a:cubicBezTo>
                    <a:pt x="3299" y="581"/>
                    <a:pt x="3428" y="451"/>
                    <a:pt x="3428" y="291"/>
                  </a:cubicBezTo>
                  <a:cubicBezTo>
                    <a:pt x="3428" y="131"/>
                    <a:pt x="3299" y="0"/>
                    <a:pt x="3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0"/>
            <p:cNvSpPr/>
            <p:nvPr/>
          </p:nvSpPr>
          <p:spPr>
            <a:xfrm>
              <a:off x="5251145" y="4399085"/>
              <a:ext cx="95472" cy="16149"/>
            </a:xfrm>
            <a:custGeom>
              <a:rect b="b" l="l" r="r" t="t"/>
              <a:pathLst>
                <a:path extrusionOk="0" h="580" w="3429">
                  <a:moveTo>
                    <a:pt x="290" y="0"/>
                  </a:moveTo>
                  <a:cubicBezTo>
                    <a:pt x="131" y="0"/>
                    <a:pt x="0" y="129"/>
                    <a:pt x="0" y="289"/>
                  </a:cubicBezTo>
                  <a:cubicBezTo>
                    <a:pt x="0" y="450"/>
                    <a:pt x="131" y="579"/>
                    <a:pt x="290" y="579"/>
                  </a:cubicBezTo>
                  <a:lnTo>
                    <a:pt x="3138" y="579"/>
                  </a:lnTo>
                  <a:cubicBezTo>
                    <a:pt x="3299" y="579"/>
                    <a:pt x="3428" y="450"/>
                    <a:pt x="3428" y="289"/>
                  </a:cubicBezTo>
                  <a:cubicBezTo>
                    <a:pt x="3428" y="129"/>
                    <a:pt x="3299" y="0"/>
                    <a:pt x="3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0"/>
            <p:cNvSpPr/>
            <p:nvPr/>
          </p:nvSpPr>
          <p:spPr>
            <a:xfrm>
              <a:off x="5395706" y="4184694"/>
              <a:ext cx="105690" cy="235464"/>
            </a:xfrm>
            <a:custGeom>
              <a:rect b="b" l="l" r="r" t="t"/>
              <a:pathLst>
                <a:path extrusionOk="0" h="8457" w="3796">
                  <a:moveTo>
                    <a:pt x="0" y="0"/>
                  </a:moveTo>
                  <a:lnTo>
                    <a:pt x="0" y="8456"/>
                  </a:lnTo>
                  <a:lnTo>
                    <a:pt x="3796" y="8456"/>
                  </a:lnTo>
                  <a:lnTo>
                    <a:pt x="3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0"/>
            <p:cNvSpPr/>
            <p:nvPr/>
          </p:nvSpPr>
          <p:spPr>
            <a:xfrm>
              <a:off x="5395706" y="3978601"/>
              <a:ext cx="105690" cy="219844"/>
            </a:xfrm>
            <a:custGeom>
              <a:rect b="b" l="l" r="r" t="t"/>
              <a:pathLst>
                <a:path extrusionOk="0" h="7896" w="3796">
                  <a:moveTo>
                    <a:pt x="0" y="0"/>
                  </a:moveTo>
                  <a:lnTo>
                    <a:pt x="0" y="7895"/>
                  </a:lnTo>
                  <a:lnTo>
                    <a:pt x="3796" y="7895"/>
                  </a:lnTo>
                  <a:lnTo>
                    <a:pt x="3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0"/>
            <p:cNvSpPr/>
            <p:nvPr/>
          </p:nvSpPr>
          <p:spPr>
            <a:xfrm>
              <a:off x="5395706" y="4409554"/>
              <a:ext cx="105690" cy="56520"/>
            </a:xfrm>
            <a:custGeom>
              <a:rect b="b" l="l" r="r" t="t"/>
              <a:pathLst>
                <a:path extrusionOk="0" h="2030" w="3796">
                  <a:moveTo>
                    <a:pt x="0" y="1"/>
                  </a:moveTo>
                  <a:lnTo>
                    <a:pt x="0" y="1643"/>
                  </a:lnTo>
                  <a:cubicBezTo>
                    <a:pt x="0" y="1856"/>
                    <a:pt x="173" y="2029"/>
                    <a:pt x="387" y="2029"/>
                  </a:cubicBezTo>
                  <a:lnTo>
                    <a:pt x="3409" y="2029"/>
                  </a:lnTo>
                  <a:cubicBezTo>
                    <a:pt x="3622" y="2029"/>
                    <a:pt x="3796" y="1856"/>
                    <a:pt x="3796" y="1643"/>
                  </a:cubicBezTo>
                  <a:lnTo>
                    <a:pt x="3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0"/>
            <p:cNvSpPr/>
            <p:nvPr/>
          </p:nvSpPr>
          <p:spPr>
            <a:xfrm>
              <a:off x="5395706" y="4374555"/>
              <a:ext cx="105690" cy="16176"/>
            </a:xfrm>
            <a:custGeom>
              <a:rect b="b" l="l" r="r" t="t"/>
              <a:pathLst>
                <a:path extrusionOk="0" h="581" w="3796">
                  <a:moveTo>
                    <a:pt x="0" y="0"/>
                  </a:moveTo>
                  <a:lnTo>
                    <a:pt x="0" y="581"/>
                  </a:lnTo>
                  <a:lnTo>
                    <a:pt x="3796" y="581"/>
                  </a:lnTo>
                  <a:lnTo>
                    <a:pt x="3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0"/>
            <p:cNvSpPr/>
            <p:nvPr/>
          </p:nvSpPr>
          <p:spPr>
            <a:xfrm>
              <a:off x="5395706" y="3930794"/>
              <a:ext cx="105690" cy="56492"/>
            </a:xfrm>
            <a:custGeom>
              <a:rect b="b" l="l" r="r" t="t"/>
              <a:pathLst>
                <a:path extrusionOk="0" h="2029" w="3796">
                  <a:moveTo>
                    <a:pt x="387" y="0"/>
                  </a:moveTo>
                  <a:cubicBezTo>
                    <a:pt x="173" y="0"/>
                    <a:pt x="0" y="173"/>
                    <a:pt x="0" y="387"/>
                  </a:cubicBezTo>
                  <a:lnTo>
                    <a:pt x="0" y="2028"/>
                  </a:lnTo>
                  <a:lnTo>
                    <a:pt x="3796" y="2028"/>
                  </a:lnTo>
                  <a:lnTo>
                    <a:pt x="3796" y="387"/>
                  </a:lnTo>
                  <a:cubicBezTo>
                    <a:pt x="3796" y="173"/>
                    <a:pt x="3622" y="0"/>
                    <a:pt x="3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0"/>
            <p:cNvSpPr/>
            <p:nvPr/>
          </p:nvSpPr>
          <p:spPr>
            <a:xfrm>
              <a:off x="5395706" y="4006082"/>
              <a:ext cx="105690" cy="16176"/>
            </a:xfrm>
            <a:custGeom>
              <a:rect b="b" l="l" r="r" t="t"/>
              <a:pathLst>
                <a:path extrusionOk="0" h="581" w="3796">
                  <a:moveTo>
                    <a:pt x="0" y="0"/>
                  </a:moveTo>
                  <a:lnTo>
                    <a:pt x="0" y="581"/>
                  </a:lnTo>
                  <a:lnTo>
                    <a:pt x="3796" y="581"/>
                  </a:lnTo>
                  <a:lnTo>
                    <a:pt x="3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0"/>
            <p:cNvSpPr/>
            <p:nvPr/>
          </p:nvSpPr>
          <p:spPr>
            <a:xfrm>
              <a:off x="5096339" y="3978601"/>
              <a:ext cx="105718" cy="231371"/>
            </a:xfrm>
            <a:custGeom>
              <a:rect b="b" l="l" r="r" t="t"/>
              <a:pathLst>
                <a:path extrusionOk="0" h="8310" w="3797">
                  <a:moveTo>
                    <a:pt x="1" y="0"/>
                  </a:moveTo>
                  <a:lnTo>
                    <a:pt x="1" y="8310"/>
                  </a:lnTo>
                  <a:lnTo>
                    <a:pt x="3796" y="8310"/>
                  </a:lnTo>
                  <a:lnTo>
                    <a:pt x="3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0"/>
            <p:cNvSpPr/>
            <p:nvPr/>
          </p:nvSpPr>
          <p:spPr>
            <a:xfrm>
              <a:off x="5096339" y="4198365"/>
              <a:ext cx="105718" cy="222768"/>
            </a:xfrm>
            <a:custGeom>
              <a:rect b="b" l="l" r="r" t="t"/>
              <a:pathLst>
                <a:path extrusionOk="0" h="8001" w="3797">
                  <a:moveTo>
                    <a:pt x="1" y="1"/>
                  </a:moveTo>
                  <a:lnTo>
                    <a:pt x="1" y="8001"/>
                  </a:lnTo>
                  <a:lnTo>
                    <a:pt x="3796" y="8001"/>
                  </a:lnTo>
                  <a:lnTo>
                    <a:pt x="3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0"/>
            <p:cNvSpPr/>
            <p:nvPr/>
          </p:nvSpPr>
          <p:spPr>
            <a:xfrm>
              <a:off x="5096339" y="3930739"/>
              <a:ext cx="105718" cy="56520"/>
            </a:xfrm>
            <a:custGeom>
              <a:rect b="b" l="l" r="r" t="t"/>
              <a:pathLst>
                <a:path extrusionOk="0" h="2030" w="3797">
                  <a:moveTo>
                    <a:pt x="389" y="1"/>
                  </a:moveTo>
                  <a:cubicBezTo>
                    <a:pt x="174" y="1"/>
                    <a:pt x="1" y="174"/>
                    <a:pt x="1" y="389"/>
                  </a:cubicBezTo>
                  <a:lnTo>
                    <a:pt x="1" y="2029"/>
                  </a:lnTo>
                  <a:lnTo>
                    <a:pt x="3796" y="2029"/>
                  </a:lnTo>
                  <a:lnTo>
                    <a:pt x="3796" y="389"/>
                  </a:lnTo>
                  <a:cubicBezTo>
                    <a:pt x="3796" y="174"/>
                    <a:pt x="3623" y="1"/>
                    <a:pt x="3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0"/>
            <p:cNvSpPr/>
            <p:nvPr/>
          </p:nvSpPr>
          <p:spPr>
            <a:xfrm>
              <a:off x="5096394" y="4006110"/>
              <a:ext cx="105662" cy="16149"/>
            </a:xfrm>
            <a:custGeom>
              <a:rect b="b" l="l" r="r" t="t"/>
              <a:pathLst>
                <a:path extrusionOk="0" h="580" w="3795">
                  <a:moveTo>
                    <a:pt x="0" y="0"/>
                  </a:moveTo>
                  <a:lnTo>
                    <a:pt x="0" y="580"/>
                  </a:lnTo>
                  <a:lnTo>
                    <a:pt x="3794" y="580"/>
                  </a:lnTo>
                  <a:lnTo>
                    <a:pt x="37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0"/>
            <p:cNvSpPr/>
            <p:nvPr/>
          </p:nvSpPr>
          <p:spPr>
            <a:xfrm>
              <a:off x="5096339" y="4409554"/>
              <a:ext cx="105718" cy="56520"/>
            </a:xfrm>
            <a:custGeom>
              <a:rect b="b" l="l" r="r" t="t"/>
              <a:pathLst>
                <a:path extrusionOk="0" h="2030" w="3797">
                  <a:moveTo>
                    <a:pt x="1" y="1"/>
                  </a:moveTo>
                  <a:lnTo>
                    <a:pt x="1" y="1641"/>
                  </a:lnTo>
                  <a:cubicBezTo>
                    <a:pt x="1" y="1856"/>
                    <a:pt x="174" y="2029"/>
                    <a:pt x="389" y="2029"/>
                  </a:cubicBezTo>
                  <a:lnTo>
                    <a:pt x="3410" y="2029"/>
                  </a:lnTo>
                  <a:cubicBezTo>
                    <a:pt x="3623" y="2029"/>
                    <a:pt x="3796" y="1856"/>
                    <a:pt x="3796" y="1641"/>
                  </a:cubicBezTo>
                  <a:lnTo>
                    <a:pt x="3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0"/>
            <p:cNvSpPr/>
            <p:nvPr/>
          </p:nvSpPr>
          <p:spPr>
            <a:xfrm>
              <a:off x="5096394" y="4374555"/>
              <a:ext cx="105662" cy="16176"/>
            </a:xfrm>
            <a:custGeom>
              <a:rect b="b" l="l" r="r" t="t"/>
              <a:pathLst>
                <a:path extrusionOk="0" h="581" w="3795">
                  <a:moveTo>
                    <a:pt x="0" y="0"/>
                  </a:moveTo>
                  <a:lnTo>
                    <a:pt x="0" y="581"/>
                  </a:lnTo>
                  <a:lnTo>
                    <a:pt x="3794" y="581"/>
                  </a:lnTo>
                  <a:lnTo>
                    <a:pt x="37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0"/>
          <p:cNvGrpSpPr/>
          <p:nvPr/>
        </p:nvGrpSpPr>
        <p:grpSpPr>
          <a:xfrm>
            <a:off x="911612" y="3982013"/>
            <a:ext cx="424660" cy="501930"/>
            <a:chOff x="531292" y="3930739"/>
            <a:chExt cx="444066" cy="535335"/>
          </a:xfrm>
        </p:grpSpPr>
        <p:sp>
          <p:nvSpPr>
            <p:cNvPr id="4606" name="Google Shape;4606;p70"/>
            <p:cNvSpPr/>
            <p:nvPr/>
          </p:nvSpPr>
          <p:spPr>
            <a:xfrm>
              <a:off x="845555" y="4300911"/>
              <a:ext cx="110034" cy="90989"/>
            </a:xfrm>
            <a:custGeom>
              <a:rect b="b" l="l" r="r" t="t"/>
              <a:pathLst>
                <a:path extrusionOk="0" h="3268" w="3952">
                  <a:moveTo>
                    <a:pt x="989" y="0"/>
                  </a:moveTo>
                  <a:lnTo>
                    <a:pt x="83" y="2665"/>
                  </a:lnTo>
                  <a:cubicBezTo>
                    <a:pt x="0" y="2906"/>
                    <a:pt x="171" y="3161"/>
                    <a:pt x="426" y="3176"/>
                  </a:cubicBezTo>
                  <a:lnTo>
                    <a:pt x="1941" y="3265"/>
                  </a:lnTo>
                  <a:cubicBezTo>
                    <a:pt x="1964" y="3266"/>
                    <a:pt x="1986" y="3267"/>
                    <a:pt x="2009" y="3267"/>
                  </a:cubicBezTo>
                  <a:cubicBezTo>
                    <a:pt x="2503" y="3267"/>
                    <a:pt x="2946" y="2953"/>
                    <a:pt x="3107" y="2481"/>
                  </a:cubicBezTo>
                  <a:lnTo>
                    <a:pt x="39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0"/>
            <p:cNvSpPr/>
            <p:nvPr/>
          </p:nvSpPr>
          <p:spPr>
            <a:xfrm>
              <a:off x="870141" y="4232751"/>
              <a:ext cx="105217" cy="81690"/>
            </a:xfrm>
            <a:custGeom>
              <a:rect b="b" l="l" r="r" t="t"/>
              <a:pathLst>
                <a:path extrusionOk="0" h="2934" w="3779">
                  <a:moveTo>
                    <a:pt x="1771" y="1"/>
                  </a:moveTo>
                  <a:cubicBezTo>
                    <a:pt x="1276" y="1"/>
                    <a:pt x="833" y="315"/>
                    <a:pt x="672" y="787"/>
                  </a:cubicBezTo>
                  <a:lnTo>
                    <a:pt x="0" y="2763"/>
                  </a:lnTo>
                  <a:lnTo>
                    <a:pt x="2903" y="2933"/>
                  </a:lnTo>
                  <a:lnTo>
                    <a:pt x="3697" y="603"/>
                  </a:lnTo>
                  <a:cubicBezTo>
                    <a:pt x="3779" y="361"/>
                    <a:pt x="3608" y="108"/>
                    <a:pt x="3353" y="92"/>
                  </a:cubicBezTo>
                  <a:lnTo>
                    <a:pt x="1840" y="3"/>
                  </a:lnTo>
                  <a:cubicBezTo>
                    <a:pt x="1817" y="1"/>
                    <a:pt x="1794" y="1"/>
                    <a:pt x="17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0"/>
            <p:cNvSpPr/>
            <p:nvPr/>
          </p:nvSpPr>
          <p:spPr>
            <a:xfrm>
              <a:off x="628965" y="4019780"/>
              <a:ext cx="50395" cy="248634"/>
            </a:xfrm>
            <a:custGeom>
              <a:rect b="b" l="l" r="r" t="t"/>
              <a:pathLst>
                <a:path extrusionOk="0" h="8930" w="1810">
                  <a:moveTo>
                    <a:pt x="0" y="1"/>
                  </a:moveTo>
                  <a:lnTo>
                    <a:pt x="0" y="8930"/>
                  </a:lnTo>
                  <a:lnTo>
                    <a:pt x="1809" y="8930"/>
                  </a:lnTo>
                  <a:lnTo>
                    <a:pt x="18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0"/>
            <p:cNvSpPr/>
            <p:nvPr/>
          </p:nvSpPr>
          <p:spPr>
            <a:xfrm>
              <a:off x="628965" y="3975399"/>
              <a:ext cx="50395" cy="45467"/>
            </a:xfrm>
            <a:custGeom>
              <a:rect b="b" l="l" r="r" t="t"/>
              <a:pathLst>
                <a:path extrusionOk="0" h="1633" w="1810">
                  <a:moveTo>
                    <a:pt x="385" y="1"/>
                  </a:moveTo>
                  <a:cubicBezTo>
                    <a:pt x="172" y="1"/>
                    <a:pt x="0" y="173"/>
                    <a:pt x="0" y="385"/>
                  </a:cubicBezTo>
                  <a:lnTo>
                    <a:pt x="0" y="1633"/>
                  </a:lnTo>
                  <a:lnTo>
                    <a:pt x="1809" y="1633"/>
                  </a:lnTo>
                  <a:lnTo>
                    <a:pt x="1809" y="385"/>
                  </a:lnTo>
                  <a:cubicBezTo>
                    <a:pt x="1809" y="173"/>
                    <a:pt x="1637" y="1"/>
                    <a:pt x="1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0"/>
            <p:cNvSpPr/>
            <p:nvPr/>
          </p:nvSpPr>
          <p:spPr>
            <a:xfrm>
              <a:off x="625318" y="4011567"/>
              <a:ext cx="57662" cy="33745"/>
            </a:xfrm>
            <a:custGeom>
              <a:rect b="b" l="l" r="r" t="t"/>
              <a:pathLst>
                <a:path extrusionOk="0" h="1212" w="2071">
                  <a:moveTo>
                    <a:pt x="192" y="1"/>
                  </a:moveTo>
                  <a:cubicBezTo>
                    <a:pt x="86" y="1"/>
                    <a:pt x="1" y="86"/>
                    <a:pt x="1" y="192"/>
                  </a:cubicBezTo>
                  <a:lnTo>
                    <a:pt x="1" y="1020"/>
                  </a:lnTo>
                  <a:cubicBezTo>
                    <a:pt x="1" y="1126"/>
                    <a:pt x="86" y="1212"/>
                    <a:pt x="192" y="1212"/>
                  </a:cubicBezTo>
                  <a:lnTo>
                    <a:pt x="1879" y="1212"/>
                  </a:lnTo>
                  <a:cubicBezTo>
                    <a:pt x="1985" y="1212"/>
                    <a:pt x="2071" y="1126"/>
                    <a:pt x="2071" y="1020"/>
                  </a:cubicBezTo>
                  <a:lnTo>
                    <a:pt x="2071" y="192"/>
                  </a:lnTo>
                  <a:cubicBezTo>
                    <a:pt x="2071" y="86"/>
                    <a:pt x="1985" y="1"/>
                    <a:pt x="18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0"/>
            <p:cNvSpPr/>
            <p:nvPr/>
          </p:nvSpPr>
          <p:spPr>
            <a:xfrm>
              <a:off x="695148" y="3930739"/>
              <a:ext cx="75954" cy="426686"/>
            </a:xfrm>
            <a:custGeom>
              <a:rect b="b" l="l" r="r" t="t"/>
              <a:pathLst>
                <a:path extrusionOk="0" h="15325" w="2728">
                  <a:moveTo>
                    <a:pt x="0" y="1"/>
                  </a:moveTo>
                  <a:lnTo>
                    <a:pt x="0" y="15325"/>
                  </a:lnTo>
                  <a:lnTo>
                    <a:pt x="2456" y="15325"/>
                  </a:lnTo>
                  <a:cubicBezTo>
                    <a:pt x="2606" y="15325"/>
                    <a:pt x="2728" y="15203"/>
                    <a:pt x="2728" y="15053"/>
                  </a:cubicBezTo>
                  <a:lnTo>
                    <a:pt x="2728" y="274"/>
                  </a:lnTo>
                  <a:cubicBezTo>
                    <a:pt x="2728" y="124"/>
                    <a:pt x="2606" y="1"/>
                    <a:pt x="2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0"/>
            <p:cNvSpPr/>
            <p:nvPr/>
          </p:nvSpPr>
          <p:spPr>
            <a:xfrm>
              <a:off x="736439" y="3930739"/>
              <a:ext cx="34664" cy="426686"/>
            </a:xfrm>
            <a:custGeom>
              <a:rect b="b" l="l" r="r" t="t"/>
              <a:pathLst>
                <a:path extrusionOk="0" h="15325" w="1245">
                  <a:moveTo>
                    <a:pt x="1" y="1"/>
                  </a:moveTo>
                  <a:cubicBezTo>
                    <a:pt x="152" y="1"/>
                    <a:pt x="274" y="124"/>
                    <a:pt x="274" y="274"/>
                  </a:cubicBezTo>
                  <a:lnTo>
                    <a:pt x="274" y="15053"/>
                  </a:lnTo>
                  <a:cubicBezTo>
                    <a:pt x="274" y="15203"/>
                    <a:pt x="152" y="15325"/>
                    <a:pt x="1" y="15325"/>
                  </a:cubicBezTo>
                  <a:lnTo>
                    <a:pt x="971" y="15325"/>
                  </a:lnTo>
                  <a:cubicBezTo>
                    <a:pt x="1123" y="15325"/>
                    <a:pt x="1245" y="15203"/>
                    <a:pt x="1245" y="15053"/>
                  </a:cubicBezTo>
                  <a:lnTo>
                    <a:pt x="1245" y="274"/>
                  </a:lnTo>
                  <a:cubicBezTo>
                    <a:pt x="1245" y="124"/>
                    <a:pt x="1123"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0"/>
            <p:cNvSpPr/>
            <p:nvPr/>
          </p:nvSpPr>
          <p:spPr>
            <a:xfrm>
              <a:off x="665439" y="3930739"/>
              <a:ext cx="38033" cy="426686"/>
            </a:xfrm>
            <a:custGeom>
              <a:rect b="b" l="l" r="r" t="t"/>
              <a:pathLst>
                <a:path extrusionOk="0" h="15325" w="1366">
                  <a:moveTo>
                    <a:pt x="272" y="1"/>
                  </a:moveTo>
                  <a:cubicBezTo>
                    <a:pt x="122" y="1"/>
                    <a:pt x="0" y="124"/>
                    <a:pt x="0" y="274"/>
                  </a:cubicBezTo>
                  <a:lnTo>
                    <a:pt x="0" y="15053"/>
                  </a:lnTo>
                  <a:cubicBezTo>
                    <a:pt x="0" y="15203"/>
                    <a:pt x="122" y="15325"/>
                    <a:pt x="272" y="15325"/>
                  </a:cubicBezTo>
                  <a:lnTo>
                    <a:pt x="1365" y="15325"/>
                  </a:lnTo>
                  <a:lnTo>
                    <a:pt x="13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0"/>
            <p:cNvSpPr/>
            <p:nvPr/>
          </p:nvSpPr>
          <p:spPr>
            <a:xfrm>
              <a:off x="736105" y="3976429"/>
              <a:ext cx="130052" cy="267399"/>
            </a:xfrm>
            <a:custGeom>
              <a:rect b="b" l="l" r="r" t="t"/>
              <a:pathLst>
                <a:path extrusionOk="0" h="9604" w="4671">
                  <a:moveTo>
                    <a:pt x="3358" y="1"/>
                  </a:moveTo>
                  <a:cubicBezTo>
                    <a:pt x="3198" y="1"/>
                    <a:pt x="3049" y="101"/>
                    <a:pt x="2995" y="261"/>
                  </a:cubicBezTo>
                  <a:lnTo>
                    <a:pt x="0" y="9057"/>
                  </a:lnTo>
                  <a:lnTo>
                    <a:pt x="1608" y="9604"/>
                  </a:lnTo>
                  <a:lnTo>
                    <a:pt x="4602" y="808"/>
                  </a:lnTo>
                  <a:cubicBezTo>
                    <a:pt x="4670" y="608"/>
                    <a:pt x="4563" y="389"/>
                    <a:pt x="4363" y="321"/>
                  </a:cubicBezTo>
                  <a:lnTo>
                    <a:pt x="3482" y="21"/>
                  </a:lnTo>
                  <a:cubicBezTo>
                    <a:pt x="3441" y="7"/>
                    <a:pt x="3400" y="1"/>
                    <a:pt x="3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0"/>
            <p:cNvSpPr/>
            <p:nvPr/>
          </p:nvSpPr>
          <p:spPr>
            <a:xfrm>
              <a:off x="736133" y="4127644"/>
              <a:ext cx="79045" cy="116048"/>
            </a:xfrm>
            <a:custGeom>
              <a:rect b="b" l="l" r="r" t="t"/>
              <a:pathLst>
                <a:path extrusionOk="0" h="4168" w="2839">
                  <a:moveTo>
                    <a:pt x="1231" y="0"/>
                  </a:moveTo>
                  <a:lnTo>
                    <a:pt x="1" y="3620"/>
                  </a:lnTo>
                  <a:lnTo>
                    <a:pt x="1608" y="4168"/>
                  </a:lnTo>
                  <a:lnTo>
                    <a:pt x="2839" y="548"/>
                  </a:lnTo>
                  <a:lnTo>
                    <a:pt x="1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0"/>
            <p:cNvSpPr/>
            <p:nvPr/>
          </p:nvSpPr>
          <p:spPr>
            <a:xfrm>
              <a:off x="761330" y="4119737"/>
              <a:ext cx="62952" cy="31434"/>
            </a:xfrm>
            <a:custGeom>
              <a:rect b="b" l="l" r="r" t="t"/>
              <a:pathLst>
                <a:path extrusionOk="0" h="1129" w="2261">
                  <a:moveTo>
                    <a:pt x="328" y="1"/>
                  </a:moveTo>
                  <a:cubicBezTo>
                    <a:pt x="206" y="1"/>
                    <a:pt x="93" y="77"/>
                    <a:pt x="52" y="198"/>
                  </a:cubicBezTo>
                  <a:cubicBezTo>
                    <a:pt x="1" y="349"/>
                    <a:pt x="81" y="514"/>
                    <a:pt x="233" y="566"/>
                  </a:cubicBezTo>
                  <a:lnTo>
                    <a:pt x="1840" y="1113"/>
                  </a:lnTo>
                  <a:cubicBezTo>
                    <a:pt x="1871" y="1124"/>
                    <a:pt x="1903" y="1128"/>
                    <a:pt x="1934" y="1128"/>
                  </a:cubicBezTo>
                  <a:cubicBezTo>
                    <a:pt x="2054" y="1128"/>
                    <a:pt x="2168" y="1053"/>
                    <a:pt x="2208" y="932"/>
                  </a:cubicBezTo>
                  <a:cubicBezTo>
                    <a:pt x="2261" y="781"/>
                    <a:pt x="2179" y="615"/>
                    <a:pt x="2028" y="564"/>
                  </a:cubicBezTo>
                  <a:lnTo>
                    <a:pt x="420" y="16"/>
                  </a:lnTo>
                  <a:cubicBezTo>
                    <a:pt x="389" y="6"/>
                    <a:pt x="358" y="1"/>
                    <a:pt x="3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0"/>
            <p:cNvSpPr/>
            <p:nvPr/>
          </p:nvSpPr>
          <p:spPr>
            <a:xfrm>
              <a:off x="797805" y="4005942"/>
              <a:ext cx="85087" cy="50061"/>
            </a:xfrm>
            <a:custGeom>
              <a:rect b="b" l="l" r="r" t="t"/>
              <a:pathLst>
                <a:path extrusionOk="0" h="1798" w="3056">
                  <a:moveTo>
                    <a:pt x="416" y="1"/>
                  </a:moveTo>
                  <a:cubicBezTo>
                    <a:pt x="336" y="1"/>
                    <a:pt x="262" y="51"/>
                    <a:pt x="235" y="131"/>
                  </a:cubicBezTo>
                  <a:lnTo>
                    <a:pt x="35" y="719"/>
                  </a:lnTo>
                  <a:cubicBezTo>
                    <a:pt x="0" y="820"/>
                    <a:pt x="54" y="928"/>
                    <a:pt x="154" y="963"/>
                  </a:cubicBezTo>
                  <a:lnTo>
                    <a:pt x="2578" y="1787"/>
                  </a:lnTo>
                  <a:cubicBezTo>
                    <a:pt x="2598" y="1794"/>
                    <a:pt x="2619" y="1797"/>
                    <a:pt x="2639" y="1797"/>
                  </a:cubicBezTo>
                  <a:cubicBezTo>
                    <a:pt x="2719" y="1797"/>
                    <a:pt x="2793" y="1747"/>
                    <a:pt x="2820" y="1668"/>
                  </a:cubicBezTo>
                  <a:lnTo>
                    <a:pt x="3022" y="1080"/>
                  </a:lnTo>
                  <a:cubicBezTo>
                    <a:pt x="3056" y="980"/>
                    <a:pt x="3002" y="870"/>
                    <a:pt x="2901" y="836"/>
                  </a:cubicBezTo>
                  <a:lnTo>
                    <a:pt x="479" y="11"/>
                  </a:lnTo>
                  <a:cubicBezTo>
                    <a:pt x="458" y="4"/>
                    <a:pt x="437"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0"/>
            <p:cNvSpPr/>
            <p:nvPr/>
          </p:nvSpPr>
          <p:spPr>
            <a:xfrm>
              <a:off x="872145" y="4048041"/>
              <a:ext cx="28" cy="28"/>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0"/>
            <p:cNvSpPr/>
            <p:nvPr/>
          </p:nvSpPr>
          <p:spPr>
            <a:xfrm>
              <a:off x="854131" y="4016077"/>
              <a:ext cx="58274" cy="103992"/>
            </a:xfrm>
            <a:custGeom>
              <a:rect b="b" l="l" r="r" t="t"/>
              <a:pathLst>
                <a:path extrusionOk="0" h="3735" w="2093">
                  <a:moveTo>
                    <a:pt x="1289" y="0"/>
                  </a:moveTo>
                  <a:cubicBezTo>
                    <a:pt x="1209" y="0"/>
                    <a:pt x="1134" y="51"/>
                    <a:pt x="1107" y="130"/>
                  </a:cubicBezTo>
                  <a:lnTo>
                    <a:pt x="35" y="3281"/>
                  </a:lnTo>
                  <a:cubicBezTo>
                    <a:pt x="1" y="3381"/>
                    <a:pt x="54" y="3490"/>
                    <a:pt x="155" y="3524"/>
                  </a:cubicBezTo>
                  <a:lnTo>
                    <a:pt x="742" y="3724"/>
                  </a:lnTo>
                  <a:cubicBezTo>
                    <a:pt x="763" y="3731"/>
                    <a:pt x="784" y="3735"/>
                    <a:pt x="804" y="3735"/>
                  </a:cubicBezTo>
                  <a:cubicBezTo>
                    <a:pt x="884" y="3735"/>
                    <a:pt x="959" y="3685"/>
                    <a:pt x="986" y="3605"/>
                  </a:cubicBezTo>
                  <a:lnTo>
                    <a:pt x="2058" y="455"/>
                  </a:lnTo>
                  <a:cubicBezTo>
                    <a:pt x="2093" y="353"/>
                    <a:pt x="2039" y="245"/>
                    <a:pt x="1939" y="211"/>
                  </a:cubicBezTo>
                  <a:lnTo>
                    <a:pt x="1351" y="11"/>
                  </a:lnTo>
                  <a:cubicBezTo>
                    <a:pt x="1330" y="4"/>
                    <a:pt x="1309" y="0"/>
                    <a:pt x="1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0"/>
            <p:cNvSpPr/>
            <p:nvPr/>
          </p:nvSpPr>
          <p:spPr>
            <a:xfrm>
              <a:off x="544852" y="4033229"/>
              <a:ext cx="132419" cy="250944"/>
            </a:xfrm>
            <a:custGeom>
              <a:rect b="b" l="l" r="r" t="t"/>
              <a:pathLst>
                <a:path extrusionOk="0" h="9013" w="4756">
                  <a:moveTo>
                    <a:pt x="1702" y="1"/>
                  </a:moveTo>
                  <a:lnTo>
                    <a:pt x="0" y="619"/>
                  </a:lnTo>
                  <a:lnTo>
                    <a:pt x="3054" y="9013"/>
                  </a:lnTo>
                  <a:lnTo>
                    <a:pt x="4756" y="8394"/>
                  </a:lnTo>
                  <a:lnTo>
                    <a:pt x="17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0"/>
            <p:cNvSpPr/>
            <p:nvPr/>
          </p:nvSpPr>
          <p:spPr>
            <a:xfrm>
              <a:off x="531292" y="3994527"/>
              <a:ext cx="61253" cy="56938"/>
            </a:xfrm>
            <a:custGeom>
              <a:rect b="b" l="l" r="r" t="t"/>
              <a:pathLst>
                <a:path extrusionOk="0" h="2045" w="2200">
                  <a:moveTo>
                    <a:pt x="1413" y="0"/>
                  </a:moveTo>
                  <a:cubicBezTo>
                    <a:pt x="1369" y="0"/>
                    <a:pt x="1325" y="8"/>
                    <a:pt x="1281" y="24"/>
                  </a:cubicBezTo>
                  <a:lnTo>
                    <a:pt x="303" y="380"/>
                  </a:lnTo>
                  <a:cubicBezTo>
                    <a:pt x="103" y="452"/>
                    <a:pt x="1" y="672"/>
                    <a:pt x="73" y="871"/>
                  </a:cubicBezTo>
                  <a:lnTo>
                    <a:pt x="499" y="2045"/>
                  </a:lnTo>
                  <a:lnTo>
                    <a:pt x="2200" y="1425"/>
                  </a:lnTo>
                  <a:lnTo>
                    <a:pt x="1773" y="253"/>
                  </a:lnTo>
                  <a:cubicBezTo>
                    <a:pt x="1717" y="97"/>
                    <a:pt x="1569" y="0"/>
                    <a:pt x="1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0"/>
            <p:cNvSpPr/>
            <p:nvPr/>
          </p:nvSpPr>
          <p:spPr>
            <a:xfrm>
              <a:off x="539422" y="4025739"/>
              <a:ext cx="64093" cy="48446"/>
            </a:xfrm>
            <a:custGeom>
              <a:rect b="b" l="l" r="r" t="t"/>
              <a:pathLst>
                <a:path extrusionOk="0" h="1740" w="2302">
                  <a:moveTo>
                    <a:pt x="1802" y="1"/>
                  </a:moveTo>
                  <a:cubicBezTo>
                    <a:pt x="1780" y="1"/>
                    <a:pt x="1758" y="4"/>
                    <a:pt x="1736" y="13"/>
                  </a:cubicBezTo>
                  <a:lnTo>
                    <a:pt x="151" y="589"/>
                  </a:lnTo>
                  <a:cubicBezTo>
                    <a:pt x="51" y="625"/>
                    <a:pt x="0" y="736"/>
                    <a:pt x="37" y="835"/>
                  </a:cubicBezTo>
                  <a:lnTo>
                    <a:pt x="320" y="1613"/>
                  </a:lnTo>
                  <a:cubicBezTo>
                    <a:pt x="348" y="1691"/>
                    <a:pt x="421" y="1739"/>
                    <a:pt x="500" y="1739"/>
                  </a:cubicBezTo>
                  <a:cubicBezTo>
                    <a:pt x="522" y="1739"/>
                    <a:pt x="544" y="1735"/>
                    <a:pt x="566" y="1727"/>
                  </a:cubicBezTo>
                  <a:lnTo>
                    <a:pt x="2150" y="1150"/>
                  </a:lnTo>
                  <a:cubicBezTo>
                    <a:pt x="2250" y="1114"/>
                    <a:pt x="2302" y="1004"/>
                    <a:pt x="2265" y="904"/>
                  </a:cubicBezTo>
                  <a:lnTo>
                    <a:pt x="1982" y="127"/>
                  </a:lnTo>
                  <a:cubicBezTo>
                    <a:pt x="1953" y="49"/>
                    <a:pt x="1880" y="1"/>
                    <a:pt x="18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0"/>
            <p:cNvSpPr/>
            <p:nvPr/>
          </p:nvSpPr>
          <p:spPr>
            <a:xfrm>
              <a:off x="700772" y="4355761"/>
              <a:ext cx="260188" cy="110312"/>
            </a:xfrm>
            <a:custGeom>
              <a:rect b="b" l="l" r="r" t="t"/>
              <a:pathLst>
                <a:path extrusionOk="0" h="3962" w="9345">
                  <a:moveTo>
                    <a:pt x="1" y="1"/>
                  </a:moveTo>
                  <a:lnTo>
                    <a:pt x="1" y="3961"/>
                  </a:lnTo>
                  <a:lnTo>
                    <a:pt x="8954" y="3961"/>
                  </a:lnTo>
                  <a:cubicBezTo>
                    <a:pt x="9170" y="3961"/>
                    <a:pt x="9345" y="3786"/>
                    <a:pt x="9345" y="3571"/>
                  </a:cubicBezTo>
                  <a:lnTo>
                    <a:pt x="9345" y="391"/>
                  </a:lnTo>
                  <a:cubicBezTo>
                    <a:pt x="9345" y="177"/>
                    <a:pt x="9170" y="1"/>
                    <a:pt x="8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0"/>
            <p:cNvSpPr/>
            <p:nvPr/>
          </p:nvSpPr>
          <p:spPr>
            <a:xfrm>
              <a:off x="573669" y="4223814"/>
              <a:ext cx="243232" cy="242258"/>
            </a:xfrm>
            <a:custGeom>
              <a:rect b="b" l="l" r="r" t="t"/>
              <a:pathLst>
                <a:path extrusionOk="0" h="8701" w="8736">
                  <a:moveTo>
                    <a:pt x="1" y="0"/>
                  </a:moveTo>
                  <a:lnTo>
                    <a:pt x="1" y="8310"/>
                  </a:lnTo>
                  <a:cubicBezTo>
                    <a:pt x="1" y="8525"/>
                    <a:pt x="175" y="8700"/>
                    <a:pt x="391" y="8700"/>
                  </a:cubicBezTo>
                  <a:lnTo>
                    <a:pt x="8346" y="8700"/>
                  </a:lnTo>
                  <a:cubicBezTo>
                    <a:pt x="8561" y="8700"/>
                    <a:pt x="8736" y="8525"/>
                    <a:pt x="8736" y="8310"/>
                  </a:cubicBezTo>
                  <a:lnTo>
                    <a:pt x="87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0"/>
            <p:cNvSpPr/>
            <p:nvPr/>
          </p:nvSpPr>
          <p:spPr>
            <a:xfrm>
              <a:off x="557854" y="4174225"/>
              <a:ext cx="274889" cy="56158"/>
            </a:xfrm>
            <a:custGeom>
              <a:rect b="b" l="l" r="r" t="t"/>
              <a:pathLst>
                <a:path extrusionOk="0" h="2017" w="9873">
                  <a:moveTo>
                    <a:pt x="391" y="1"/>
                  </a:moveTo>
                  <a:cubicBezTo>
                    <a:pt x="175" y="1"/>
                    <a:pt x="0" y="175"/>
                    <a:pt x="0" y="391"/>
                  </a:cubicBezTo>
                  <a:lnTo>
                    <a:pt x="0" y="1627"/>
                  </a:lnTo>
                  <a:cubicBezTo>
                    <a:pt x="0" y="1842"/>
                    <a:pt x="175" y="2017"/>
                    <a:pt x="391" y="2017"/>
                  </a:cubicBezTo>
                  <a:lnTo>
                    <a:pt x="9482" y="2017"/>
                  </a:lnTo>
                  <a:cubicBezTo>
                    <a:pt x="9698" y="2017"/>
                    <a:pt x="9872" y="1842"/>
                    <a:pt x="9872" y="1627"/>
                  </a:cubicBezTo>
                  <a:lnTo>
                    <a:pt x="9872" y="391"/>
                  </a:lnTo>
                  <a:cubicBezTo>
                    <a:pt x="9872" y="175"/>
                    <a:pt x="9698" y="1"/>
                    <a:pt x="9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0"/>
            <p:cNvSpPr/>
            <p:nvPr/>
          </p:nvSpPr>
          <p:spPr>
            <a:xfrm>
              <a:off x="573669" y="4420134"/>
              <a:ext cx="243232" cy="16149"/>
            </a:xfrm>
            <a:custGeom>
              <a:rect b="b" l="l" r="r" t="t"/>
              <a:pathLst>
                <a:path extrusionOk="0" h="580" w="8736">
                  <a:moveTo>
                    <a:pt x="1" y="0"/>
                  </a:moveTo>
                  <a:lnTo>
                    <a:pt x="1" y="580"/>
                  </a:lnTo>
                  <a:lnTo>
                    <a:pt x="8736" y="580"/>
                  </a:lnTo>
                  <a:lnTo>
                    <a:pt x="87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70"/>
          <p:cNvGrpSpPr/>
          <p:nvPr/>
        </p:nvGrpSpPr>
        <p:grpSpPr>
          <a:xfrm>
            <a:off x="4670391" y="3983161"/>
            <a:ext cx="511907" cy="499633"/>
            <a:chOff x="4276113" y="3930739"/>
            <a:chExt cx="535300" cy="532885"/>
          </a:xfrm>
        </p:grpSpPr>
        <p:sp>
          <p:nvSpPr>
            <p:cNvPr id="4628" name="Google Shape;4628;p70"/>
            <p:cNvSpPr/>
            <p:nvPr/>
          </p:nvSpPr>
          <p:spPr>
            <a:xfrm>
              <a:off x="4303009" y="3968689"/>
              <a:ext cx="481508" cy="346389"/>
            </a:xfrm>
            <a:custGeom>
              <a:rect b="b" l="l" r="r" t="t"/>
              <a:pathLst>
                <a:path extrusionOk="0" h="12441" w="17294">
                  <a:moveTo>
                    <a:pt x="0" y="0"/>
                  </a:moveTo>
                  <a:lnTo>
                    <a:pt x="0" y="12441"/>
                  </a:lnTo>
                  <a:lnTo>
                    <a:pt x="17294" y="12441"/>
                  </a:lnTo>
                  <a:lnTo>
                    <a:pt x="172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0"/>
            <p:cNvSpPr/>
            <p:nvPr/>
          </p:nvSpPr>
          <p:spPr>
            <a:xfrm>
              <a:off x="4276113" y="3930739"/>
              <a:ext cx="535300" cy="49894"/>
            </a:xfrm>
            <a:custGeom>
              <a:rect b="b" l="l" r="r" t="t"/>
              <a:pathLst>
                <a:path extrusionOk="0" h="1792" w="19226">
                  <a:moveTo>
                    <a:pt x="396" y="1"/>
                  </a:moveTo>
                  <a:cubicBezTo>
                    <a:pt x="177" y="1"/>
                    <a:pt x="0" y="178"/>
                    <a:pt x="0" y="396"/>
                  </a:cubicBezTo>
                  <a:lnTo>
                    <a:pt x="0" y="1397"/>
                  </a:lnTo>
                  <a:cubicBezTo>
                    <a:pt x="0" y="1616"/>
                    <a:pt x="177" y="1791"/>
                    <a:pt x="396" y="1791"/>
                  </a:cubicBezTo>
                  <a:lnTo>
                    <a:pt x="18831" y="1791"/>
                  </a:lnTo>
                  <a:cubicBezTo>
                    <a:pt x="19049" y="1791"/>
                    <a:pt x="19226" y="1616"/>
                    <a:pt x="19226" y="1397"/>
                  </a:cubicBezTo>
                  <a:lnTo>
                    <a:pt x="19226" y="396"/>
                  </a:lnTo>
                  <a:cubicBezTo>
                    <a:pt x="19226" y="178"/>
                    <a:pt x="19049" y="1"/>
                    <a:pt x="188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0"/>
            <p:cNvSpPr/>
            <p:nvPr/>
          </p:nvSpPr>
          <p:spPr>
            <a:xfrm>
              <a:off x="4535693" y="4344875"/>
              <a:ext cx="16149" cy="58163"/>
            </a:xfrm>
            <a:custGeom>
              <a:rect b="b" l="l" r="r" t="t"/>
              <a:pathLst>
                <a:path extrusionOk="0" h="2089" w="580">
                  <a:moveTo>
                    <a:pt x="290" y="0"/>
                  </a:moveTo>
                  <a:cubicBezTo>
                    <a:pt x="130" y="0"/>
                    <a:pt x="0" y="131"/>
                    <a:pt x="0" y="291"/>
                  </a:cubicBezTo>
                  <a:lnTo>
                    <a:pt x="0" y="1798"/>
                  </a:lnTo>
                  <a:cubicBezTo>
                    <a:pt x="0" y="1958"/>
                    <a:pt x="130" y="2089"/>
                    <a:pt x="290" y="2089"/>
                  </a:cubicBezTo>
                  <a:cubicBezTo>
                    <a:pt x="451" y="2089"/>
                    <a:pt x="580" y="1958"/>
                    <a:pt x="580" y="1798"/>
                  </a:cubicBezTo>
                  <a:lnTo>
                    <a:pt x="580" y="291"/>
                  </a:lnTo>
                  <a:cubicBezTo>
                    <a:pt x="580" y="131"/>
                    <a:pt x="451" y="0"/>
                    <a:pt x="2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0"/>
            <p:cNvSpPr/>
            <p:nvPr/>
          </p:nvSpPr>
          <p:spPr>
            <a:xfrm>
              <a:off x="4276113" y="4303110"/>
              <a:ext cx="535300" cy="49866"/>
            </a:xfrm>
            <a:custGeom>
              <a:rect b="b" l="l" r="r" t="t"/>
              <a:pathLst>
                <a:path extrusionOk="0" h="1791" w="19226">
                  <a:moveTo>
                    <a:pt x="396" y="0"/>
                  </a:moveTo>
                  <a:cubicBezTo>
                    <a:pt x="177" y="0"/>
                    <a:pt x="0" y="177"/>
                    <a:pt x="0" y="395"/>
                  </a:cubicBezTo>
                  <a:lnTo>
                    <a:pt x="0" y="1397"/>
                  </a:lnTo>
                  <a:cubicBezTo>
                    <a:pt x="0" y="1614"/>
                    <a:pt x="177" y="1791"/>
                    <a:pt x="396" y="1791"/>
                  </a:cubicBezTo>
                  <a:lnTo>
                    <a:pt x="18831" y="1791"/>
                  </a:lnTo>
                  <a:cubicBezTo>
                    <a:pt x="19049" y="1791"/>
                    <a:pt x="19226" y="1614"/>
                    <a:pt x="19226" y="1397"/>
                  </a:cubicBezTo>
                  <a:lnTo>
                    <a:pt x="19226" y="395"/>
                  </a:lnTo>
                  <a:cubicBezTo>
                    <a:pt x="19226" y="177"/>
                    <a:pt x="19049" y="0"/>
                    <a:pt x="18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0"/>
            <p:cNvSpPr/>
            <p:nvPr/>
          </p:nvSpPr>
          <p:spPr>
            <a:xfrm>
              <a:off x="4506152" y="4388365"/>
              <a:ext cx="75230" cy="75258"/>
            </a:xfrm>
            <a:custGeom>
              <a:rect b="b" l="l" r="r" t="t"/>
              <a:pathLst>
                <a:path extrusionOk="0" h="2703" w="2702">
                  <a:moveTo>
                    <a:pt x="1351" y="580"/>
                  </a:moveTo>
                  <a:cubicBezTo>
                    <a:pt x="1776" y="580"/>
                    <a:pt x="2123" y="927"/>
                    <a:pt x="2123" y="1351"/>
                  </a:cubicBezTo>
                  <a:cubicBezTo>
                    <a:pt x="2123" y="1777"/>
                    <a:pt x="1776" y="2123"/>
                    <a:pt x="1351" y="2123"/>
                  </a:cubicBezTo>
                  <a:cubicBezTo>
                    <a:pt x="926" y="2123"/>
                    <a:pt x="580" y="1777"/>
                    <a:pt x="580" y="1351"/>
                  </a:cubicBezTo>
                  <a:cubicBezTo>
                    <a:pt x="580" y="927"/>
                    <a:pt x="926" y="580"/>
                    <a:pt x="1351" y="580"/>
                  </a:cubicBezTo>
                  <a:close/>
                  <a:moveTo>
                    <a:pt x="1351" y="1"/>
                  </a:moveTo>
                  <a:cubicBezTo>
                    <a:pt x="607" y="1"/>
                    <a:pt x="0" y="607"/>
                    <a:pt x="0" y="1351"/>
                  </a:cubicBezTo>
                  <a:cubicBezTo>
                    <a:pt x="0" y="2096"/>
                    <a:pt x="607" y="2702"/>
                    <a:pt x="1351" y="2702"/>
                  </a:cubicBezTo>
                  <a:cubicBezTo>
                    <a:pt x="2096" y="2702"/>
                    <a:pt x="2702" y="2096"/>
                    <a:pt x="2702" y="1351"/>
                  </a:cubicBezTo>
                  <a:cubicBezTo>
                    <a:pt x="2702" y="607"/>
                    <a:pt x="2096" y="1"/>
                    <a:pt x="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0"/>
            <p:cNvSpPr/>
            <p:nvPr/>
          </p:nvSpPr>
          <p:spPr>
            <a:xfrm>
              <a:off x="4346862" y="4028523"/>
              <a:ext cx="158285" cy="163658"/>
            </a:xfrm>
            <a:custGeom>
              <a:rect b="b" l="l" r="r" t="t"/>
              <a:pathLst>
                <a:path extrusionOk="0" h="5878" w="5685">
                  <a:moveTo>
                    <a:pt x="2843" y="2248"/>
                  </a:moveTo>
                  <a:lnTo>
                    <a:pt x="3550" y="3791"/>
                  </a:lnTo>
                  <a:lnTo>
                    <a:pt x="2134" y="3791"/>
                  </a:lnTo>
                  <a:lnTo>
                    <a:pt x="2843" y="2248"/>
                  </a:lnTo>
                  <a:close/>
                  <a:moveTo>
                    <a:pt x="2843" y="0"/>
                  </a:moveTo>
                  <a:cubicBezTo>
                    <a:pt x="2584" y="0"/>
                    <a:pt x="2349" y="152"/>
                    <a:pt x="2242" y="387"/>
                  </a:cubicBezTo>
                  <a:lnTo>
                    <a:pt x="152" y="4940"/>
                  </a:lnTo>
                  <a:cubicBezTo>
                    <a:pt x="0" y="5272"/>
                    <a:pt x="146" y="5664"/>
                    <a:pt x="478" y="5817"/>
                  </a:cubicBezTo>
                  <a:cubicBezTo>
                    <a:pt x="567" y="5858"/>
                    <a:pt x="661" y="5878"/>
                    <a:pt x="754" y="5878"/>
                  </a:cubicBezTo>
                  <a:cubicBezTo>
                    <a:pt x="1004" y="5878"/>
                    <a:pt x="1244" y="5734"/>
                    <a:pt x="1355" y="5491"/>
                  </a:cubicBezTo>
                  <a:lnTo>
                    <a:pt x="1528" y="5114"/>
                  </a:lnTo>
                  <a:lnTo>
                    <a:pt x="4157" y="5114"/>
                  </a:lnTo>
                  <a:lnTo>
                    <a:pt x="4330" y="5491"/>
                  </a:lnTo>
                  <a:cubicBezTo>
                    <a:pt x="4441" y="5734"/>
                    <a:pt x="4681" y="5877"/>
                    <a:pt x="4932" y="5877"/>
                  </a:cubicBezTo>
                  <a:cubicBezTo>
                    <a:pt x="5024" y="5877"/>
                    <a:pt x="5118" y="5858"/>
                    <a:pt x="5207" y="5817"/>
                  </a:cubicBezTo>
                  <a:cubicBezTo>
                    <a:pt x="5538" y="5664"/>
                    <a:pt x="5685" y="5272"/>
                    <a:pt x="5532" y="4940"/>
                  </a:cubicBezTo>
                  <a:lnTo>
                    <a:pt x="3443" y="387"/>
                  </a:lnTo>
                  <a:cubicBezTo>
                    <a:pt x="3336" y="152"/>
                    <a:pt x="310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0"/>
            <p:cNvSpPr/>
            <p:nvPr/>
          </p:nvSpPr>
          <p:spPr>
            <a:xfrm>
              <a:off x="4583583" y="4028523"/>
              <a:ext cx="155918" cy="163630"/>
            </a:xfrm>
            <a:custGeom>
              <a:rect b="b" l="l" r="r" t="t"/>
              <a:pathLst>
                <a:path extrusionOk="0" h="5877" w="5600">
                  <a:moveTo>
                    <a:pt x="711" y="0"/>
                  </a:moveTo>
                  <a:cubicBezTo>
                    <a:pt x="347" y="0"/>
                    <a:pt x="50" y="297"/>
                    <a:pt x="50" y="663"/>
                  </a:cubicBezTo>
                  <a:cubicBezTo>
                    <a:pt x="50" y="1027"/>
                    <a:pt x="347" y="1324"/>
                    <a:pt x="711" y="1324"/>
                  </a:cubicBezTo>
                  <a:lnTo>
                    <a:pt x="3385" y="1324"/>
                  </a:lnTo>
                  <a:lnTo>
                    <a:pt x="223" y="4769"/>
                  </a:lnTo>
                  <a:cubicBezTo>
                    <a:pt x="47" y="4962"/>
                    <a:pt x="0" y="5242"/>
                    <a:pt x="106" y="5483"/>
                  </a:cubicBezTo>
                  <a:cubicBezTo>
                    <a:pt x="211" y="5722"/>
                    <a:pt x="449" y="5877"/>
                    <a:pt x="711" y="5877"/>
                  </a:cubicBezTo>
                  <a:lnTo>
                    <a:pt x="4889" y="5877"/>
                  </a:lnTo>
                  <a:cubicBezTo>
                    <a:pt x="5253" y="5877"/>
                    <a:pt x="5550" y="5581"/>
                    <a:pt x="5550" y="5216"/>
                  </a:cubicBezTo>
                  <a:cubicBezTo>
                    <a:pt x="5550" y="4851"/>
                    <a:pt x="5253" y="4554"/>
                    <a:pt x="4889" y="4554"/>
                  </a:cubicBezTo>
                  <a:lnTo>
                    <a:pt x="2215" y="4554"/>
                  </a:lnTo>
                  <a:lnTo>
                    <a:pt x="5375" y="1109"/>
                  </a:lnTo>
                  <a:cubicBezTo>
                    <a:pt x="5553" y="916"/>
                    <a:pt x="5600" y="636"/>
                    <a:pt x="5493" y="395"/>
                  </a:cubicBezTo>
                  <a:cubicBezTo>
                    <a:pt x="5389" y="156"/>
                    <a:pt x="5151" y="0"/>
                    <a:pt x="48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0"/>
            <p:cNvSpPr/>
            <p:nvPr/>
          </p:nvSpPr>
          <p:spPr>
            <a:xfrm>
              <a:off x="4504425" y="4083012"/>
              <a:ext cx="39202" cy="47583"/>
            </a:xfrm>
            <a:custGeom>
              <a:rect b="b" l="l" r="r" t="t"/>
              <a:pathLst>
                <a:path extrusionOk="0" h="1709" w="1408">
                  <a:moveTo>
                    <a:pt x="289" y="1"/>
                  </a:moveTo>
                  <a:cubicBezTo>
                    <a:pt x="129" y="1"/>
                    <a:pt x="0" y="131"/>
                    <a:pt x="0" y="291"/>
                  </a:cubicBezTo>
                  <a:cubicBezTo>
                    <a:pt x="0" y="451"/>
                    <a:pt x="129" y="581"/>
                    <a:pt x="289" y="581"/>
                  </a:cubicBezTo>
                  <a:lnTo>
                    <a:pt x="414" y="581"/>
                  </a:lnTo>
                  <a:lnTo>
                    <a:pt x="414" y="1418"/>
                  </a:lnTo>
                  <a:cubicBezTo>
                    <a:pt x="414" y="1578"/>
                    <a:pt x="544" y="1708"/>
                    <a:pt x="704" y="1708"/>
                  </a:cubicBezTo>
                  <a:cubicBezTo>
                    <a:pt x="864" y="1708"/>
                    <a:pt x="994" y="1578"/>
                    <a:pt x="994" y="1418"/>
                  </a:cubicBezTo>
                  <a:lnTo>
                    <a:pt x="994" y="581"/>
                  </a:lnTo>
                  <a:lnTo>
                    <a:pt x="1119" y="581"/>
                  </a:lnTo>
                  <a:cubicBezTo>
                    <a:pt x="1278" y="581"/>
                    <a:pt x="1408" y="452"/>
                    <a:pt x="1408" y="291"/>
                  </a:cubicBezTo>
                  <a:cubicBezTo>
                    <a:pt x="1408" y="131"/>
                    <a:pt x="1278" y="1"/>
                    <a:pt x="11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0"/>
            <p:cNvSpPr/>
            <p:nvPr/>
          </p:nvSpPr>
          <p:spPr>
            <a:xfrm>
              <a:off x="4548195" y="4083012"/>
              <a:ext cx="39230" cy="47583"/>
            </a:xfrm>
            <a:custGeom>
              <a:rect b="b" l="l" r="r" t="t"/>
              <a:pathLst>
                <a:path extrusionOk="0" h="1709" w="1409">
                  <a:moveTo>
                    <a:pt x="705" y="581"/>
                  </a:moveTo>
                  <a:cubicBezTo>
                    <a:pt x="774" y="581"/>
                    <a:pt x="830" y="637"/>
                    <a:pt x="830" y="706"/>
                  </a:cubicBezTo>
                  <a:lnTo>
                    <a:pt x="830" y="1003"/>
                  </a:lnTo>
                  <a:cubicBezTo>
                    <a:pt x="830" y="1072"/>
                    <a:pt x="774" y="1128"/>
                    <a:pt x="705" y="1128"/>
                  </a:cubicBezTo>
                  <a:cubicBezTo>
                    <a:pt x="637" y="1128"/>
                    <a:pt x="581" y="1072"/>
                    <a:pt x="581" y="1003"/>
                  </a:cubicBezTo>
                  <a:lnTo>
                    <a:pt x="581" y="706"/>
                  </a:lnTo>
                  <a:cubicBezTo>
                    <a:pt x="581" y="637"/>
                    <a:pt x="637" y="581"/>
                    <a:pt x="705" y="581"/>
                  </a:cubicBezTo>
                  <a:close/>
                  <a:moveTo>
                    <a:pt x="705" y="1"/>
                  </a:moveTo>
                  <a:cubicBezTo>
                    <a:pt x="316" y="1"/>
                    <a:pt x="0" y="317"/>
                    <a:pt x="0" y="706"/>
                  </a:cubicBezTo>
                  <a:lnTo>
                    <a:pt x="0" y="1003"/>
                  </a:lnTo>
                  <a:cubicBezTo>
                    <a:pt x="0" y="1392"/>
                    <a:pt x="316" y="1708"/>
                    <a:pt x="705" y="1708"/>
                  </a:cubicBezTo>
                  <a:cubicBezTo>
                    <a:pt x="1093" y="1708"/>
                    <a:pt x="1409" y="1392"/>
                    <a:pt x="1409" y="1003"/>
                  </a:cubicBezTo>
                  <a:lnTo>
                    <a:pt x="1409" y="706"/>
                  </a:lnTo>
                  <a:cubicBezTo>
                    <a:pt x="1409" y="317"/>
                    <a:pt x="1093" y="1"/>
                    <a:pt x="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0"/>
            <p:cNvSpPr/>
            <p:nvPr/>
          </p:nvSpPr>
          <p:spPr>
            <a:xfrm>
              <a:off x="4684625" y="4217354"/>
              <a:ext cx="61560" cy="16204"/>
            </a:xfrm>
            <a:custGeom>
              <a:rect b="b" l="l" r="r" t="t"/>
              <a:pathLst>
                <a:path extrusionOk="0" h="582" w="2211">
                  <a:moveTo>
                    <a:pt x="290" y="1"/>
                  </a:moveTo>
                  <a:cubicBezTo>
                    <a:pt x="130" y="1"/>
                    <a:pt x="1" y="131"/>
                    <a:pt x="1" y="291"/>
                  </a:cubicBezTo>
                  <a:cubicBezTo>
                    <a:pt x="1" y="451"/>
                    <a:pt x="130" y="581"/>
                    <a:pt x="290" y="581"/>
                  </a:cubicBezTo>
                  <a:lnTo>
                    <a:pt x="1921" y="581"/>
                  </a:lnTo>
                  <a:cubicBezTo>
                    <a:pt x="2082" y="581"/>
                    <a:pt x="2211" y="451"/>
                    <a:pt x="2211" y="291"/>
                  </a:cubicBezTo>
                  <a:cubicBezTo>
                    <a:pt x="2211" y="131"/>
                    <a:pt x="2082" y="1"/>
                    <a:pt x="1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0"/>
            <p:cNvSpPr/>
            <p:nvPr/>
          </p:nvSpPr>
          <p:spPr>
            <a:xfrm>
              <a:off x="4599565" y="4244584"/>
              <a:ext cx="146619" cy="16204"/>
            </a:xfrm>
            <a:custGeom>
              <a:rect b="b" l="l" r="r" t="t"/>
              <a:pathLst>
                <a:path extrusionOk="0" h="582" w="5266">
                  <a:moveTo>
                    <a:pt x="291" y="1"/>
                  </a:moveTo>
                  <a:cubicBezTo>
                    <a:pt x="131" y="1"/>
                    <a:pt x="1" y="131"/>
                    <a:pt x="1" y="291"/>
                  </a:cubicBezTo>
                  <a:cubicBezTo>
                    <a:pt x="1" y="451"/>
                    <a:pt x="131" y="581"/>
                    <a:pt x="291" y="581"/>
                  </a:cubicBezTo>
                  <a:lnTo>
                    <a:pt x="4976" y="581"/>
                  </a:lnTo>
                  <a:cubicBezTo>
                    <a:pt x="5137" y="581"/>
                    <a:pt x="5266" y="451"/>
                    <a:pt x="5266" y="291"/>
                  </a:cubicBezTo>
                  <a:cubicBezTo>
                    <a:pt x="5266" y="131"/>
                    <a:pt x="5137"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70"/>
          <p:cNvGrpSpPr/>
          <p:nvPr/>
        </p:nvGrpSpPr>
        <p:grpSpPr>
          <a:xfrm>
            <a:off x="4059210" y="3982025"/>
            <a:ext cx="330880" cy="501904"/>
            <a:chOff x="3645164" y="3930766"/>
            <a:chExt cx="346001" cy="535307"/>
          </a:xfrm>
        </p:grpSpPr>
        <p:sp>
          <p:nvSpPr>
            <p:cNvPr id="4640" name="Google Shape;4640;p70"/>
            <p:cNvSpPr/>
            <p:nvPr/>
          </p:nvSpPr>
          <p:spPr>
            <a:xfrm>
              <a:off x="3852650" y="3930766"/>
              <a:ext cx="92075" cy="88734"/>
            </a:xfrm>
            <a:custGeom>
              <a:rect b="b" l="l" r="r" t="t"/>
              <a:pathLst>
                <a:path extrusionOk="0" h="3187" w="3307">
                  <a:moveTo>
                    <a:pt x="1743" y="0"/>
                  </a:moveTo>
                  <a:cubicBezTo>
                    <a:pt x="1680" y="0"/>
                    <a:pt x="1617" y="19"/>
                    <a:pt x="1563" y="59"/>
                  </a:cubicBezTo>
                  <a:cubicBezTo>
                    <a:pt x="0" y="1179"/>
                    <a:pt x="995" y="2303"/>
                    <a:pt x="926" y="3087"/>
                  </a:cubicBezTo>
                  <a:lnTo>
                    <a:pt x="2064" y="3187"/>
                  </a:lnTo>
                  <a:cubicBezTo>
                    <a:pt x="2134" y="2401"/>
                    <a:pt x="3307" y="1468"/>
                    <a:pt x="1963" y="93"/>
                  </a:cubicBezTo>
                  <a:cubicBezTo>
                    <a:pt x="1903" y="32"/>
                    <a:pt x="1823"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0"/>
            <p:cNvSpPr/>
            <p:nvPr/>
          </p:nvSpPr>
          <p:spPr>
            <a:xfrm>
              <a:off x="3867128" y="3961477"/>
              <a:ext cx="60112" cy="58024"/>
            </a:xfrm>
            <a:custGeom>
              <a:rect b="b" l="l" r="r" t="t"/>
              <a:pathLst>
                <a:path extrusionOk="0" h="2084" w="2159">
                  <a:moveTo>
                    <a:pt x="215" y="1"/>
                  </a:moveTo>
                  <a:cubicBezTo>
                    <a:pt x="0" y="748"/>
                    <a:pt x="453" y="1446"/>
                    <a:pt x="406" y="1984"/>
                  </a:cubicBezTo>
                  <a:lnTo>
                    <a:pt x="1544" y="2084"/>
                  </a:lnTo>
                  <a:cubicBezTo>
                    <a:pt x="1592" y="1546"/>
                    <a:pt x="2159" y="937"/>
                    <a:pt x="2076" y="164"/>
                  </a:cubicBezTo>
                  <a:lnTo>
                    <a:pt x="2076" y="164"/>
                  </a:lnTo>
                  <a:cubicBezTo>
                    <a:pt x="1915" y="573"/>
                    <a:pt x="1557" y="853"/>
                    <a:pt x="1154" y="853"/>
                  </a:cubicBezTo>
                  <a:cubicBezTo>
                    <a:pt x="1129" y="853"/>
                    <a:pt x="1104" y="852"/>
                    <a:pt x="1078" y="850"/>
                  </a:cubicBezTo>
                  <a:cubicBezTo>
                    <a:pt x="646" y="812"/>
                    <a:pt x="307" y="458"/>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0"/>
            <p:cNvSpPr/>
            <p:nvPr/>
          </p:nvSpPr>
          <p:spPr>
            <a:xfrm>
              <a:off x="3853736" y="4088525"/>
              <a:ext cx="56242" cy="243455"/>
            </a:xfrm>
            <a:custGeom>
              <a:rect b="b" l="l" r="r" t="t"/>
              <a:pathLst>
                <a:path extrusionOk="0" h="8744" w="2020">
                  <a:moveTo>
                    <a:pt x="438" y="0"/>
                  </a:moveTo>
                  <a:lnTo>
                    <a:pt x="14" y="8217"/>
                  </a:lnTo>
                  <a:cubicBezTo>
                    <a:pt x="1" y="8487"/>
                    <a:pt x="202" y="8717"/>
                    <a:pt x="470" y="8742"/>
                  </a:cubicBezTo>
                  <a:cubicBezTo>
                    <a:pt x="485" y="8743"/>
                    <a:pt x="499" y="8743"/>
                    <a:pt x="514" y="8743"/>
                  </a:cubicBezTo>
                  <a:cubicBezTo>
                    <a:pt x="764" y="8743"/>
                    <a:pt x="978" y="8557"/>
                    <a:pt x="1010" y="8305"/>
                  </a:cubicBezTo>
                  <a:lnTo>
                    <a:pt x="2019" y="139"/>
                  </a:lnTo>
                  <a:lnTo>
                    <a:pt x="4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0"/>
            <p:cNvSpPr/>
            <p:nvPr/>
          </p:nvSpPr>
          <p:spPr>
            <a:xfrm>
              <a:off x="3863147" y="4008476"/>
              <a:ext cx="55824" cy="93300"/>
            </a:xfrm>
            <a:custGeom>
              <a:rect b="b" l="l" r="r" t="t"/>
              <a:pathLst>
                <a:path extrusionOk="0" h="3351" w="2005">
                  <a:moveTo>
                    <a:pt x="417" y="0"/>
                  </a:moveTo>
                  <a:cubicBezTo>
                    <a:pt x="338" y="0"/>
                    <a:pt x="270" y="61"/>
                    <a:pt x="263" y="142"/>
                  </a:cubicBezTo>
                  <a:lnTo>
                    <a:pt x="8" y="3057"/>
                  </a:lnTo>
                  <a:cubicBezTo>
                    <a:pt x="0" y="3143"/>
                    <a:pt x="64" y="3218"/>
                    <a:pt x="149" y="3225"/>
                  </a:cubicBezTo>
                  <a:lnTo>
                    <a:pt x="1572" y="3350"/>
                  </a:lnTo>
                  <a:cubicBezTo>
                    <a:pt x="1577" y="3350"/>
                    <a:pt x="1581" y="3350"/>
                    <a:pt x="1586" y="3350"/>
                  </a:cubicBezTo>
                  <a:cubicBezTo>
                    <a:pt x="1666" y="3350"/>
                    <a:pt x="1734" y="3289"/>
                    <a:pt x="1741" y="3208"/>
                  </a:cubicBezTo>
                  <a:lnTo>
                    <a:pt x="1996" y="293"/>
                  </a:lnTo>
                  <a:cubicBezTo>
                    <a:pt x="2004" y="208"/>
                    <a:pt x="1941" y="132"/>
                    <a:pt x="1854" y="125"/>
                  </a:cubicBezTo>
                  <a:lnTo>
                    <a:pt x="431" y="1"/>
                  </a:lnTo>
                  <a:cubicBezTo>
                    <a:pt x="426" y="0"/>
                    <a:pt x="422" y="0"/>
                    <a:pt x="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0"/>
            <p:cNvSpPr/>
            <p:nvPr/>
          </p:nvSpPr>
          <p:spPr>
            <a:xfrm>
              <a:off x="3861337" y="4021395"/>
              <a:ext cx="63063" cy="20186"/>
            </a:xfrm>
            <a:custGeom>
              <a:rect b="b" l="l" r="r" t="t"/>
              <a:pathLst>
                <a:path extrusionOk="0" h="725" w="2265">
                  <a:moveTo>
                    <a:pt x="304" y="0"/>
                  </a:moveTo>
                  <a:cubicBezTo>
                    <a:pt x="156" y="0"/>
                    <a:pt x="28" y="113"/>
                    <a:pt x="15" y="265"/>
                  </a:cubicBezTo>
                  <a:cubicBezTo>
                    <a:pt x="1" y="425"/>
                    <a:pt x="119" y="565"/>
                    <a:pt x="279" y="580"/>
                  </a:cubicBezTo>
                  <a:lnTo>
                    <a:pt x="1936" y="723"/>
                  </a:lnTo>
                  <a:cubicBezTo>
                    <a:pt x="1945" y="725"/>
                    <a:pt x="1953" y="725"/>
                    <a:pt x="1962" y="725"/>
                  </a:cubicBezTo>
                  <a:cubicBezTo>
                    <a:pt x="2111" y="725"/>
                    <a:pt x="2238" y="611"/>
                    <a:pt x="2251" y="460"/>
                  </a:cubicBezTo>
                  <a:cubicBezTo>
                    <a:pt x="2264" y="300"/>
                    <a:pt x="2146" y="160"/>
                    <a:pt x="1988" y="147"/>
                  </a:cubicBezTo>
                  <a:lnTo>
                    <a:pt x="329" y="1"/>
                  </a:lnTo>
                  <a:cubicBezTo>
                    <a:pt x="321" y="1"/>
                    <a:pt x="31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0"/>
            <p:cNvSpPr/>
            <p:nvPr/>
          </p:nvSpPr>
          <p:spPr>
            <a:xfrm>
              <a:off x="3857383" y="4066835"/>
              <a:ext cx="63035" cy="20214"/>
            </a:xfrm>
            <a:custGeom>
              <a:rect b="b" l="l" r="r" t="t"/>
              <a:pathLst>
                <a:path extrusionOk="0" h="726" w="2264">
                  <a:moveTo>
                    <a:pt x="304" y="0"/>
                  </a:moveTo>
                  <a:cubicBezTo>
                    <a:pt x="155" y="0"/>
                    <a:pt x="27" y="114"/>
                    <a:pt x="15" y="265"/>
                  </a:cubicBezTo>
                  <a:cubicBezTo>
                    <a:pt x="0" y="425"/>
                    <a:pt x="118" y="566"/>
                    <a:pt x="278" y="579"/>
                  </a:cubicBezTo>
                  <a:lnTo>
                    <a:pt x="1936" y="725"/>
                  </a:lnTo>
                  <a:cubicBezTo>
                    <a:pt x="1944" y="726"/>
                    <a:pt x="1953" y="726"/>
                    <a:pt x="1961" y="726"/>
                  </a:cubicBezTo>
                  <a:cubicBezTo>
                    <a:pt x="2110" y="726"/>
                    <a:pt x="2237" y="612"/>
                    <a:pt x="2250" y="461"/>
                  </a:cubicBezTo>
                  <a:cubicBezTo>
                    <a:pt x="2264" y="301"/>
                    <a:pt x="2145" y="161"/>
                    <a:pt x="1986" y="146"/>
                  </a:cubicBezTo>
                  <a:lnTo>
                    <a:pt x="328" y="1"/>
                  </a:lnTo>
                  <a:cubicBezTo>
                    <a:pt x="320" y="1"/>
                    <a:pt x="31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0"/>
            <p:cNvSpPr/>
            <p:nvPr/>
          </p:nvSpPr>
          <p:spPr>
            <a:xfrm>
              <a:off x="3876706" y="4297764"/>
              <a:ext cx="91268" cy="88873"/>
            </a:xfrm>
            <a:custGeom>
              <a:rect b="b" l="l" r="r" t="t"/>
              <a:pathLst>
                <a:path extrusionOk="0" h="3192" w="3278">
                  <a:moveTo>
                    <a:pt x="1332" y="1"/>
                  </a:moveTo>
                  <a:cubicBezTo>
                    <a:pt x="1220" y="778"/>
                    <a:pt x="0" y="1644"/>
                    <a:pt x="1262" y="3087"/>
                  </a:cubicBezTo>
                  <a:cubicBezTo>
                    <a:pt x="1323" y="3156"/>
                    <a:pt x="1408" y="3192"/>
                    <a:pt x="1495" y="3192"/>
                  </a:cubicBezTo>
                  <a:cubicBezTo>
                    <a:pt x="1552" y="3192"/>
                    <a:pt x="1609" y="3176"/>
                    <a:pt x="1660" y="3144"/>
                  </a:cubicBezTo>
                  <a:cubicBezTo>
                    <a:pt x="3277" y="2113"/>
                    <a:pt x="2349" y="940"/>
                    <a:pt x="2460" y="162"/>
                  </a:cubicBezTo>
                  <a:lnTo>
                    <a:pt x="1332" y="1"/>
                  </a:lnTo>
                  <a:close/>
                </a:path>
              </a:pathLst>
            </a:custGeom>
            <a:solidFill>
              <a:srgbClr val="F7C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0"/>
            <p:cNvSpPr/>
            <p:nvPr/>
          </p:nvSpPr>
          <p:spPr>
            <a:xfrm>
              <a:off x="3894999" y="4297764"/>
              <a:ext cx="59583" cy="59806"/>
            </a:xfrm>
            <a:custGeom>
              <a:rect b="b" l="l" r="r" t="t"/>
              <a:pathLst>
                <a:path extrusionOk="0" h="2148" w="2140">
                  <a:moveTo>
                    <a:pt x="675" y="1"/>
                  </a:moveTo>
                  <a:cubicBezTo>
                    <a:pt x="598" y="534"/>
                    <a:pt x="0" y="1108"/>
                    <a:pt x="39" y="1883"/>
                  </a:cubicBezTo>
                  <a:cubicBezTo>
                    <a:pt x="214" y="1500"/>
                    <a:pt x="566" y="1246"/>
                    <a:pt x="949" y="1246"/>
                  </a:cubicBezTo>
                  <a:cubicBezTo>
                    <a:pt x="989" y="1246"/>
                    <a:pt x="1030" y="1249"/>
                    <a:pt x="1071" y="1255"/>
                  </a:cubicBezTo>
                  <a:cubicBezTo>
                    <a:pt x="1499" y="1316"/>
                    <a:pt x="1818" y="1686"/>
                    <a:pt x="1885" y="2147"/>
                  </a:cubicBezTo>
                  <a:cubicBezTo>
                    <a:pt x="2140" y="1416"/>
                    <a:pt x="1727" y="696"/>
                    <a:pt x="1803" y="162"/>
                  </a:cubicBezTo>
                  <a:lnTo>
                    <a:pt x="675" y="1"/>
                  </a:lnTo>
                  <a:close/>
                </a:path>
              </a:pathLst>
            </a:custGeom>
            <a:solidFill>
              <a:srgbClr val="F89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0"/>
            <p:cNvSpPr/>
            <p:nvPr/>
          </p:nvSpPr>
          <p:spPr>
            <a:xfrm>
              <a:off x="3886869" y="4324382"/>
              <a:ext cx="69244" cy="41235"/>
            </a:xfrm>
            <a:custGeom>
              <a:rect b="b" l="l" r="r" t="t"/>
              <a:pathLst>
                <a:path extrusionOk="0" h="1481" w="2487">
                  <a:moveTo>
                    <a:pt x="1238" y="0"/>
                  </a:moveTo>
                  <a:cubicBezTo>
                    <a:pt x="751" y="0"/>
                    <a:pt x="295" y="309"/>
                    <a:pt x="68" y="806"/>
                  </a:cubicBezTo>
                  <a:cubicBezTo>
                    <a:pt x="1" y="952"/>
                    <a:pt x="66" y="1124"/>
                    <a:pt x="211" y="1191"/>
                  </a:cubicBezTo>
                  <a:cubicBezTo>
                    <a:pt x="250" y="1209"/>
                    <a:pt x="291" y="1217"/>
                    <a:pt x="331" y="1217"/>
                  </a:cubicBezTo>
                  <a:cubicBezTo>
                    <a:pt x="441" y="1217"/>
                    <a:pt x="547" y="1155"/>
                    <a:pt x="595" y="1048"/>
                  </a:cubicBezTo>
                  <a:cubicBezTo>
                    <a:pt x="726" y="760"/>
                    <a:pt x="979" y="581"/>
                    <a:pt x="1241" y="581"/>
                  </a:cubicBezTo>
                  <a:cubicBezTo>
                    <a:pt x="1268" y="581"/>
                    <a:pt x="1295" y="583"/>
                    <a:pt x="1322" y="586"/>
                  </a:cubicBezTo>
                  <a:cubicBezTo>
                    <a:pt x="1611" y="628"/>
                    <a:pt x="1839" y="888"/>
                    <a:pt x="1889" y="1233"/>
                  </a:cubicBezTo>
                  <a:cubicBezTo>
                    <a:pt x="1910" y="1377"/>
                    <a:pt x="2034" y="1480"/>
                    <a:pt x="2176" y="1480"/>
                  </a:cubicBezTo>
                  <a:cubicBezTo>
                    <a:pt x="2190" y="1480"/>
                    <a:pt x="2204" y="1480"/>
                    <a:pt x="2218" y="1478"/>
                  </a:cubicBezTo>
                  <a:cubicBezTo>
                    <a:pt x="2377" y="1455"/>
                    <a:pt x="2487" y="1307"/>
                    <a:pt x="2463" y="1149"/>
                  </a:cubicBezTo>
                  <a:cubicBezTo>
                    <a:pt x="2376" y="547"/>
                    <a:pt x="1950" y="90"/>
                    <a:pt x="1403" y="12"/>
                  </a:cubicBezTo>
                  <a:cubicBezTo>
                    <a:pt x="1348" y="4"/>
                    <a:pt x="1293" y="0"/>
                    <a:pt x="12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0"/>
            <p:cNvSpPr/>
            <p:nvPr/>
          </p:nvSpPr>
          <p:spPr>
            <a:xfrm>
              <a:off x="3876706" y="4289690"/>
              <a:ext cx="82748" cy="105022"/>
            </a:xfrm>
            <a:custGeom>
              <a:rect b="b" l="l" r="r" t="t"/>
              <a:pathLst>
                <a:path extrusionOk="0" h="3772" w="2972">
                  <a:moveTo>
                    <a:pt x="1545" y="614"/>
                  </a:moveTo>
                  <a:lnTo>
                    <a:pt x="2164" y="703"/>
                  </a:lnTo>
                  <a:cubicBezTo>
                    <a:pt x="2175" y="875"/>
                    <a:pt x="2210" y="1051"/>
                    <a:pt x="2245" y="1232"/>
                  </a:cubicBezTo>
                  <a:cubicBezTo>
                    <a:pt x="2381" y="1911"/>
                    <a:pt x="2506" y="2550"/>
                    <a:pt x="1504" y="3189"/>
                  </a:cubicBezTo>
                  <a:cubicBezTo>
                    <a:pt x="1501" y="3191"/>
                    <a:pt x="1497" y="3192"/>
                    <a:pt x="1494" y="3192"/>
                  </a:cubicBezTo>
                  <a:cubicBezTo>
                    <a:pt x="1489" y="3192"/>
                    <a:pt x="1484" y="3190"/>
                    <a:pt x="1481" y="3186"/>
                  </a:cubicBezTo>
                  <a:cubicBezTo>
                    <a:pt x="698" y="2291"/>
                    <a:pt x="999" y="1712"/>
                    <a:pt x="1318" y="1099"/>
                  </a:cubicBezTo>
                  <a:cubicBezTo>
                    <a:pt x="1404" y="935"/>
                    <a:pt x="1487" y="776"/>
                    <a:pt x="1545" y="614"/>
                  </a:cubicBezTo>
                  <a:close/>
                  <a:moveTo>
                    <a:pt x="1331" y="0"/>
                  </a:moveTo>
                  <a:cubicBezTo>
                    <a:pt x="1269" y="0"/>
                    <a:pt x="1208" y="20"/>
                    <a:pt x="1157" y="58"/>
                  </a:cubicBezTo>
                  <a:cubicBezTo>
                    <a:pt x="1096" y="104"/>
                    <a:pt x="1055" y="173"/>
                    <a:pt x="1044" y="249"/>
                  </a:cubicBezTo>
                  <a:cubicBezTo>
                    <a:pt x="1021" y="415"/>
                    <a:pt x="915" y="618"/>
                    <a:pt x="804" y="831"/>
                  </a:cubicBezTo>
                  <a:cubicBezTo>
                    <a:pt x="465" y="1482"/>
                    <a:pt x="0" y="2374"/>
                    <a:pt x="1044" y="3568"/>
                  </a:cubicBezTo>
                  <a:cubicBezTo>
                    <a:pt x="1160" y="3701"/>
                    <a:pt x="1327" y="3772"/>
                    <a:pt x="1497" y="3772"/>
                  </a:cubicBezTo>
                  <a:cubicBezTo>
                    <a:pt x="1606" y="3772"/>
                    <a:pt x="1717" y="3741"/>
                    <a:pt x="1816" y="3679"/>
                  </a:cubicBezTo>
                  <a:cubicBezTo>
                    <a:pt x="2404" y="3303"/>
                    <a:pt x="2749" y="2869"/>
                    <a:pt x="2869" y="2350"/>
                  </a:cubicBezTo>
                  <a:cubicBezTo>
                    <a:pt x="2971" y="1904"/>
                    <a:pt x="2888" y="1487"/>
                    <a:pt x="2815" y="1120"/>
                  </a:cubicBezTo>
                  <a:cubicBezTo>
                    <a:pt x="2769" y="884"/>
                    <a:pt x="2723" y="659"/>
                    <a:pt x="2748" y="493"/>
                  </a:cubicBezTo>
                  <a:cubicBezTo>
                    <a:pt x="2759" y="418"/>
                    <a:pt x="2739" y="340"/>
                    <a:pt x="2693" y="279"/>
                  </a:cubicBezTo>
                  <a:cubicBezTo>
                    <a:pt x="2647" y="216"/>
                    <a:pt x="2578" y="176"/>
                    <a:pt x="2502" y="165"/>
                  </a:cubicBezTo>
                  <a:lnTo>
                    <a:pt x="1372" y="3"/>
                  </a:lnTo>
                  <a:cubicBezTo>
                    <a:pt x="1358" y="1"/>
                    <a:pt x="1345" y="0"/>
                    <a:pt x="1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0"/>
            <p:cNvSpPr/>
            <p:nvPr/>
          </p:nvSpPr>
          <p:spPr>
            <a:xfrm>
              <a:off x="3917941" y="3988819"/>
              <a:ext cx="68799" cy="242620"/>
            </a:xfrm>
            <a:custGeom>
              <a:rect b="b" l="l" r="r" t="t"/>
              <a:pathLst>
                <a:path extrusionOk="0" h="8714" w="2471">
                  <a:moveTo>
                    <a:pt x="1945" y="0"/>
                  </a:moveTo>
                  <a:cubicBezTo>
                    <a:pt x="1708" y="0"/>
                    <a:pt x="1498" y="171"/>
                    <a:pt x="1455" y="410"/>
                  </a:cubicBezTo>
                  <a:lnTo>
                    <a:pt x="1" y="8488"/>
                  </a:lnTo>
                  <a:lnTo>
                    <a:pt x="1568" y="8714"/>
                  </a:lnTo>
                  <a:lnTo>
                    <a:pt x="2441" y="552"/>
                  </a:lnTo>
                  <a:cubicBezTo>
                    <a:pt x="2471" y="285"/>
                    <a:pt x="2282" y="43"/>
                    <a:pt x="2016" y="5"/>
                  </a:cubicBezTo>
                  <a:cubicBezTo>
                    <a:pt x="1992" y="2"/>
                    <a:pt x="1968" y="0"/>
                    <a:pt x="1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0"/>
            <p:cNvSpPr/>
            <p:nvPr/>
          </p:nvSpPr>
          <p:spPr>
            <a:xfrm>
              <a:off x="3917941" y="4198504"/>
              <a:ext cx="46553" cy="32938"/>
            </a:xfrm>
            <a:custGeom>
              <a:rect b="b" l="l" r="r" t="t"/>
              <a:pathLst>
                <a:path extrusionOk="0" h="1183" w="1672">
                  <a:moveTo>
                    <a:pt x="173" y="1"/>
                  </a:moveTo>
                  <a:lnTo>
                    <a:pt x="1" y="957"/>
                  </a:lnTo>
                  <a:lnTo>
                    <a:pt x="1568" y="1183"/>
                  </a:lnTo>
                  <a:lnTo>
                    <a:pt x="1672" y="217"/>
                  </a:lnTo>
                  <a:lnTo>
                    <a:pt x="173" y="1"/>
                  </a:lnTo>
                  <a:close/>
                </a:path>
              </a:pathLst>
            </a:custGeom>
            <a:solidFill>
              <a:srgbClr val="364B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0"/>
            <p:cNvSpPr/>
            <p:nvPr/>
          </p:nvSpPr>
          <p:spPr>
            <a:xfrm>
              <a:off x="3904716" y="4215962"/>
              <a:ext cx="60084" cy="94748"/>
            </a:xfrm>
            <a:custGeom>
              <a:rect b="b" l="l" r="r" t="t"/>
              <a:pathLst>
                <a:path extrusionOk="0" h="3403" w="2158">
                  <a:moveTo>
                    <a:pt x="580" y="0"/>
                  </a:moveTo>
                  <a:cubicBezTo>
                    <a:pt x="504" y="0"/>
                    <a:pt x="438" y="56"/>
                    <a:pt x="427" y="134"/>
                  </a:cubicBezTo>
                  <a:lnTo>
                    <a:pt x="12" y="3023"/>
                  </a:lnTo>
                  <a:cubicBezTo>
                    <a:pt x="0" y="3107"/>
                    <a:pt x="59" y="3186"/>
                    <a:pt x="144" y="3199"/>
                  </a:cubicBezTo>
                  <a:lnTo>
                    <a:pt x="1555" y="3401"/>
                  </a:lnTo>
                  <a:cubicBezTo>
                    <a:pt x="1563" y="3402"/>
                    <a:pt x="1570" y="3403"/>
                    <a:pt x="1577" y="3403"/>
                  </a:cubicBezTo>
                  <a:cubicBezTo>
                    <a:pt x="1654" y="3403"/>
                    <a:pt x="1720" y="3346"/>
                    <a:pt x="1731" y="3269"/>
                  </a:cubicBezTo>
                  <a:lnTo>
                    <a:pt x="2146" y="380"/>
                  </a:lnTo>
                  <a:cubicBezTo>
                    <a:pt x="2158" y="295"/>
                    <a:pt x="2098" y="217"/>
                    <a:pt x="2014" y="204"/>
                  </a:cubicBezTo>
                  <a:lnTo>
                    <a:pt x="603" y="2"/>
                  </a:lnTo>
                  <a:cubicBezTo>
                    <a:pt x="595" y="1"/>
                    <a:pt x="588" y="0"/>
                    <a:pt x="580" y="0"/>
                  </a:cubicBezTo>
                  <a:close/>
                </a:path>
              </a:pathLst>
            </a:custGeom>
            <a:solidFill>
              <a:srgbClr val="EF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0"/>
            <p:cNvSpPr/>
            <p:nvPr/>
          </p:nvSpPr>
          <p:spPr>
            <a:xfrm>
              <a:off x="3928717" y="4218857"/>
              <a:ext cx="36084" cy="91852"/>
            </a:xfrm>
            <a:custGeom>
              <a:rect b="b" l="l" r="r" t="t"/>
              <a:pathLst>
                <a:path extrusionOk="0" h="3299" w="1296">
                  <a:moveTo>
                    <a:pt x="458" y="0"/>
                  </a:moveTo>
                  <a:lnTo>
                    <a:pt x="458" y="0"/>
                  </a:lnTo>
                  <a:lnTo>
                    <a:pt x="458" y="0"/>
                  </a:lnTo>
                  <a:cubicBezTo>
                    <a:pt x="458" y="0"/>
                    <a:pt x="458" y="0"/>
                    <a:pt x="458" y="0"/>
                  </a:cubicBezTo>
                  <a:close/>
                  <a:moveTo>
                    <a:pt x="1" y="3197"/>
                  </a:moveTo>
                  <a:cubicBezTo>
                    <a:pt x="1" y="3197"/>
                    <a:pt x="1" y="3197"/>
                    <a:pt x="1" y="3197"/>
                  </a:cubicBezTo>
                  <a:lnTo>
                    <a:pt x="1" y="3197"/>
                  </a:lnTo>
                  <a:lnTo>
                    <a:pt x="1" y="3197"/>
                  </a:lnTo>
                  <a:close/>
                  <a:moveTo>
                    <a:pt x="458" y="0"/>
                  </a:moveTo>
                  <a:lnTo>
                    <a:pt x="458" y="0"/>
                  </a:lnTo>
                  <a:cubicBezTo>
                    <a:pt x="543" y="13"/>
                    <a:pt x="602" y="92"/>
                    <a:pt x="590" y="177"/>
                  </a:cubicBezTo>
                  <a:lnTo>
                    <a:pt x="176" y="3065"/>
                  </a:lnTo>
                  <a:cubicBezTo>
                    <a:pt x="165" y="3143"/>
                    <a:pt x="98" y="3199"/>
                    <a:pt x="23" y="3199"/>
                  </a:cubicBezTo>
                  <a:cubicBezTo>
                    <a:pt x="15" y="3199"/>
                    <a:pt x="8" y="3198"/>
                    <a:pt x="1" y="3197"/>
                  </a:cubicBezTo>
                  <a:lnTo>
                    <a:pt x="1" y="3197"/>
                  </a:lnTo>
                  <a:lnTo>
                    <a:pt x="693" y="3297"/>
                  </a:lnTo>
                  <a:cubicBezTo>
                    <a:pt x="701" y="3298"/>
                    <a:pt x="708" y="3299"/>
                    <a:pt x="715" y="3299"/>
                  </a:cubicBezTo>
                  <a:cubicBezTo>
                    <a:pt x="792" y="3299"/>
                    <a:pt x="858" y="3242"/>
                    <a:pt x="869" y="3165"/>
                  </a:cubicBezTo>
                  <a:lnTo>
                    <a:pt x="1284" y="276"/>
                  </a:lnTo>
                  <a:cubicBezTo>
                    <a:pt x="1296" y="191"/>
                    <a:pt x="1236" y="113"/>
                    <a:pt x="1152" y="100"/>
                  </a:cubicBezTo>
                  <a:lnTo>
                    <a:pt x="458" y="0"/>
                  </a:lnTo>
                  <a:close/>
                </a:path>
              </a:pathLst>
            </a:custGeom>
            <a:solidFill>
              <a:srgbClr val="CBE5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0"/>
            <p:cNvSpPr/>
            <p:nvPr/>
          </p:nvSpPr>
          <p:spPr>
            <a:xfrm>
              <a:off x="3896085" y="4207887"/>
              <a:ext cx="77346" cy="110897"/>
            </a:xfrm>
            <a:custGeom>
              <a:rect b="b" l="l" r="r" t="t"/>
              <a:pathLst>
                <a:path extrusionOk="0" h="3983" w="2778">
                  <a:moveTo>
                    <a:pt x="1004" y="598"/>
                  </a:moveTo>
                  <a:lnTo>
                    <a:pt x="2149" y="763"/>
                  </a:lnTo>
                  <a:lnTo>
                    <a:pt x="1773" y="3385"/>
                  </a:lnTo>
                  <a:lnTo>
                    <a:pt x="629" y="3220"/>
                  </a:lnTo>
                  <a:lnTo>
                    <a:pt x="1004" y="598"/>
                  </a:lnTo>
                  <a:close/>
                  <a:moveTo>
                    <a:pt x="888" y="1"/>
                  </a:moveTo>
                  <a:cubicBezTo>
                    <a:pt x="793" y="1"/>
                    <a:pt x="701" y="31"/>
                    <a:pt x="624" y="89"/>
                  </a:cubicBezTo>
                  <a:cubicBezTo>
                    <a:pt x="529" y="160"/>
                    <a:pt x="466" y="265"/>
                    <a:pt x="449" y="382"/>
                  </a:cubicBezTo>
                  <a:lnTo>
                    <a:pt x="36" y="3272"/>
                  </a:lnTo>
                  <a:cubicBezTo>
                    <a:pt x="0" y="3514"/>
                    <a:pt x="170" y="3741"/>
                    <a:pt x="413" y="3775"/>
                  </a:cubicBezTo>
                  <a:lnTo>
                    <a:pt x="1824" y="3978"/>
                  </a:lnTo>
                  <a:cubicBezTo>
                    <a:pt x="1846" y="3981"/>
                    <a:pt x="1866" y="3983"/>
                    <a:pt x="1887" y="3983"/>
                  </a:cubicBezTo>
                  <a:cubicBezTo>
                    <a:pt x="2106" y="3983"/>
                    <a:pt x="2297" y="3822"/>
                    <a:pt x="2329" y="3600"/>
                  </a:cubicBezTo>
                  <a:lnTo>
                    <a:pt x="2742" y="712"/>
                  </a:lnTo>
                  <a:cubicBezTo>
                    <a:pt x="2778" y="468"/>
                    <a:pt x="2608" y="242"/>
                    <a:pt x="2365" y="207"/>
                  </a:cubicBezTo>
                  <a:lnTo>
                    <a:pt x="953" y="5"/>
                  </a:lnTo>
                  <a:cubicBezTo>
                    <a:pt x="931" y="2"/>
                    <a:pt x="910" y="1"/>
                    <a:pt x="8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0"/>
            <p:cNvSpPr/>
            <p:nvPr/>
          </p:nvSpPr>
          <p:spPr>
            <a:xfrm>
              <a:off x="3914990" y="4351752"/>
              <a:ext cx="18989" cy="18237"/>
            </a:xfrm>
            <a:custGeom>
              <a:rect b="b" l="l" r="r" t="t"/>
              <a:pathLst>
                <a:path extrusionOk="0" h="655" w="682">
                  <a:moveTo>
                    <a:pt x="353" y="1"/>
                  </a:moveTo>
                  <a:cubicBezTo>
                    <a:pt x="235" y="1"/>
                    <a:pt x="124" y="74"/>
                    <a:pt x="81" y="193"/>
                  </a:cubicBezTo>
                  <a:lnTo>
                    <a:pt x="54" y="267"/>
                  </a:lnTo>
                  <a:cubicBezTo>
                    <a:pt x="1" y="418"/>
                    <a:pt x="79" y="584"/>
                    <a:pt x="230" y="638"/>
                  </a:cubicBezTo>
                  <a:cubicBezTo>
                    <a:pt x="262" y="650"/>
                    <a:pt x="295" y="655"/>
                    <a:pt x="328" y="655"/>
                  </a:cubicBezTo>
                  <a:cubicBezTo>
                    <a:pt x="447" y="655"/>
                    <a:pt x="558" y="582"/>
                    <a:pt x="601" y="463"/>
                  </a:cubicBezTo>
                  <a:lnTo>
                    <a:pt x="628" y="389"/>
                  </a:lnTo>
                  <a:cubicBezTo>
                    <a:pt x="681" y="238"/>
                    <a:pt x="603" y="72"/>
                    <a:pt x="452" y="18"/>
                  </a:cubicBezTo>
                  <a:cubicBezTo>
                    <a:pt x="419" y="6"/>
                    <a:pt x="386" y="1"/>
                    <a:pt x="3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0"/>
            <p:cNvSpPr/>
            <p:nvPr/>
          </p:nvSpPr>
          <p:spPr>
            <a:xfrm>
              <a:off x="3899649" y="4275351"/>
              <a:ext cx="63063" cy="22719"/>
            </a:xfrm>
            <a:custGeom>
              <a:rect b="b" l="l" r="r" t="t"/>
              <a:pathLst>
                <a:path extrusionOk="0" h="816" w="2265">
                  <a:moveTo>
                    <a:pt x="309" y="0"/>
                  </a:moveTo>
                  <a:cubicBezTo>
                    <a:pt x="168" y="0"/>
                    <a:pt x="45" y="104"/>
                    <a:pt x="24" y="248"/>
                  </a:cubicBezTo>
                  <a:cubicBezTo>
                    <a:pt x="0" y="407"/>
                    <a:pt x="111" y="555"/>
                    <a:pt x="270" y="578"/>
                  </a:cubicBezTo>
                  <a:lnTo>
                    <a:pt x="1913" y="813"/>
                  </a:lnTo>
                  <a:cubicBezTo>
                    <a:pt x="1926" y="814"/>
                    <a:pt x="1941" y="816"/>
                    <a:pt x="1954" y="816"/>
                  </a:cubicBezTo>
                  <a:cubicBezTo>
                    <a:pt x="2096" y="816"/>
                    <a:pt x="2220" y="712"/>
                    <a:pt x="2241" y="567"/>
                  </a:cubicBezTo>
                  <a:cubicBezTo>
                    <a:pt x="2264" y="408"/>
                    <a:pt x="2153" y="261"/>
                    <a:pt x="1995" y="239"/>
                  </a:cubicBezTo>
                  <a:lnTo>
                    <a:pt x="352" y="3"/>
                  </a:lnTo>
                  <a:cubicBezTo>
                    <a:pt x="338" y="1"/>
                    <a:pt x="323" y="0"/>
                    <a:pt x="3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0"/>
            <p:cNvSpPr/>
            <p:nvPr/>
          </p:nvSpPr>
          <p:spPr>
            <a:xfrm>
              <a:off x="3906108" y="4230273"/>
              <a:ext cx="63035" cy="22747"/>
            </a:xfrm>
            <a:custGeom>
              <a:rect b="b" l="l" r="r" t="t"/>
              <a:pathLst>
                <a:path extrusionOk="0" h="817" w="2264">
                  <a:moveTo>
                    <a:pt x="309" y="1"/>
                  </a:moveTo>
                  <a:cubicBezTo>
                    <a:pt x="168" y="1"/>
                    <a:pt x="44" y="105"/>
                    <a:pt x="23" y="249"/>
                  </a:cubicBezTo>
                  <a:cubicBezTo>
                    <a:pt x="0" y="408"/>
                    <a:pt x="111" y="555"/>
                    <a:pt x="270" y="578"/>
                  </a:cubicBezTo>
                  <a:lnTo>
                    <a:pt x="1913" y="814"/>
                  </a:lnTo>
                  <a:cubicBezTo>
                    <a:pt x="1927" y="815"/>
                    <a:pt x="1941" y="816"/>
                    <a:pt x="1954" y="816"/>
                  </a:cubicBezTo>
                  <a:cubicBezTo>
                    <a:pt x="2097" y="816"/>
                    <a:pt x="2220" y="712"/>
                    <a:pt x="2241" y="567"/>
                  </a:cubicBezTo>
                  <a:cubicBezTo>
                    <a:pt x="2264" y="409"/>
                    <a:pt x="2154" y="261"/>
                    <a:pt x="1996" y="239"/>
                  </a:cubicBezTo>
                  <a:lnTo>
                    <a:pt x="351" y="4"/>
                  </a:lnTo>
                  <a:cubicBezTo>
                    <a:pt x="337" y="2"/>
                    <a:pt x="323" y="1"/>
                    <a:pt x="3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0"/>
            <p:cNvSpPr/>
            <p:nvPr/>
          </p:nvSpPr>
          <p:spPr>
            <a:xfrm>
              <a:off x="3723458" y="3931463"/>
              <a:ext cx="108697" cy="106553"/>
            </a:xfrm>
            <a:custGeom>
              <a:rect b="b" l="l" r="r" t="t"/>
              <a:pathLst>
                <a:path extrusionOk="0" h="3827" w="3904">
                  <a:moveTo>
                    <a:pt x="1743" y="1"/>
                  </a:moveTo>
                  <a:cubicBezTo>
                    <a:pt x="1635" y="1"/>
                    <a:pt x="1528" y="48"/>
                    <a:pt x="1456" y="136"/>
                  </a:cubicBezTo>
                  <a:cubicBezTo>
                    <a:pt x="1" y="1912"/>
                    <a:pt x="1494" y="2901"/>
                    <a:pt x="1657" y="3827"/>
                  </a:cubicBezTo>
                  <a:lnTo>
                    <a:pt x="3003" y="3590"/>
                  </a:lnTo>
                  <a:cubicBezTo>
                    <a:pt x="2839" y="2663"/>
                    <a:pt x="3904" y="1224"/>
                    <a:pt x="1929" y="52"/>
                  </a:cubicBezTo>
                  <a:cubicBezTo>
                    <a:pt x="1871" y="17"/>
                    <a:pt x="1807" y="1"/>
                    <a:pt x="1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0"/>
            <p:cNvSpPr/>
            <p:nvPr/>
          </p:nvSpPr>
          <p:spPr>
            <a:xfrm>
              <a:off x="3745928" y="3965180"/>
              <a:ext cx="70998" cy="72836"/>
            </a:xfrm>
            <a:custGeom>
              <a:rect b="b" l="l" r="r" t="t"/>
              <a:pathLst>
                <a:path extrusionOk="0" h="2616" w="2550">
                  <a:moveTo>
                    <a:pt x="2215" y="1"/>
                  </a:moveTo>
                  <a:lnTo>
                    <a:pt x="2215" y="1"/>
                  </a:lnTo>
                  <a:cubicBezTo>
                    <a:pt x="2153" y="554"/>
                    <a:pt x="1787" y="1009"/>
                    <a:pt x="1277" y="1100"/>
                  </a:cubicBezTo>
                  <a:cubicBezTo>
                    <a:pt x="1217" y="1110"/>
                    <a:pt x="1157" y="1115"/>
                    <a:pt x="1097" y="1115"/>
                  </a:cubicBezTo>
                  <a:cubicBezTo>
                    <a:pt x="652" y="1115"/>
                    <a:pt x="237" y="827"/>
                    <a:pt x="18" y="387"/>
                  </a:cubicBezTo>
                  <a:lnTo>
                    <a:pt x="18" y="387"/>
                  </a:lnTo>
                  <a:cubicBezTo>
                    <a:pt x="0" y="1315"/>
                    <a:pt x="739" y="1980"/>
                    <a:pt x="850" y="2616"/>
                  </a:cubicBezTo>
                  <a:lnTo>
                    <a:pt x="2196" y="2379"/>
                  </a:lnTo>
                  <a:cubicBezTo>
                    <a:pt x="2083" y="1744"/>
                    <a:pt x="2549" y="867"/>
                    <a:pt x="2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0"/>
            <p:cNvSpPr/>
            <p:nvPr/>
          </p:nvSpPr>
          <p:spPr>
            <a:xfrm>
              <a:off x="3777390" y="4115588"/>
              <a:ext cx="91101" cy="289952"/>
            </a:xfrm>
            <a:custGeom>
              <a:rect b="b" l="l" r="r" t="t"/>
              <a:pathLst>
                <a:path extrusionOk="0" h="10414" w="3272">
                  <a:moveTo>
                    <a:pt x="1868" y="0"/>
                  </a:moveTo>
                  <a:lnTo>
                    <a:pt x="1" y="330"/>
                  </a:lnTo>
                  <a:lnTo>
                    <a:pt x="2052" y="9941"/>
                  </a:lnTo>
                  <a:cubicBezTo>
                    <a:pt x="2112" y="10220"/>
                    <a:pt x="2358" y="10413"/>
                    <a:pt x="2635" y="10413"/>
                  </a:cubicBezTo>
                  <a:cubicBezTo>
                    <a:pt x="2670" y="10413"/>
                    <a:pt x="2705" y="10410"/>
                    <a:pt x="2740" y="10404"/>
                  </a:cubicBezTo>
                  <a:cubicBezTo>
                    <a:pt x="3056" y="10348"/>
                    <a:pt x="3272" y="10052"/>
                    <a:pt x="3228" y="9733"/>
                  </a:cubicBezTo>
                  <a:lnTo>
                    <a:pt x="1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0"/>
            <p:cNvSpPr/>
            <p:nvPr/>
          </p:nvSpPr>
          <p:spPr>
            <a:xfrm>
              <a:off x="3758596" y="4021200"/>
              <a:ext cx="74896" cy="114461"/>
            </a:xfrm>
            <a:custGeom>
              <a:rect b="b" l="l" r="r" t="t"/>
              <a:pathLst>
                <a:path extrusionOk="0" h="4111" w="2690">
                  <a:moveTo>
                    <a:pt x="1883" y="1"/>
                  </a:moveTo>
                  <a:cubicBezTo>
                    <a:pt x="1872" y="1"/>
                    <a:pt x="1861" y="2"/>
                    <a:pt x="1850" y="4"/>
                  </a:cubicBezTo>
                  <a:lnTo>
                    <a:pt x="168" y="300"/>
                  </a:lnTo>
                  <a:cubicBezTo>
                    <a:pt x="67" y="318"/>
                    <a:pt x="0" y="415"/>
                    <a:pt x="18" y="516"/>
                  </a:cubicBezTo>
                  <a:lnTo>
                    <a:pt x="625" y="3956"/>
                  </a:lnTo>
                  <a:cubicBezTo>
                    <a:pt x="641" y="4047"/>
                    <a:pt x="719" y="4111"/>
                    <a:pt x="807" y="4111"/>
                  </a:cubicBezTo>
                  <a:cubicBezTo>
                    <a:pt x="818" y="4111"/>
                    <a:pt x="829" y="4110"/>
                    <a:pt x="840" y="4108"/>
                  </a:cubicBezTo>
                  <a:lnTo>
                    <a:pt x="2521" y="3811"/>
                  </a:lnTo>
                  <a:cubicBezTo>
                    <a:pt x="2622" y="3793"/>
                    <a:pt x="2689" y="3697"/>
                    <a:pt x="2672" y="3595"/>
                  </a:cubicBezTo>
                  <a:lnTo>
                    <a:pt x="2065" y="155"/>
                  </a:lnTo>
                  <a:cubicBezTo>
                    <a:pt x="2050" y="65"/>
                    <a:pt x="1971"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0"/>
            <p:cNvSpPr/>
            <p:nvPr/>
          </p:nvSpPr>
          <p:spPr>
            <a:xfrm>
              <a:off x="3754837" y="4037711"/>
              <a:ext cx="72001" cy="25782"/>
            </a:xfrm>
            <a:custGeom>
              <a:rect b="b" l="l" r="r" t="t"/>
              <a:pathLst>
                <a:path extrusionOk="0" h="926" w="2586">
                  <a:moveTo>
                    <a:pt x="2273" y="0"/>
                  </a:moveTo>
                  <a:cubicBezTo>
                    <a:pt x="2256" y="0"/>
                    <a:pt x="2239" y="1"/>
                    <a:pt x="2222" y="4"/>
                  </a:cubicBezTo>
                  <a:lnTo>
                    <a:pt x="264" y="350"/>
                  </a:lnTo>
                  <a:cubicBezTo>
                    <a:pt x="107" y="378"/>
                    <a:pt x="1" y="528"/>
                    <a:pt x="29" y="686"/>
                  </a:cubicBezTo>
                  <a:cubicBezTo>
                    <a:pt x="55" y="827"/>
                    <a:pt x="177" y="925"/>
                    <a:pt x="314" y="925"/>
                  </a:cubicBezTo>
                  <a:cubicBezTo>
                    <a:pt x="331" y="925"/>
                    <a:pt x="349" y="924"/>
                    <a:pt x="366" y="922"/>
                  </a:cubicBezTo>
                  <a:lnTo>
                    <a:pt x="2323" y="577"/>
                  </a:lnTo>
                  <a:cubicBezTo>
                    <a:pt x="2480" y="548"/>
                    <a:pt x="2585" y="397"/>
                    <a:pt x="2559" y="240"/>
                  </a:cubicBezTo>
                  <a:cubicBezTo>
                    <a:pt x="2533" y="100"/>
                    <a:pt x="2410" y="0"/>
                    <a:pt x="2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0"/>
            <p:cNvSpPr/>
            <p:nvPr/>
          </p:nvSpPr>
          <p:spPr>
            <a:xfrm>
              <a:off x="3764332" y="4091392"/>
              <a:ext cx="71973" cy="25782"/>
            </a:xfrm>
            <a:custGeom>
              <a:rect b="b" l="l" r="r" t="t"/>
              <a:pathLst>
                <a:path extrusionOk="0" h="926" w="2585">
                  <a:moveTo>
                    <a:pt x="2272" y="0"/>
                  </a:moveTo>
                  <a:cubicBezTo>
                    <a:pt x="2255" y="0"/>
                    <a:pt x="2238" y="2"/>
                    <a:pt x="2221" y="5"/>
                  </a:cubicBezTo>
                  <a:lnTo>
                    <a:pt x="264" y="350"/>
                  </a:lnTo>
                  <a:cubicBezTo>
                    <a:pt x="106" y="378"/>
                    <a:pt x="0" y="528"/>
                    <a:pt x="28" y="685"/>
                  </a:cubicBezTo>
                  <a:cubicBezTo>
                    <a:pt x="53" y="827"/>
                    <a:pt x="176" y="926"/>
                    <a:pt x="314" y="926"/>
                  </a:cubicBezTo>
                  <a:cubicBezTo>
                    <a:pt x="331" y="926"/>
                    <a:pt x="348" y="924"/>
                    <a:pt x="365" y="921"/>
                  </a:cubicBezTo>
                  <a:lnTo>
                    <a:pt x="2321" y="576"/>
                  </a:lnTo>
                  <a:cubicBezTo>
                    <a:pt x="2480" y="547"/>
                    <a:pt x="2585" y="397"/>
                    <a:pt x="2557" y="240"/>
                  </a:cubicBezTo>
                  <a:cubicBezTo>
                    <a:pt x="2533" y="99"/>
                    <a:pt x="2410" y="0"/>
                    <a:pt x="2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0"/>
            <p:cNvSpPr/>
            <p:nvPr/>
          </p:nvSpPr>
          <p:spPr>
            <a:xfrm>
              <a:off x="3776611" y="4215099"/>
              <a:ext cx="200215" cy="250972"/>
            </a:xfrm>
            <a:custGeom>
              <a:rect b="b" l="l" r="r" t="t"/>
              <a:pathLst>
                <a:path extrusionOk="0" h="9014" w="7191">
                  <a:moveTo>
                    <a:pt x="1" y="0"/>
                  </a:moveTo>
                  <a:lnTo>
                    <a:pt x="759" y="8461"/>
                  </a:lnTo>
                  <a:cubicBezTo>
                    <a:pt x="789" y="8773"/>
                    <a:pt x="1050" y="9013"/>
                    <a:pt x="1364" y="9013"/>
                  </a:cubicBezTo>
                  <a:lnTo>
                    <a:pt x="5826" y="9013"/>
                  </a:lnTo>
                  <a:cubicBezTo>
                    <a:pt x="6140" y="9013"/>
                    <a:pt x="6403" y="8773"/>
                    <a:pt x="6431" y="8461"/>
                  </a:cubicBezTo>
                  <a:lnTo>
                    <a:pt x="7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0"/>
            <p:cNvSpPr/>
            <p:nvPr/>
          </p:nvSpPr>
          <p:spPr>
            <a:xfrm>
              <a:off x="3762244" y="4200119"/>
              <a:ext cx="228921" cy="51982"/>
            </a:xfrm>
            <a:custGeom>
              <a:rect b="b" l="l" r="r" t="t"/>
              <a:pathLst>
                <a:path extrusionOk="0" h="1867" w="8222">
                  <a:moveTo>
                    <a:pt x="409" y="0"/>
                  </a:moveTo>
                  <a:cubicBezTo>
                    <a:pt x="184" y="0"/>
                    <a:pt x="1" y="183"/>
                    <a:pt x="1" y="409"/>
                  </a:cubicBezTo>
                  <a:lnTo>
                    <a:pt x="1" y="1458"/>
                  </a:lnTo>
                  <a:cubicBezTo>
                    <a:pt x="1" y="1683"/>
                    <a:pt x="184" y="1866"/>
                    <a:pt x="409" y="1866"/>
                  </a:cubicBezTo>
                  <a:lnTo>
                    <a:pt x="7814" y="1866"/>
                  </a:lnTo>
                  <a:cubicBezTo>
                    <a:pt x="8039" y="1866"/>
                    <a:pt x="8221" y="1683"/>
                    <a:pt x="8221" y="1458"/>
                  </a:cubicBezTo>
                  <a:lnTo>
                    <a:pt x="8221" y="409"/>
                  </a:lnTo>
                  <a:cubicBezTo>
                    <a:pt x="8221" y="183"/>
                    <a:pt x="8039" y="0"/>
                    <a:pt x="7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0"/>
            <p:cNvSpPr/>
            <p:nvPr/>
          </p:nvSpPr>
          <p:spPr>
            <a:xfrm>
              <a:off x="3721899" y="4355761"/>
              <a:ext cx="109421" cy="42154"/>
            </a:xfrm>
            <a:custGeom>
              <a:rect b="b" l="l" r="r" t="t"/>
              <a:pathLst>
                <a:path extrusionOk="0" h="1514" w="3930">
                  <a:moveTo>
                    <a:pt x="391" y="1"/>
                  </a:moveTo>
                  <a:cubicBezTo>
                    <a:pt x="176" y="1"/>
                    <a:pt x="1" y="177"/>
                    <a:pt x="1" y="391"/>
                  </a:cubicBezTo>
                  <a:lnTo>
                    <a:pt x="1" y="1513"/>
                  </a:lnTo>
                  <a:lnTo>
                    <a:pt x="3929" y="1513"/>
                  </a:lnTo>
                  <a:lnTo>
                    <a:pt x="3929" y="391"/>
                  </a:lnTo>
                  <a:cubicBezTo>
                    <a:pt x="3929" y="177"/>
                    <a:pt x="3755" y="1"/>
                    <a:pt x="3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0"/>
            <p:cNvSpPr/>
            <p:nvPr/>
          </p:nvSpPr>
          <p:spPr>
            <a:xfrm>
              <a:off x="3721899" y="4387029"/>
              <a:ext cx="109421" cy="79045"/>
            </a:xfrm>
            <a:custGeom>
              <a:rect b="b" l="l" r="r" t="t"/>
              <a:pathLst>
                <a:path extrusionOk="0" h="2839" w="3930">
                  <a:moveTo>
                    <a:pt x="1" y="0"/>
                  </a:moveTo>
                  <a:lnTo>
                    <a:pt x="1" y="2448"/>
                  </a:lnTo>
                  <a:cubicBezTo>
                    <a:pt x="1" y="2663"/>
                    <a:pt x="176" y="2838"/>
                    <a:pt x="391" y="2838"/>
                  </a:cubicBezTo>
                  <a:lnTo>
                    <a:pt x="3539" y="2838"/>
                  </a:lnTo>
                  <a:cubicBezTo>
                    <a:pt x="3755" y="2838"/>
                    <a:pt x="3929" y="2664"/>
                    <a:pt x="3929" y="2448"/>
                  </a:cubicBezTo>
                  <a:lnTo>
                    <a:pt x="39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0"/>
            <p:cNvSpPr/>
            <p:nvPr/>
          </p:nvSpPr>
          <p:spPr>
            <a:xfrm>
              <a:off x="3721899" y="4303695"/>
              <a:ext cx="109421" cy="52093"/>
            </a:xfrm>
            <a:custGeom>
              <a:rect b="b" l="l" r="r" t="t"/>
              <a:pathLst>
                <a:path extrusionOk="0" h="1871" w="3930">
                  <a:moveTo>
                    <a:pt x="391" y="0"/>
                  </a:moveTo>
                  <a:cubicBezTo>
                    <a:pt x="176" y="0"/>
                    <a:pt x="1" y="176"/>
                    <a:pt x="1" y="390"/>
                  </a:cubicBezTo>
                  <a:lnTo>
                    <a:pt x="1" y="1481"/>
                  </a:lnTo>
                  <a:cubicBezTo>
                    <a:pt x="1" y="1697"/>
                    <a:pt x="176" y="1871"/>
                    <a:pt x="391" y="1871"/>
                  </a:cubicBezTo>
                  <a:lnTo>
                    <a:pt x="3539" y="1871"/>
                  </a:lnTo>
                  <a:cubicBezTo>
                    <a:pt x="3755" y="1871"/>
                    <a:pt x="3929" y="1697"/>
                    <a:pt x="3929" y="1481"/>
                  </a:cubicBezTo>
                  <a:lnTo>
                    <a:pt x="3929" y="390"/>
                  </a:lnTo>
                  <a:cubicBezTo>
                    <a:pt x="3929" y="176"/>
                    <a:pt x="3755" y="0"/>
                    <a:pt x="35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0"/>
            <p:cNvSpPr/>
            <p:nvPr/>
          </p:nvSpPr>
          <p:spPr>
            <a:xfrm>
              <a:off x="3740192" y="4406435"/>
              <a:ext cx="50840" cy="16204"/>
            </a:xfrm>
            <a:custGeom>
              <a:rect b="b" l="l" r="r" t="t"/>
              <a:pathLst>
                <a:path extrusionOk="0" h="582" w="1826">
                  <a:moveTo>
                    <a:pt x="289" y="1"/>
                  </a:moveTo>
                  <a:cubicBezTo>
                    <a:pt x="129" y="1"/>
                    <a:pt x="0" y="130"/>
                    <a:pt x="0" y="291"/>
                  </a:cubicBezTo>
                  <a:cubicBezTo>
                    <a:pt x="0" y="451"/>
                    <a:pt x="129" y="581"/>
                    <a:pt x="289" y="581"/>
                  </a:cubicBezTo>
                  <a:lnTo>
                    <a:pt x="1536" y="581"/>
                  </a:lnTo>
                  <a:cubicBezTo>
                    <a:pt x="1695" y="581"/>
                    <a:pt x="1826" y="451"/>
                    <a:pt x="1826" y="291"/>
                  </a:cubicBezTo>
                  <a:cubicBezTo>
                    <a:pt x="1826" y="130"/>
                    <a:pt x="1695" y="1"/>
                    <a:pt x="1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0"/>
            <p:cNvSpPr/>
            <p:nvPr/>
          </p:nvSpPr>
          <p:spPr>
            <a:xfrm>
              <a:off x="3645164" y="4355761"/>
              <a:ext cx="109393" cy="42154"/>
            </a:xfrm>
            <a:custGeom>
              <a:rect b="b" l="l" r="r" t="t"/>
              <a:pathLst>
                <a:path extrusionOk="0" h="1514" w="3929">
                  <a:moveTo>
                    <a:pt x="391" y="1"/>
                  </a:moveTo>
                  <a:cubicBezTo>
                    <a:pt x="175" y="1"/>
                    <a:pt x="0" y="177"/>
                    <a:pt x="0" y="391"/>
                  </a:cubicBezTo>
                  <a:lnTo>
                    <a:pt x="0" y="1513"/>
                  </a:lnTo>
                  <a:lnTo>
                    <a:pt x="3929" y="1513"/>
                  </a:lnTo>
                  <a:lnTo>
                    <a:pt x="3929" y="391"/>
                  </a:lnTo>
                  <a:cubicBezTo>
                    <a:pt x="3929" y="177"/>
                    <a:pt x="3753" y="1"/>
                    <a:pt x="3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0"/>
            <p:cNvSpPr/>
            <p:nvPr/>
          </p:nvSpPr>
          <p:spPr>
            <a:xfrm>
              <a:off x="3645164" y="4387029"/>
              <a:ext cx="109393" cy="79045"/>
            </a:xfrm>
            <a:custGeom>
              <a:rect b="b" l="l" r="r" t="t"/>
              <a:pathLst>
                <a:path extrusionOk="0" h="2839" w="3929">
                  <a:moveTo>
                    <a:pt x="0" y="0"/>
                  </a:moveTo>
                  <a:lnTo>
                    <a:pt x="0" y="2448"/>
                  </a:lnTo>
                  <a:cubicBezTo>
                    <a:pt x="0" y="2663"/>
                    <a:pt x="175" y="2838"/>
                    <a:pt x="391" y="2838"/>
                  </a:cubicBezTo>
                  <a:lnTo>
                    <a:pt x="3539" y="2838"/>
                  </a:lnTo>
                  <a:cubicBezTo>
                    <a:pt x="3753" y="2838"/>
                    <a:pt x="3929" y="2664"/>
                    <a:pt x="3929" y="2448"/>
                  </a:cubicBezTo>
                  <a:lnTo>
                    <a:pt x="39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0"/>
            <p:cNvSpPr/>
            <p:nvPr/>
          </p:nvSpPr>
          <p:spPr>
            <a:xfrm>
              <a:off x="3645164" y="4303695"/>
              <a:ext cx="109393" cy="52093"/>
            </a:xfrm>
            <a:custGeom>
              <a:rect b="b" l="l" r="r" t="t"/>
              <a:pathLst>
                <a:path extrusionOk="0" h="1871" w="3929">
                  <a:moveTo>
                    <a:pt x="391" y="0"/>
                  </a:moveTo>
                  <a:cubicBezTo>
                    <a:pt x="175" y="0"/>
                    <a:pt x="0" y="176"/>
                    <a:pt x="0" y="390"/>
                  </a:cubicBezTo>
                  <a:lnTo>
                    <a:pt x="0" y="1481"/>
                  </a:lnTo>
                  <a:cubicBezTo>
                    <a:pt x="0" y="1697"/>
                    <a:pt x="175" y="1871"/>
                    <a:pt x="391" y="1871"/>
                  </a:cubicBezTo>
                  <a:lnTo>
                    <a:pt x="3539" y="1871"/>
                  </a:lnTo>
                  <a:cubicBezTo>
                    <a:pt x="3753" y="1871"/>
                    <a:pt x="3929" y="1697"/>
                    <a:pt x="3929" y="1481"/>
                  </a:cubicBezTo>
                  <a:lnTo>
                    <a:pt x="3929" y="390"/>
                  </a:lnTo>
                  <a:cubicBezTo>
                    <a:pt x="3929" y="176"/>
                    <a:pt x="3753" y="0"/>
                    <a:pt x="35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0"/>
            <p:cNvSpPr/>
            <p:nvPr/>
          </p:nvSpPr>
          <p:spPr>
            <a:xfrm>
              <a:off x="3663401" y="4406435"/>
              <a:ext cx="50868" cy="16204"/>
            </a:xfrm>
            <a:custGeom>
              <a:rect b="b" l="l" r="r" t="t"/>
              <a:pathLst>
                <a:path extrusionOk="0" h="582" w="1827">
                  <a:moveTo>
                    <a:pt x="291" y="1"/>
                  </a:moveTo>
                  <a:cubicBezTo>
                    <a:pt x="130" y="1"/>
                    <a:pt x="0" y="130"/>
                    <a:pt x="0" y="291"/>
                  </a:cubicBezTo>
                  <a:cubicBezTo>
                    <a:pt x="0" y="451"/>
                    <a:pt x="130" y="581"/>
                    <a:pt x="291" y="581"/>
                  </a:cubicBezTo>
                  <a:lnTo>
                    <a:pt x="1536" y="581"/>
                  </a:lnTo>
                  <a:cubicBezTo>
                    <a:pt x="1697" y="581"/>
                    <a:pt x="1826" y="451"/>
                    <a:pt x="1826" y="291"/>
                  </a:cubicBezTo>
                  <a:cubicBezTo>
                    <a:pt x="1826" y="130"/>
                    <a:pt x="1697" y="1"/>
                    <a:pt x="1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70"/>
          <p:cNvGrpSpPr/>
          <p:nvPr/>
        </p:nvGrpSpPr>
        <p:grpSpPr>
          <a:xfrm>
            <a:off x="3204975" y="3982014"/>
            <a:ext cx="511938" cy="501927"/>
            <a:chOff x="2824883" y="3930739"/>
            <a:chExt cx="535332" cy="535332"/>
          </a:xfrm>
        </p:grpSpPr>
        <p:sp>
          <p:nvSpPr>
            <p:cNvPr id="4675" name="Google Shape;4675;p70"/>
            <p:cNvSpPr/>
            <p:nvPr/>
          </p:nvSpPr>
          <p:spPr>
            <a:xfrm>
              <a:off x="2824883" y="3930739"/>
              <a:ext cx="259214" cy="259214"/>
            </a:xfrm>
            <a:custGeom>
              <a:rect b="b" l="l" r="r" t="t"/>
              <a:pathLst>
                <a:path extrusionOk="0" h="9310" w="9310">
                  <a:moveTo>
                    <a:pt x="1194" y="1"/>
                  </a:moveTo>
                  <a:cubicBezTo>
                    <a:pt x="535" y="1"/>
                    <a:pt x="1" y="535"/>
                    <a:pt x="1" y="1194"/>
                  </a:cubicBezTo>
                  <a:lnTo>
                    <a:pt x="1" y="8116"/>
                  </a:lnTo>
                  <a:cubicBezTo>
                    <a:pt x="1" y="8775"/>
                    <a:pt x="535" y="9309"/>
                    <a:pt x="1194" y="9309"/>
                  </a:cubicBezTo>
                  <a:lnTo>
                    <a:pt x="8116" y="9309"/>
                  </a:lnTo>
                  <a:cubicBezTo>
                    <a:pt x="8775" y="9309"/>
                    <a:pt x="9309" y="8775"/>
                    <a:pt x="9309" y="8116"/>
                  </a:cubicBezTo>
                  <a:lnTo>
                    <a:pt x="9309" y="1194"/>
                  </a:lnTo>
                  <a:cubicBezTo>
                    <a:pt x="9309" y="535"/>
                    <a:pt x="8775" y="1"/>
                    <a:pt x="8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0"/>
            <p:cNvSpPr/>
            <p:nvPr/>
          </p:nvSpPr>
          <p:spPr>
            <a:xfrm>
              <a:off x="2872968" y="3971194"/>
              <a:ext cx="163046" cy="178303"/>
            </a:xfrm>
            <a:custGeom>
              <a:rect b="b" l="l" r="r" t="t"/>
              <a:pathLst>
                <a:path extrusionOk="0" h="6404" w="5856">
                  <a:moveTo>
                    <a:pt x="2928" y="1"/>
                  </a:moveTo>
                  <a:cubicBezTo>
                    <a:pt x="2621" y="1"/>
                    <a:pt x="2371" y="251"/>
                    <a:pt x="2371" y="558"/>
                  </a:cubicBezTo>
                  <a:lnTo>
                    <a:pt x="2371" y="976"/>
                  </a:lnTo>
                  <a:lnTo>
                    <a:pt x="594" y="976"/>
                  </a:lnTo>
                  <a:cubicBezTo>
                    <a:pt x="285" y="976"/>
                    <a:pt x="36" y="1225"/>
                    <a:pt x="36" y="1534"/>
                  </a:cubicBezTo>
                  <a:cubicBezTo>
                    <a:pt x="36" y="1841"/>
                    <a:pt x="285" y="2091"/>
                    <a:pt x="594" y="2091"/>
                  </a:cubicBezTo>
                  <a:lnTo>
                    <a:pt x="3609" y="2091"/>
                  </a:lnTo>
                  <a:cubicBezTo>
                    <a:pt x="3540" y="2425"/>
                    <a:pt x="3417" y="2867"/>
                    <a:pt x="3202" y="3313"/>
                  </a:cubicBezTo>
                  <a:cubicBezTo>
                    <a:pt x="3118" y="3486"/>
                    <a:pt x="3027" y="3650"/>
                    <a:pt x="2928" y="3801"/>
                  </a:cubicBezTo>
                  <a:cubicBezTo>
                    <a:pt x="2890" y="3744"/>
                    <a:pt x="2854" y="3684"/>
                    <a:pt x="2818" y="3624"/>
                  </a:cubicBezTo>
                  <a:cubicBezTo>
                    <a:pt x="2715" y="3446"/>
                    <a:pt x="2528" y="3347"/>
                    <a:pt x="2336" y="3347"/>
                  </a:cubicBezTo>
                  <a:cubicBezTo>
                    <a:pt x="2241" y="3347"/>
                    <a:pt x="2144" y="3372"/>
                    <a:pt x="2056" y="3423"/>
                  </a:cubicBezTo>
                  <a:cubicBezTo>
                    <a:pt x="1790" y="3579"/>
                    <a:pt x="1701" y="3920"/>
                    <a:pt x="1856" y="4186"/>
                  </a:cubicBezTo>
                  <a:cubicBezTo>
                    <a:pt x="1950" y="4346"/>
                    <a:pt x="2050" y="4499"/>
                    <a:pt x="2157" y="4643"/>
                  </a:cubicBezTo>
                  <a:cubicBezTo>
                    <a:pt x="1700" y="4993"/>
                    <a:pt x="1153" y="5211"/>
                    <a:pt x="522" y="5293"/>
                  </a:cubicBezTo>
                  <a:cubicBezTo>
                    <a:pt x="216" y="5333"/>
                    <a:pt x="1" y="5612"/>
                    <a:pt x="40" y="5918"/>
                  </a:cubicBezTo>
                  <a:cubicBezTo>
                    <a:pt x="76" y="6199"/>
                    <a:pt x="317" y="6404"/>
                    <a:pt x="592" y="6404"/>
                  </a:cubicBezTo>
                  <a:cubicBezTo>
                    <a:pt x="617" y="6404"/>
                    <a:pt x="641" y="6402"/>
                    <a:pt x="666" y="6399"/>
                  </a:cubicBezTo>
                  <a:cubicBezTo>
                    <a:pt x="1539" y="6285"/>
                    <a:pt x="2301" y="5965"/>
                    <a:pt x="2929" y="5454"/>
                  </a:cubicBezTo>
                  <a:cubicBezTo>
                    <a:pt x="3560" y="5965"/>
                    <a:pt x="4322" y="6285"/>
                    <a:pt x="5192" y="6399"/>
                  </a:cubicBezTo>
                  <a:cubicBezTo>
                    <a:pt x="5216" y="6402"/>
                    <a:pt x="5239" y="6404"/>
                    <a:pt x="5264" y="6404"/>
                  </a:cubicBezTo>
                  <a:cubicBezTo>
                    <a:pt x="5539" y="6404"/>
                    <a:pt x="5780" y="6199"/>
                    <a:pt x="5816" y="5918"/>
                  </a:cubicBezTo>
                  <a:cubicBezTo>
                    <a:pt x="5855" y="5612"/>
                    <a:pt x="5641" y="5333"/>
                    <a:pt x="5334" y="5293"/>
                  </a:cubicBezTo>
                  <a:cubicBezTo>
                    <a:pt x="4704" y="5211"/>
                    <a:pt x="4157" y="4993"/>
                    <a:pt x="3700" y="4643"/>
                  </a:cubicBezTo>
                  <a:cubicBezTo>
                    <a:pt x="3898" y="4375"/>
                    <a:pt x="4073" y="4081"/>
                    <a:pt x="4226" y="3758"/>
                  </a:cubicBezTo>
                  <a:cubicBezTo>
                    <a:pt x="4526" y="3123"/>
                    <a:pt x="4672" y="2508"/>
                    <a:pt x="4744" y="2091"/>
                  </a:cubicBezTo>
                  <a:lnTo>
                    <a:pt x="5262" y="2091"/>
                  </a:lnTo>
                  <a:cubicBezTo>
                    <a:pt x="5571" y="2091"/>
                    <a:pt x="5821" y="1841"/>
                    <a:pt x="5821" y="1534"/>
                  </a:cubicBezTo>
                  <a:cubicBezTo>
                    <a:pt x="5821" y="1225"/>
                    <a:pt x="5571" y="976"/>
                    <a:pt x="5262" y="976"/>
                  </a:cubicBezTo>
                  <a:lnTo>
                    <a:pt x="3485" y="976"/>
                  </a:lnTo>
                  <a:lnTo>
                    <a:pt x="3485" y="558"/>
                  </a:lnTo>
                  <a:cubicBezTo>
                    <a:pt x="3485" y="251"/>
                    <a:pt x="3237"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0"/>
            <p:cNvSpPr/>
            <p:nvPr/>
          </p:nvSpPr>
          <p:spPr>
            <a:xfrm>
              <a:off x="3101001" y="4206913"/>
              <a:ext cx="259214" cy="259158"/>
            </a:xfrm>
            <a:custGeom>
              <a:rect b="b" l="l" r="r" t="t"/>
              <a:pathLst>
                <a:path extrusionOk="0" h="9308" w="9310">
                  <a:moveTo>
                    <a:pt x="1194" y="0"/>
                  </a:moveTo>
                  <a:cubicBezTo>
                    <a:pt x="535" y="0"/>
                    <a:pt x="1" y="533"/>
                    <a:pt x="1" y="1192"/>
                  </a:cubicBezTo>
                  <a:lnTo>
                    <a:pt x="1" y="8114"/>
                  </a:lnTo>
                  <a:cubicBezTo>
                    <a:pt x="1" y="8773"/>
                    <a:pt x="535" y="9307"/>
                    <a:pt x="1194" y="9307"/>
                  </a:cubicBezTo>
                  <a:lnTo>
                    <a:pt x="8116" y="9307"/>
                  </a:lnTo>
                  <a:cubicBezTo>
                    <a:pt x="8775" y="9307"/>
                    <a:pt x="9309" y="8773"/>
                    <a:pt x="9309" y="8114"/>
                  </a:cubicBezTo>
                  <a:lnTo>
                    <a:pt x="9309" y="1192"/>
                  </a:lnTo>
                  <a:cubicBezTo>
                    <a:pt x="9309" y="533"/>
                    <a:pt x="8775" y="0"/>
                    <a:pt x="8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0"/>
            <p:cNvSpPr/>
            <p:nvPr/>
          </p:nvSpPr>
          <p:spPr>
            <a:xfrm>
              <a:off x="3165681" y="4260427"/>
              <a:ext cx="129830" cy="152131"/>
            </a:xfrm>
            <a:custGeom>
              <a:rect b="b" l="l" r="r" t="t"/>
              <a:pathLst>
                <a:path extrusionOk="0" h="5464" w="4663">
                  <a:moveTo>
                    <a:pt x="367" y="0"/>
                  </a:moveTo>
                  <a:cubicBezTo>
                    <a:pt x="166" y="0"/>
                    <a:pt x="1" y="164"/>
                    <a:pt x="1" y="365"/>
                  </a:cubicBezTo>
                  <a:lnTo>
                    <a:pt x="0" y="889"/>
                  </a:lnTo>
                  <a:cubicBezTo>
                    <a:pt x="0" y="1091"/>
                    <a:pt x="162" y="1255"/>
                    <a:pt x="363" y="1255"/>
                  </a:cubicBezTo>
                  <a:lnTo>
                    <a:pt x="1703" y="1259"/>
                  </a:lnTo>
                  <a:lnTo>
                    <a:pt x="1701" y="5096"/>
                  </a:lnTo>
                  <a:cubicBezTo>
                    <a:pt x="1701" y="5297"/>
                    <a:pt x="1865" y="5461"/>
                    <a:pt x="2066" y="5462"/>
                  </a:cubicBezTo>
                  <a:lnTo>
                    <a:pt x="2591" y="5463"/>
                  </a:lnTo>
                  <a:cubicBezTo>
                    <a:pt x="2792" y="5463"/>
                    <a:pt x="2956" y="5300"/>
                    <a:pt x="2956" y="5097"/>
                  </a:cubicBezTo>
                  <a:lnTo>
                    <a:pt x="2956" y="1261"/>
                  </a:lnTo>
                  <a:lnTo>
                    <a:pt x="4296" y="1265"/>
                  </a:lnTo>
                  <a:cubicBezTo>
                    <a:pt x="4296" y="1265"/>
                    <a:pt x="4297" y="1265"/>
                    <a:pt x="4298" y="1265"/>
                  </a:cubicBezTo>
                  <a:cubicBezTo>
                    <a:pt x="4498" y="1265"/>
                    <a:pt x="4660" y="1102"/>
                    <a:pt x="4662" y="902"/>
                  </a:cubicBezTo>
                  <a:lnTo>
                    <a:pt x="4663" y="377"/>
                  </a:lnTo>
                  <a:cubicBezTo>
                    <a:pt x="4663" y="175"/>
                    <a:pt x="4501" y="11"/>
                    <a:pt x="4298" y="11"/>
                  </a:cubicBezTo>
                  <a:lnTo>
                    <a:pt x="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0"/>
            <p:cNvSpPr/>
            <p:nvPr/>
          </p:nvSpPr>
          <p:spPr>
            <a:xfrm>
              <a:off x="3121355" y="3973645"/>
              <a:ext cx="222378" cy="199853"/>
            </a:xfrm>
            <a:custGeom>
              <a:rect b="b" l="l" r="r" t="t"/>
              <a:pathLst>
                <a:path extrusionOk="0" h="7178" w="7987">
                  <a:moveTo>
                    <a:pt x="765" y="0"/>
                  </a:moveTo>
                  <a:cubicBezTo>
                    <a:pt x="452" y="0"/>
                    <a:pt x="169" y="213"/>
                    <a:pt x="92" y="530"/>
                  </a:cubicBezTo>
                  <a:cubicBezTo>
                    <a:pt x="0" y="902"/>
                    <a:pt x="230" y="1277"/>
                    <a:pt x="602" y="1368"/>
                  </a:cubicBezTo>
                  <a:cubicBezTo>
                    <a:pt x="1825" y="1665"/>
                    <a:pt x="2946" y="2297"/>
                    <a:pt x="3842" y="3192"/>
                  </a:cubicBezTo>
                  <a:cubicBezTo>
                    <a:pt x="4389" y="3740"/>
                    <a:pt x="4836" y="4370"/>
                    <a:pt x="5170" y="5056"/>
                  </a:cubicBezTo>
                  <a:lnTo>
                    <a:pt x="5145" y="5042"/>
                  </a:lnTo>
                  <a:cubicBezTo>
                    <a:pt x="5040" y="4987"/>
                    <a:pt x="4928" y="4960"/>
                    <a:pt x="4817" y="4960"/>
                  </a:cubicBezTo>
                  <a:cubicBezTo>
                    <a:pt x="4570" y="4960"/>
                    <a:pt x="4330" y="5092"/>
                    <a:pt x="4206" y="5325"/>
                  </a:cubicBezTo>
                  <a:cubicBezTo>
                    <a:pt x="4024" y="5663"/>
                    <a:pt x="4151" y="6084"/>
                    <a:pt x="4489" y="6264"/>
                  </a:cubicBezTo>
                  <a:lnTo>
                    <a:pt x="6035" y="7096"/>
                  </a:lnTo>
                  <a:cubicBezTo>
                    <a:pt x="6140" y="7152"/>
                    <a:pt x="6252" y="7178"/>
                    <a:pt x="6363" y="7178"/>
                  </a:cubicBezTo>
                  <a:cubicBezTo>
                    <a:pt x="6611" y="7178"/>
                    <a:pt x="6850" y="7046"/>
                    <a:pt x="6974" y="6813"/>
                  </a:cubicBezTo>
                  <a:lnTo>
                    <a:pt x="7806" y="5266"/>
                  </a:lnTo>
                  <a:cubicBezTo>
                    <a:pt x="7987" y="4928"/>
                    <a:pt x="7860" y="4507"/>
                    <a:pt x="7523" y="4326"/>
                  </a:cubicBezTo>
                  <a:cubicBezTo>
                    <a:pt x="7419" y="4270"/>
                    <a:pt x="7306" y="4243"/>
                    <a:pt x="7195" y="4243"/>
                  </a:cubicBezTo>
                  <a:cubicBezTo>
                    <a:pt x="6948" y="4243"/>
                    <a:pt x="6709" y="4376"/>
                    <a:pt x="6584" y="4609"/>
                  </a:cubicBezTo>
                  <a:lnTo>
                    <a:pt x="6535" y="4700"/>
                  </a:lnTo>
                  <a:cubicBezTo>
                    <a:pt x="6124" y="3779"/>
                    <a:pt x="5545" y="2934"/>
                    <a:pt x="4823" y="2212"/>
                  </a:cubicBezTo>
                  <a:cubicBezTo>
                    <a:pt x="3746" y="1136"/>
                    <a:pt x="2401" y="377"/>
                    <a:pt x="930" y="20"/>
                  </a:cubicBezTo>
                  <a:cubicBezTo>
                    <a:pt x="875" y="7"/>
                    <a:pt x="819"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0"/>
            <p:cNvSpPr/>
            <p:nvPr/>
          </p:nvSpPr>
          <p:spPr>
            <a:xfrm>
              <a:off x="2841366" y="4223312"/>
              <a:ext cx="222378" cy="199881"/>
            </a:xfrm>
            <a:custGeom>
              <a:rect b="b" l="l" r="r" t="t"/>
              <a:pathLst>
                <a:path extrusionOk="0" h="7179" w="7987">
                  <a:moveTo>
                    <a:pt x="1624" y="0"/>
                  </a:moveTo>
                  <a:cubicBezTo>
                    <a:pt x="1376" y="0"/>
                    <a:pt x="1137" y="133"/>
                    <a:pt x="1013" y="366"/>
                  </a:cubicBezTo>
                  <a:lnTo>
                    <a:pt x="182" y="1913"/>
                  </a:lnTo>
                  <a:cubicBezTo>
                    <a:pt x="0" y="2250"/>
                    <a:pt x="127" y="2671"/>
                    <a:pt x="465" y="2852"/>
                  </a:cubicBezTo>
                  <a:cubicBezTo>
                    <a:pt x="569" y="2908"/>
                    <a:pt x="681" y="2935"/>
                    <a:pt x="792" y="2935"/>
                  </a:cubicBezTo>
                  <a:cubicBezTo>
                    <a:pt x="1040" y="2935"/>
                    <a:pt x="1279" y="2803"/>
                    <a:pt x="1404" y="2569"/>
                  </a:cubicBezTo>
                  <a:lnTo>
                    <a:pt x="1453" y="2478"/>
                  </a:lnTo>
                  <a:cubicBezTo>
                    <a:pt x="1864" y="3401"/>
                    <a:pt x="2442" y="4245"/>
                    <a:pt x="3164" y="4967"/>
                  </a:cubicBezTo>
                  <a:cubicBezTo>
                    <a:pt x="4241" y="6044"/>
                    <a:pt x="5588" y="6801"/>
                    <a:pt x="7058" y="7158"/>
                  </a:cubicBezTo>
                  <a:cubicBezTo>
                    <a:pt x="7113" y="7172"/>
                    <a:pt x="7168" y="7179"/>
                    <a:pt x="7223" y="7179"/>
                  </a:cubicBezTo>
                  <a:cubicBezTo>
                    <a:pt x="7535" y="7179"/>
                    <a:pt x="7818" y="6966"/>
                    <a:pt x="7896" y="6648"/>
                  </a:cubicBezTo>
                  <a:cubicBezTo>
                    <a:pt x="7987" y="6276"/>
                    <a:pt x="7759" y="5901"/>
                    <a:pt x="7387" y="5811"/>
                  </a:cubicBezTo>
                  <a:cubicBezTo>
                    <a:pt x="6162" y="5513"/>
                    <a:pt x="5042" y="4882"/>
                    <a:pt x="4146" y="3986"/>
                  </a:cubicBezTo>
                  <a:cubicBezTo>
                    <a:pt x="3598" y="3438"/>
                    <a:pt x="3152" y="2808"/>
                    <a:pt x="2818" y="2122"/>
                  </a:cubicBezTo>
                  <a:lnTo>
                    <a:pt x="2818" y="2122"/>
                  </a:lnTo>
                  <a:lnTo>
                    <a:pt x="2843" y="2136"/>
                  </a:lnTo>
                  <a:cubicBezTo>
                    <a:pt x="2948" y="2192"/>
                    <a:pt x="3060" y="2219"/>
                    <a:pt x="3171" y="2219"/>
                  </a:cubicBezTo>
                  <a:cubicBezTo>
                    <a:pt x="3418" y="2219"/>
                    <a:pt x="3657" y="2086"/>
                    <a:pt x="3783" y="1853"/>
                  </a:cubicBezTo>
                  <a:cubicBezTo>
                    <a:pt x="3963" y="1515"/>
                    <a:pt x="3836" y="1094"/>
                    <a:pt x="3500" y="914"/>
                  </a:cubicBezTo>
                  <a:lnTo>
                    <a:pt x="1952" y="83"/>
                  </a:lnTo>
                  <a:cubicBezTo>
                    <a:pt x="1847" y="27"/>
                    <a:pt x="1735" y="0"/>
                    <a:pt x="1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70"/>
          <p:cNvGrpSpPr/>
          <p:nvPr/>
        </p:nvGrpSpPr>
        <p:grpSpPr>
          <a:xfrm>
            <a:off x="2430328" y="3982014"/>
            <a:ext cx="440953" cy="501927"/>
            <a:chOff x="2078859" y="3930739"/>
            <a:chExt cx="461104" cy="535332"/>
          </a:xfrm>
        </p:grpSpPr>
        <p:sp>
          <p:nvSpPr>
            <p:cNvPr id="4682" name="Google Shape;4682;p70"/>
            <p:cNvSpPr/>
            <p:nvPr/>
          </p:nvSpPr>
          <p:spPr>
            <a:xfrm>
              <a:off x="2146573" y="4097908"/>
              <a:ext cx="230842" cy="368161"/>
            </a:xfrm>
            <a:custGeom>
              <a:rect b="b" l="l" r="r" t="t"/>
              <a:pathLst>
                <a:path extrusionOk="0" h="13223" w="8291">
                  <a:moveTo>
                    <a:pt x="0" y="0"/>
                  </a:moveTo>
                  <a:lnTo>
                    <a:pt x="0" y="12836"/>
                  </a:lnTo>
                  <a:cubicBezTo>
                    <a:pt x="0" y="13049"/>
                    <a:pt x="174" y="13222"/>
                    <a:pt x="387" y="13222"/>
                  </a:cubicBezTo>
                  <a:lnTo>
                    <a:pt x="7904" y="13222"/>
                  </a:lnTo>
                  <a:cubicBezTo>
                    <a:pt x="8117" y="13222"/>
                    <a:pt x="8290" y="13049"/>
                    <a:pt x="8290" y="12836"/>
                  </a:cubicBezTo>
                  <a:lnTo>
                    <a:pt x="8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0"/>
            <p:cNvSpPr/>
            <p:nvPr/>
          </p:nvSpPr>
          <p:spPr>
            <a:xfrm>
              <a:off x="2130341" y="3963900"/>
              <a:ext cx="263307" cy="113096"/>
            </a:xfrm>
            <a:custGeom>
              <a:rect b="b" l="l" r="r" t="t"/>
              <a:pathLst>
                <a:path extrusionOk="0" h="4062" w="9457">
                  <a:moveTo>
                    <a:pt x="0" y="0"/>
                  </a:moveTo>
                  <a:lnTo>
                    <a:pt x="0" y="4062"/>
                  </a:lnTo>
                  <a:lnTo>
                    <a:pt x="9456" y="4062"/>
                  </a:lnTo>
                  <a:lnTo>
                    <a:pt x="94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0"/>
            <p:cNvSpPr/>
            <p:nvPr/>
          </p:nvSpPr>
          <p:spPr>
            <a:xfrm>
              <a:off x="2130341" y="3930739"/>
              <a:ext cx="263307" cy="47722"/>
            </a:xfrm>
            <a:custGeom>
              <a:rect b="b" l="l" r="r" t="t"/>
              <a:pathLst>
                <a:path extrusionOk="0" h="1714" w="9457">
                  <a:moveTo>
                    <a:pt x="0" y="1"/>
                  </a:moveTo>
                  <a:lnTo>
                    <a:pt x="0" y="1713"/>
                  </a:lnTo>
                  <a:lnTo>
                    <a:pt x="9456" y="1713"/>
                  </a:lnTo>
                  <a:lnTo>
                    <a:pt x="94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0"/>
            <p:cNvSpPr/>
            <p:nvPr/>
          </p:nvSpPr>
          <p:spPr>
            <a:xfrm>
              <a:off x="2113050" y="4067698"/>
              <a:ext cx="297915" cy="40065"/>
            </a:xfrm>
            <a:custGeom>
              <a:rect b="b" l="l" r="r" t="t"/>
              <a:pathLst>
                <a:path extrusionOk="0" h="1439" w="10700">
                  <a:moveTo>
                    <a:pt x="437" y="1"/>
                  </a:moveTo>
                  <a:cubicBezTo>
                    <a:pt x="196" y="1"/>
                    <a:pt x="1" y="197"/>
                    <a:pt x="1" y="439"/>
                  </a:cubicBezTo>
                  <a:lnTo>
                    <a:pt x="1" y="1001"/>
                  </a:lnTo>
                  <a:cubicBezTo>
                    <a:pt x="1" y="1242"/>
                    <a:pt x="196" y="1439"/>
                    <a:pt x="437" y="1439"/>
                  </a:cubicBezTo>
                  <a:lnTo>
                    <a:pt x="10262" y="1439"/>
                  </a:lnTo>
                  <a:cubicBezTo>
                    <a:pt x="10503" y="1439"/>
                    <a:pt x="10699" y="1242"/>
                    <a:pt x="10699" y="1001"/>
                  </a:cubicBezTo>
                  <a:lnTo>
                    <a:pt x="10699" y="439"/>
                  </a:lnTo>
                  <a:cubicBezTo>
                    <a:pt x="10699" y="197"/>
                    <a:pt x="10503" y="1"/>
                    <a:pt x="10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0"/>
            <p:cNvSpPr/>
            <p:nvPr/>
          </p:nvSpPr>
          <p:spPr>
            <a:xfrm>
              <a:off x="2078859" y="3930739"/>
              <a:ext cx="102989" cy="103045"/>
            </a:xfrm>
            <a:custGeom>
              <a:rect b="b" l="l" r="r" t="t"/>
              <a:pathLst>
                <a:path extrusionOk="0" h="3701" w="3699">
                  <a:moveTo>
                    <a:pt x="1849" y="1"/>
                  </a:moveTo>
                  <a:cubicBezTo>
                    <a:pt x="829" y="1"/>
                    <a:pt x="0" y="829"/>
                    <a:pt x="0" y="1851"/>
                  </a:cubicBezTo>
                  <a:cubicBezTo>
                    <a:pt x="0" y="2872"/>
                    <a:pt x="829" y="3700"/>
                    <a:pt x="1849" y="3700"/>
                  </a:cubicBezTo>
                  <a:cubicBezTo>
                    <a:pt x="2870" y="3700"/>
                    <a:pt x="3698" y="2872"/>
                    <a:pt x="3698" y="1851"/>
                  </a:cubicBezTo>
                  <a:cubicBezTo>
                    <a:pt x="3698" y="829"/>
                    <a:pt x="2870" y="1"/>
                    <a:pt x="1849" y="1"/>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0"/>
            <p:cNvSpPr/>
            <p:nvPr/>
          </p:nvSpPr>
          <p:spPr>
            <a:xfrm>
              <a:off x="2342142" y="3930739"/>
              <a:ext cx="102989" cy="103045"/>
            </a:xfrm>
            <a:custGeom>
              <a:rect b="b" l="l" r="r" t="t"/>
              <a:pathLst>
                <a:path extrusionOk="0" h="3701" w="3699">
                  <a:moveTo>
                    <a:pt x="1849" y="1"/>
                  </a:moveTo>
                  <a:cubicBezTo>
                    <a:pt x="828" y="1"/>
                    <a:pt x="0" y="829"/>
                    <a:pt x="0" y="1851"/>
                  </a:cubicBezTo>
                  <a:cubicBezTo>
                    <a:pt x="0" y="2872"/>
                    <a:pt x="828" y="3700"/>
                    <a:pt x="1849" y="3700"/>
                  </a:cubicBezTo>
                  <a:cubicBezTo>
                    <a:pt x="2871" y="3700"/>
                    <a:pt x="3698" y="2872"/>
                    <a:pt x="3698" y="1851"/>
                  </a:cubicBezTo>
                  <a:cubicBezTo>
                    <a:pt x="3698" y="829"/>
                    <a:pt x="2871" y="1"/>
                    <a:pt x="1849" y="1"/>
                  </a:cubicBez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0"/>
            <p:cNvSpPr/>
            <p:nvPr/>
          </p:nvSpPr>
          <p:spPr>
            <a:xfrm>
              <a:off x="2111630" y="3963510"/>
              <a:ext cx="37448" cy="37504"/>
            </a:xfrm>
            <a:custGeom>
              <a:rect b="b" l="l" r="r" t="t"/>
              <a:pathLst>
                <a:path extrusionOk="0" h="1347" w="1345">
                  <a:moveTo>
                    <a:pt x="672" y="1"/>
                  </a:moveTo>
                  <a:cubicBezTo>
                    <a:pt x="302" y="1"/>
                    <a:pt x="0" y="302"/>
                    <a:pt x="0" y="674"/>
                  </a:cubicBezTo>
                  <a:cubicBezTo>
                    <a:pt x="0" y="1045"/>
                    <a:pt x="302" y="1346"/>
                    <a:pt x="672" y="1346"/>
                  </a:cubicBezTo>
                  <a:cubicBezTo>
                    <a:pt x="1043" y="1346"/>
                    <a:pt x="1344" y="1045"/>
                    <a:pt x="1344" y="674"/>
                  </a:cubicBezTo>
                  <a:cubicBezTo>
                    <a:pt x="1344" y="302"/>
                    <a:pt x="1043" y="1"/>
                    <a:pt x="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0"/>
            <p:cNvSpPr/>
            <p:nvPr/>
          </p:nvSpPr>
          <p:spPr>
            <a:xfrm>
              <a:off x="2374913" y="3963510"/>
              <a:ext cx="37448" cy="37504"/>
            </a:xfrm>
            <a:custGeom>
              <a:rect b="b" l="l" r="r" t="t"/>
              <a:pathLst>
                <a:path extrusionOk="0" h="1347" w="1345">
                  <a:moveTo>
                    <a:pt x="672" y="1"/>
                  </a:moveTo>
                  <a:cubicBezTo>
                    <a:pt x="302" y="1"/>
                    <a:pt x="0" y="302"/>
                    <a:pt x="0" y="674"/>
                  </a:cubicBezTo>
                  <a:cubicBezTo>
                    <a:pt x="0" y="1045"/>
                    <a:pt x="302" y="1346"/>
                    <a:pt x="672" y="1346"/>
                  </a:cubicBezTo>
                  <a:cubicBezTo>
                    <a:pt x="1044" y="1346"/>
                    <a:pt x="1344" y="1045"/>
                    <a:pt x="1344" y="674"/>
                  </a:cubicBezTo>
                  <a:cubicBezTo>
                    <a:pt x="1344" y="302"/>
                    <a:pt x="1044" y="1"/>
                    <a:pt x="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0"/>
            <p:cNvSpPr/>
            <p:nvPr/>
          </p:nvSpPr>
          <p:spPr>
            <a:xfrm>
              <a:off x="2191233" y="4166596"/>
              <a:ext cx="48669" cy="299474"/>
            </a:xfrm>
            <a:custGeom>
              <a:rect b="b" l="l" r="r" t="t"/>
              <a:pathLst>
                <a:path extrusionOk="0" h="10756" w="1748">
                  <a:moveTo>
                    <a:pt x="875" y="0"/>
                  </a:moveTo>
                  <a:cubicBezTo>
                    <a:pt x="392" y="0"/>
                    <a:pt x="0" y="392"/>
                    <a:pt x="0" y="875"/>
                  </a:cubicBezTo>
                  <a:lnTo>
                    <a:pt x="0" y="10755"/>
                  </a:lnTo>
                  <a:lnTo>
                    <a:pt x="1748" y="10755"/>
                  </a:lnTo>
                  <a:lnTo>
                    <a:pt x="1748" y="875"/>
                  </a:lnTo>
                  <a:cubicBezTo>
                    <a:pt x="1748" y="633"/>
                    <a:pt x="1650" y="415"/>
                    <a:pt x="1493" y="257"/>
                  </a:cubicBezTo>
                  <a:cubicBezTo>
                    <a:pt x="1335" y="99"/>
                    <a:pt x="1116" y="0"/>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0"/>
            <p:cNvSpPr/>
            <p:nvPr/>
          </p:nvSpPr>
          <p:spPr>
            <a:xfrm>
              <a:off x="2284061" y="4166596"/>
              <a:ext cx="48697" cy="299474"/>
            </a:xfrm>
            <a:custGeom>
              <a:rect b="b" l="l" r="r" t="t"/>
              <a:pathLst>
                <a:path extrusionOk="0" h="10756" w="1749">
                  <a:moveTo>
                    <a:pt x="874" y="0"/>
                  </a:moveTo>
                  <a:cubicBezTo>
                    <a:pt x="392" y="0"/>
                    <a:pt x="1" y="392"/>
                    <a:pt x="1" y="875"/>
                  </a:cubicBezTo>
                  <a:lnTo>
                    <a:pt x="1" y="10755"/>
                  </a:lnTo>
                  <a:lnTo>
                    <a:pt x="1749" y="10755"/>
                  </a:lnTo>
                  <a:lnTo>
                    <a:pt x="1749" y="875"/>
                  </a:lnTo>
                  <a:cubicBezTo>
                    <a:pt x="1749" y="392"/>
                    <a:pt x="1357" y="0"/>
                    <a:pt x="8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0"/>
            <p:cNvSpPr/>
            <p:nvPr/>
          </p:nvSpPr>
          <p:spPr>
            <a:xfrm>
              <a:off x="2215651" y="4194718"/>
              <a:ext cx="214972" cy="56854"/>
            </a:xfrm>
            <a:custGeom>
              <a:rect b="b" l="l" r="r" t="t"/>
              <a:pathLst>
                <a:path extrusionOk="0" h="2042" w="7721">
                  <a:moveTo>
                    <a:pt x="1166" y="0"/>
                  </a:moveTo>
                  <a:cubicBezTo>
                    <a:pt x="522" y="0"/>
                    <a:pt x="0" y="522"/>
                    <a:pt x="0" y="1166"/>
                  </a:cubicBezTo>
                  <a:lnTo>
                    <a:pt x="0" y="1653"/>
                  </a:lnTo>
                  <a:cubicBezTo>
                    <a:pt x="0" y="1868"/>
                    <a:pt x="175" y="2042"/>
                    <a:pt x="389" y="2042"/>
                  </a:cubicBezTo>
                  <a:lnTo>
                    <a:pt x="7331" y="2042"/>
                  </a:lnTo>
                  <a:cubicBezTo>
                    <a:pt x="7546" y="2042"/>
                    <a:pt x="7721" y="1868"/>
                    <a:pt x="7721" y="1653"/>
                  </a:cubicBezTo>
                  <a:lnTo>
                    <a:pt x="77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0"/>
            <p:cNvSpPr/>
            <p:nvPr/>
          </p:nvSpPr>
          <p:spPr>
            <a:xfrm>
              <a:off x="2251597" y="4194718"/>
              <a:ext cx="252420" cy="247631"/>
            </a:xfrm>
            <a:custGeom>
              <a:rect b="b" l="l" r="r" t="t"/>
              <a:pathLst>
                <a:path extrusionOk="0" h="8894" w="9066">
                  <a:moveTo>
                    <a:pt x="1" y="0"/>
                  </a:moveTo>
                  <a:cubicBezTo>
                    <a:pt x="645" y="0"/>
                    <a:pt x="1167" y="522"/>
                    <a:pt x="1167" y="1166"/>
                  </a:cubicBezTo>
                  <a:lnTo>
                    <a:pt x="1167" y="7728"/>
                  </a:lnTo>
                  <a:cubicBezTo>
                    <a:pt x="1167" y="8372"/>
                    <a:pt x="1689" y="8894"/>
                    <a:pt x="2333" y="8894"/>
                  </a:cubicBezTo>
                  <a:lnTo>
                    <a:pt x="9065" y="8894"/>
                  </a:lnTo>
                  <a:cubicBezTo>
                    <a:pt x="8421" y="8894"/>
                    <a:pt x="7899" y="8372"/>
                    <a:pt x="7899" y="7728"/>
                  </a:cubicBezTo>
                  <a:lnTo>
                    <a:pt x="7899" y="1166"/>
                  </a:lnTo>
                  <a:cubicBezTo>
                    <a:pt x="7899" y="522"/>
                    <a:pt x="7377" y="0"/>
                    <a:pt x="6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0"/>
            <p:cNvSpPr/>
            <p:nvPr/>
          </p:nvSpPr>
          <p:spPr>
            <a:xfrm>
              <a:off x="2320675" y="4385498"/>
              <a:ext cx="219288" cy="56854"/>
            </a:xfrm>
            <a:custGeom>
              <a:rect b="b" l="l" r="r" t="t"/>
              <a:pathLst>
                <a:path extrusionOk="0" h="2042" w="7876">
                  <a:moveTo>
                    <a:pt x="1554" y="0"/>
                  </a:moveTo>
                  <a:cubicBezTo>
                    <a:pt x="1340" y="0"/>
                    <a:pt x="1167" y="175"/>
                    <a:pt x="1167" y="389"/>
                  </a:cubicBezTo>
                  <a:lnTo>
                    <a:pt x="1167" y="876"/>
                  </a:lnTo>
                  <a:cubicBezTo>
                    <a:pt x="1167" y="1520"/>
                    <a:pt x="645" y="2042"/>
                    <a:pt x="1" y="2042"/>
                  </a:cubicBezTo>
                  <a:lnTo>
                    <a:pt x="6710" y="2042"/>
                  </a:lnTo>
                  <a:cubicBezTo>
                    <a:pt x="7354" y="2042"/>
                    <a:pt x="7876" y="1520"/>
                    <a:pt x="7876" y="876"/>
                  </a:cubicBezTo>
                  <a:lnTo>
                    <a:pt x="7876" y="389"/>
                  </a:lnTo>
                  <a:cubicBezTo>
                    <a:pt x="7876" y="175"/>
                    <a:pt x="7701" y="0"/>
                    <a:pt x="74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0"/>
            <p:cNvSpPr/>
            <p:nvPr/>
          </p:nvSpPr>
          <p:spPr>
            <a:xfrm>
              <a:off x="2315078" y="4233921"/>
              <a:ext cx="74562" cy="16176"/>
            </a:xfrm>
            <a:custGeom>
              <a:rect b="b" l="l" r="r" t="t"/>
              <a:pathLst>
                <a:path extrusionOk="0" h="581" w="2678">
                  <a:moveTo>
                    <a:pt x="291" y="1"/>
                  </a:moveTo>
                  <a:cubicBezTo>
                    <a:pt x="131" y="1"/>
                    <a:pt x="0" y="130"/>
                    <a:pt x="0" y="290"/>
                  </a:cubicBezTo>
                  <a:cubicBezTo>
                    <a:pt x="0" y="451"/>
                    <a:pt x="131" y="580"/>
                    <a:pt x="291" y="580"/>
                  </a:cubicBezTo>
                  <a:lnTo>
                    <a:pt x="2387" y="580"/>
                  </a:lnTo>
                  <a:cubicBezTo>
                    <a:pt x="2548" y="580"/>
                    <a:pt x="2677" y="451"/>
                    <a:pt x="2677" y="290"/>
                  </a:cubicBezTo>
                  <a:cubicBezTo>
                    <a:pt x="2677" y="130"/>
                    <a:pt x="2548" y="1"/>
                    <a:pt x="2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0"/>
            <p:cNvSpPr/>
            <p:nvPr/>
          </p:nvSpPr>
          <p:spPr>
            <a:xfrm>
              <a:off x="2315078" y="4283008"/>
              <a:ext cx="126516" cy="16176"/>
            </a:xfrm>
            <a:custGeom>
              <a:rect b="b" l="l" r="r" t="t"/>
              <a:pathLst>
                <a:path extrusionOk="0" h="581" w="4544">
                  <a:moveTo>
                    <a:pt x="291" y="0"/>
                  </a:moveTo>
                  <a:cubicBezTo>
                    <a:pt x="131" y="0"/>
                    <a:pt x="0" y="131"/>
                    <a:pt x="0" y="291"/>
                  </a:cubicBezTo>
                  <a:cubicBezTo>
                    <a:pt x="0" y="452"/>
                    <a:pt x="131" y="581"/>
                    <a:pt x="291" y="581"/>
                  </a:cubicBezTo>
                  <a:lnTo>
                    <a:pt x="4253" y="581"/>
                  </a:lnTo>
                  <a:cubicBezTo>
                    <a:pt x="4413" y="581"/>
                    <a:pt x="4543" y="452"/>
                    <a:pt x="4543" y="291"/>
                  </a:cubicBezTo>
                  <a:cubicBezTo>
                    <a:pt x="4543" y="131"/>
                    <a:pt x="4413" y="0"/>
                    <a:pt x="4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0"/>
            <p:cNvSpPr/>
            <p:nvPr/>
          </p:nvSpPr>
          <p:spPr>
            <a:xfrm>
              <a:off x="2315078" y="4312605"/>
              <a:ext cx="126516" cy="16176"/>
            </a:xfrm>
            <a:custGeom>
              <a:rect b="b" l="l" r="r" t="t"/>
              <a:pathLst>
                <a:path extrusionOk="0" h="581" w="4544">
                  <a:moveTo>
                    <a:pt x="291" y="1"/>
                  </a:moveTo>
                  <a:cubicBezTo>
                    <a:pt x="131" y="1"/>
                    <a:pt x="0" y="130"/>
                    <a:pt x="0" y="290"/>
                  </a:cubicBezTo>
                  <a:cubicBezTo>
                    <a:pt x="0" y="451"/>
                    <a:pt x="131" y="580"/>
                    <a:pt x="291" y="580"/>
                  </a:cubicBezTo>
                  <a:lnTo>
                    <a:pt x="4253" y="580"/>
                  </a:lnTo>
                  <a:cubicBezTo>
                    <a:pt x="4413" y="580"/>
                    <a:pt x="4543" y="451"/>
                    <a:pt x="4543" y="290"/>
                  </a:cubicBezTo>
                  <a:cubicBezTo>
                    <a:pt x="4543" y="130"/>
                    <a:pt x="4413" y="1"/>
                    <a:pt x="4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0"/>
            <p:cNvSpPr/>
            <p:nvPr/>
          </p:nvSpPr>
          <p:spPr>
            <a:xfrm>
              <a:off x="2315078" y="4342202"/>
              <a:ext cx="126516" cy="16149"/>
            </a:xfrm>
            <a:custGeom>
              <a:rect b="b" l="l" r="r" t="t"/>
              <a:pathLst>
                <a:path extrusionOk="0" h="580" w="4544">
                  <a:moveTo>
                    <a:pt x="291" y="0"/>
                  </a:moveTo>
                  <a:cubicBezTo>
                    <a:pt x="131" y="0"/>
                    <a:pt x="0" y="129"/>
                    <a:pt x="0" y="290"/>
                  </a:cubicBezTo>
                  <a:cubicBezTo>
                    <a:pt x="0" y="450"/>
                    <a:pt x="131" y="579"/>
                    <a:pt x="291" y="579"/>
                  </a:cubicBezTo>
                  <a:lnTo>
                    <a:pt x="4253" y="579"/>
                  </a:lnTo>
                  <a:cubicBezTo>
                    <a:pt x="4413" y="579"/>
                    <a:pt x="4543" y="450"/>
                    <a:pt x="4543" y="290"/>
                  </a:cubicBezTo>
                  <a:cubicBezTo>
                    <a:pt x="4543" y="129"/>
                    <a:pt x="4413" y="0"/>
                    <a:pt x="4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0"/>
            <p:cNvSpPr/>
            <p:nvPr/>
          </p:nvSpPr>
          <p:spPr>
            <a:xfrm>
              <a:off x="2401225" y="4058176"/>
              <a:ext cx="123676" cy="169310"/>
            </a:xfrm>
            <a:custGeom>
              <a:rect b="b" l="l" r="r" t="t"/>
              <a:pathLst>
                <a:path extrusionOk="0" h="6081" w="4442">
                  <a:moveTo>
                    <a:pt x="3523" y="1"/>
                  </a:moveTo>
                  <a:cubicBezTo>
                    <a:pt x="3519" y="1"/>
                    <a:pt x="3515" y="1"/>
                    <a:pt x="3511" y="1"/>
                  </a:cubicBezTo>
                  <a:cubicBezTo>
                    <a:pt x="2467" y="87"/>
                    <a:pt x="1808" y="809"/>
                    <a:pt x="1563" y="1132"/>
                  </a:cubicBezTo>
                  <a:cubicBezTo>
                    <a:pt x="1497" y="1220"/>
                    <a:pt x="1446" y="1315"/>
                    <a:pt x="1408" y="1417"/>
                  </a:cubicBezTo>
                  <a:lnTo>
                    <a:pt x="319" y="4412"/>
                  </a:lnTo>
                  <a:cubicBezTo>
                    <a:pt x="1" y="5285"/>
                    <a:pt x="1404" y="6014"/>
                    <a:pt x="1404" y="6014"/>
                  </a:cubicBezTo>
                  <a:cubicBezTo>
                    <a:pt x="1404" y="6014"/>
                    <a:pt x="1704" y="6081"/>
                    <a:pt x="2067" y="6081"/>
                  </a:cubicBezTo>
                  <a:cubicBezTo>
                    <a:pt x="2528" y="6081"/>
                    <a:pt x="3089" y="5973"/>
                    <a:pt x="3267" y="5485"/>
                  </a:cubicBezTo>
                  <a:lnTo>
                    <a:pt x="4357" y="2491"/>
                  </a:lnTo>
                  <a:cubicBezTo>
                    <a:pt x="4394" y="2388"/>
                    <a:pt x="4416" y="2281"/>
                    <a:pt x="4422" y="2172"/>
                  </a:cubicBezTo>
                  <a:cubicBezTo>
                    <a:pt x="4441" y="1767"/>
                    <a:pt x="4402" y="790"/>
                    <a:pt x="3656" y="55"/>
                  </a:cubicBezTo>
                  <a:cubicBezTo>
                    <a:pt x="3621" y="20"/>
                    <a:pt x="3573" y="1"/>
                    <a:pt x="35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0"/>
            <p:cNvSpPr/>
            <p:nvPr/>
          </p:nvSpPr>
          <p:spPr>
            <a:xfrm>
              <a:off x="2498953" y="4058204"/>
              <a:ext cx="28" cy="28"/>
            </a:xfrm>
            <a:custGeom>
              <a:rect b="b" l="l" r="r" t="t"/>
              <a:pathLst>
                <a:path extrusionOk="0" h="1" w="1">
                  <a:moveTo>
                    <a:pt x="1" y="0"/>
                  </a:move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0"/>
            <p:cNvSpPr/>
            <p:nvPr/>
          </p:nvSpPr>
          <p:spPr>
            <a:xfrm>
              <a:off x="2418821" y="4105732"/>
              <a:ext cx="71332" cy="162043"/>
            </a:xfrm>
            <a:custGeom>
              <a:rect b="b" l="l" r="r" t="t"/>
              <a:pathLst>
                <a:path extrusionOk="0" h="5820" w="2562">
                  <a:moveTo>
                    <a:pt x="2234" y="0"/>
                  </a:moveTo>
                  <a:cubicBezTo>
                    <a:pt x="2116" y="0"/>
                    <a:pt x="2004" y="73"/>
                    <a:pt x="1962" y="191"/>
                  </a:cubicBezTo>
                  <a:lnTo>
                    <a:pt x="55" y="5431"/>
                  </a:lnTo>
                  <a:cubicBezTo>
                    <a:pt x="0" y="5581"/>
                    <a:pt x="77" y="5748"/>
                    <a:pt x="228" y="5803"/>
                  </a:cubicBezTo>
                  <a:cubicBezTo>
                    <a:pt x="261" y="5814"/>
                    <a:pt x="294" y="5820"/>
                    <a:pt x="327" y="5820"/>
                  </a:cubicBezTo>
                  <a:cubicBezTo>
                    <a:pt x="445" y="5820"/>
                    <a:pt x="558" y="5747"/>
                    <a:pt x="600" y="5628"/>
                  </a:cubicBezTo>
                  <a:lnTo>
                    <a:pt x="2507" y="390"/>
                  </a:lnTo>
                  <a:cubicBezTo>
                    <a:pt x="2562" y="239"/>
                    <a:pt x="2485" y="73"/>
                    <a:pt x="2333" y="18"/>
                  </a:cubicBezTo>
                  <a:cubicBezTo>
                    <a:pt x="2301" y="6"/>
                    <a:pt x="2267" y="0"/>
                    <a:pt x="22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70"/>
          <p:cNvGrpSpPr/>
          <p:nvPr/>
        </p:nvGrpSpPr>
        <p:grpSpPr>
          <a:xfrm>
            <a:off x="1734467" y="3982016"/>
            <a:ext cx="511881" cy="501923"/>
            <a:chOff x="1258633" y="3930739"/>
            <a:chExt cx="535272" cy="535328"/>
          </a:xfrm>
        </p:grpSpPr>
        <p:sp>
          <p:nvSpPr>
            <p:cNvPr id="4703" name="Google Shape;4703;p70"/>
            <p:cNvSpPr/>
            <p:nvPr/>
          </p:nvSpPr>
          <p:spPr>
            <a:xfrm>
              <a:off x="1258633" y="3930739"/>
              <a:ext cx="535272" cy="535328"/>
            </a:xfrm>
            <a:custGeom>
              <a:rect b="b" l="l" r="r" t="t"/>
              <a:pathLst>
                <a:path extrusionOk="0" h="19227" w="19225">
                  <a:moveTo>
                    <a:pt x="579" y="1"/>
                  </a:moveTo>
                  <a:cubicBezTo>
                    <a:pt x="260" y="1"/>
                    <a:pt x="0" y="261"/>
                    <a:pt x="0" y="582"/>
                  </a:cubicBezTo>
                  <a:lnTo>
                    <a:pt x="0" y="18646"/>
                  </a:lnTo>
                  <a:cubicBezTo>
                    <a:pt x="0" y="18966"/>
                    <a:pt x="260" y="19226"/>
                    <a:pt x="579" y="19226"/>
                  </a:cubicBezTo>
                  <a:lnTo>
                    <a:pt x="18644" y="19226"/>
                  </a:lnTo>
                  <a:cubicBezTo>
                    <a:pt x="18964" y="19226"/>
                    <a:pt x="19224" y="18966"/>
                    <a:pt x="19224" y="18646"/>
                  </a:cubicBezTo>
                  <a:lnTo>
                    <a:pt x="19224" y="582"/>
                  </a:lnTo>
                  <a:cubicBezTo>
                    <a:pt x="19224" y="261"/>
                    <a:pt x="18964" y="1"/>
                    <a:pt x="18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0"/>
            <p:cNvSpPr/>
            <p:nvPr/>
          </p:nvSpPr>
          <p:spPr>
            <a:xfrm>
              <a:off x="1296305" y="3968438"/>
              <a:ext cx="459902" cy="459930"/>
            </a:xfrm>
            <a:custGeom>
              <a:rect b="b" l="l" r="r" t="t"/>
              <a:pathLst>
                <a:path extrusionOk="0" h="16519" w="16518">
                  <a:moveTo>
                    <a:pt x="375" y="1"/>
                  </a:moveTo>
                  <a:cubicBezTo>
                    <a:pt x="168" y="1"/>
                    <a:pt x="1" y="169"/>
                    <a:pt x="1" y="376"/>
                  </a:cubicBezTo>
                  <a:lnTo>
                    <a:pt x="1" y="16143"/>
                  </a:lnTo>
                  <a:cubicBezTo>
                    <a:pt x="1" y="16350"/>
                    <a:pt x="168" y="16518"/>
                    <a:pt x="375" y="16518"/>
                  </a:cubicBezTo>
                  <a:lnTo>
                    <a:pt x="16142" y="16518"/>
                  </a:lnTo>
                  <a:cubicBezTo>
                    <a:pt x="16349" y="16518"/>
                    <a:pt x="16517" y="16350"/>
                    <a:pt x="16517" y="16143"/>
                  </a:cubicBezTo>
                  <a:lnTo>
                    <a:pt x="16517" y="376"/>
                  </a:lnTo>
                  <a:cubicBezTo>
                    <a:pt x="16517" y="169"/>
                    <a:pt x="16349" y="1"/>
                    <a:pt x="16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0"/>
            <p:cNvSpPr/>
            <p:nvPr/>
          </p:nvSpPr>
          <p:spPr>
            <a:xfrm>
              <a:off x="1296305" y="3968438"/>
              <a:ext cx="459902" cy="459930"/>
            </a:xfrm>
            <a:custGeom>
              <a:rect b="b" l="l" r="r" t="t"/>
              <a:pathLst>
                <a:path extrusionOk="0" h="16519" w="16518">
                  <a:moveTo>
                    <a:pt x="7969" y="1"/>
                  </a:moveTo>
                  <a:lnTo>
                    <a:pt x="7969" y="7970"/>
                  </a:lnTo>
                  <a:lnTo>
                    <a:pt x="1" y="7970"/>
                  </a:lnTo>
                  <a:lnTo>
                    <a:pt x="1" y="8549"/>
                  </a:lnTo>
                  <a:lnTo>
                    <a:pt x="7969" y="8549"/>
                  </a:lnTo>
                  <a:lnTo>
                    <a:pt x="7969" y="16518"/>
                  </a:lnTo>
                  <a:lnTo>
                    <a:pt x="8549" y="16518"/>
                  </a:lnTo>
                  <a:lnTo>
                    <a:pt x="8549" y="8549"/>
                  </a:lnTo>
                  <a:lnTo>
                    <a:pt x="16517" y="8549"/>
                  </a:lnTo>
                  <a:lnTo>
                    <a:pt x="16517" y="7970"/>
                  </a:lnTo>
                  <a:lnTo>
                    <a:pt x="8549" y="7970"/>
                  </a:lnTo>
                  <a:lnTo>
                    <a:pt x="8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0"/>
            <p:cNvSpPr/>
            <p:nvPr/>
          </p:nvSpPr>
          <p:spPr>
            <a:xfrm>
              <a:off x="1347341" y="4019530"/>
              <a:ext cx="127881" cy="127881"/>
            </a:xfrm>
            <a:custGeom>
              <a:rect b="b" l="l" r="r" t="t"/>
              <a:pathLst>
                <a:path extrusionOk="0" h="4593" w="4593">
                  <a:moveTo>
                    <a:pt x="2035" y="0"/>
                  </a:moveTo>
                  <a:cubicBezTo>
                    <a:pt x="1802" y="0"/>
                    <a:pt x="1612" y="189"/>
                    <a:pt x="1612" y="422"/>
                  </a:cubicBezTo>
                  <a:lnTo>
                    <a:pt x="1612" y="1610"/>
                  </a:lnTo>
                  <a:lnTo>
                    <a:pt x="423" y="1610"/>
                  </a:lnTo>
                  <a:cubicBezTo>
                    <a:pt x="190" y="1610"/>
                    <a:pt x="1" y="1799"/>
                    <a:pt x="1" y="2032"/>
                  </a:cubicBezTo>
                  <a:lnTo>
                    <a:pt x="1" y="2558"/>
                  </a:lnTo>
                  <a:cubicBezTo>
                    <a:pt x="1" y="2791"/>
                    <a:pt x="190" y="2980"/>
                    <a:pt x="423" y="2980"/>
                  </a:cubicBezTo>
                  <a:lnTo>
                    <a:pt x="1612" y="2981"/>
                  </a:lnTo>
                  <a:lnTo>
                    <a:pt x="1611" y="4169"/>
                  </a:lnTo>
                  <a:cubicBezTo>
                    <a:pt x="1611" y="4403"/>
                    <a:pt x="1800" y="4592"/>
                    <a:pt x="2034" y="4592"/>
                  </a:cubicBezTo>
                  <a:lnTo>
                    <a:pt x="2559" y="4592"/>
                  </a:lnTo>
                  <a:cubicBezTo>
                    <a:pt x="2793" y="4592"/>
                    <a:pt x="2982" y="4403"/>
                    <a:pt x="2982" y="4169"/>
                  </a:cubicBezTo>
                  <a:lnTo>
                    <a:pt x="2982" y="2981"/>
                  </a:lnTo>
                  <a:lnTo>
                    <a:pt x="4169" y="2981"/>
                  </a:lnTo>
                  <a:cubicBezTo>
                    <a:pt x="4401" y="2981"/>
                    <a:pt x="4589" y="2793"/>
                    <a:pt x="4591" y="2560"/>
                  </a:cubicBezTo>
                  <a:lnTo>
                    <a:pt x="4592" y="2034"/>
                  </a:lnTo>
                  <a:cubicBezTo>
                    <a:pt x="4593" y="1800"/>
                    <a:pt x="4403" y="1611"/>
                    <a:pt x="4170" y="1611"/>
                  </a:cubicBezTo>
                  <a:lnTo>
                    <a:pt x="2982" y="1611"/>
                  </a:lnTo>
                  <a:lnTo>
                    <a:pt x="2982" y="425"/>
                  </a:lnTo>
                  <a:cubicBezTo>
                    <a:pt x="2982" y="192"/>
                    <a:pt x="2794" y="3"/>
                    <a:pt x="2561" y="1"/>
                  </a:cubicBezTo>
                  <a:lnTo>
                    <a:pt x="20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0"/>
            <p:cNvSpPr/>
            <p:nvPr/>
          </p:nvSpPr>
          <p:spPr>
            <a:xfrm>
              <a:off x="1356808" y="4258701"/>
              <a:ext cx="111676" cy="109393"/>
            </a:xfrm>
            <a:custGeom>
              <a:rect b="b" l="l" r="r" t="t"/>
              <a:pathLst>
                <a:path extrusionOk="0" h="3929" w="4011">
                  <a:moveTo>
                    <a:pt x="848" y="1"/>
                  </a:moveTo>
                  <a:cubicBezTo>
                    <a:pt x="739" y="1"/>
                    <a:pt x="629" y="43"/>
                    <a:pt x="545" y="127"/>
                  </a:cubicBezTo>
                  <a:lnTo>
                    <a:pt x="167" y="504"/>
                  </a:lnTo>
                  <a:cubicBezTo>
                    <a:pt x="0" y="671"/>
                    <a:pt x="0" y="943"/>
                    <a:pt x="167" y="1110"/>
                  </a:cubicBezTo>
                  <a:lnTo>
                    <a:pt x="1021" y="1965"/>
                  </a:lnTo>
                  <a:lnTo>
                    <a:pt x="167" y="2819"/>
                  </a:lnTo>
                  <a:cubicBezTo>
                    <a:pt x="0" y="2986"/>
                    <a:pt x="0" y="3258"/>
                    <a:pt x="167" y="3425"/>
                  </a:cubicBezTo>
                  <a:lnTo>
                    <a:pt x="544" y="3803"/>
                  </a:lnTo>
                  <a:cubicBezTo>
                    <a:pt x="628" y="3886"/>
                    <a:pt x="738" y="3928"/>
                    <a:pt x="848" y="3928"/>
                  </a:cubicBezTo>
                  <a:cubicBezTo>
                    <a:pt x="958" y="3928"/>
                    <a:pt x="1068" y="3886"/>
                    <a:pt x="1151" y="3803"/>
                  </a:cubicBezTo>
                  <a:lnTo>
                    <a:pt x="2005" y="2949"/>
                  </a:lnTo>
                  <a:lnTo>
                    <a:pt x="2858" y="3802"/>
                  </a:lnTo>
                  <a:cubicBezTo>
                    <a:pt x="2941" y="3885"/>
                    <a:pt x="3051" y="3927"/>
                    <a:pt x="3160" y="3927"/>
                  </a:cubicBezTo>
                  <a:cubicBezTo>
                    <a:pt x="3270" y="3927"/>
                    <a:pt x="3379" y="3885"/>
                    <a:pt x="3463" y="3802"/>
                  </a:cubicBezTo>
                  <a:lnTo>
                    <a:pt x="3842" y="3426"/>
                  </a:lnTo>
                  <a:cubicBezTo>
                    <a:pt x="4010" y="3259"/>
                    <a:pt x="4010" y="2986"/>
                    <a:pt x="3842" y="2819"/>
                  </a:cubicBezTo>
                  <a:lnTo>
                    <a:pt x="2989" y="1965"/>
                  </a:lnTo>
                  <a:lnTo>
                    <a:pt x="3842" y="1112"/>
                  </a:lnTo>
                  <a:cubicBezTo>
                    <a:pt x="4009" y="945"/>
                    <a:pt x="4010" y="675"/>
                    <a:pt x="3843" y="507"/>
                  </a:cubicBezTo>
                  <a:lnTo>
                    <a:pt x="3466" y="128"/>
                  </a:lnTo>
                  <a:cubicBezTo>
                    <a:pt x="3383" y="44"/>
                    <a:pt x="3273" y="2"/>
                    <a:pt x="3163" y="2"/>
                  </a:cubicBezTo>
                  <a:cubicBezTo>
                    <a:pt x="3053" y="2"/>
                    <a:pt x="2943" y="44"/>
                    <a:pt x="2859" y="128"/>
                  </a:cubicBezTo>
                  <a:lnTo>
                    <a:pt x="2006" y="981"/>
                  </a:lnTo>
                  <a:lnTo>
                    <a:pt x="1151" y="127"/>
                  </a:lnTo>
                  <a:cubicBezTo>
                    <a:pt x="1068" y="43"/>
                    <a:pt x="958" y="1"/>
                    <a:pt x="8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0"/>
            <p:cNvSpPr/>
            <p:nvPr/>
          </p:nvSpPr>
          <p:spPr>
            <a:xfrm>
              <a:off x="1665781" y="4249735"/>
              <a:ext cx="41541" cy="37754"/>
            </a:xfrm>
            <a:custGeom>
              <a:rect b="b" l="l" r="r" t="t"/>
              <a:pathLst>
                <a:path extrusionOk="0" h="1356" w="1492">
                  <a:moveTo>
                    <a:pt x="757" y="1"/>
                  </a:moveTo>
                  <a:cubicBezTo>
                    <a:pt x="582" y="1"/>
                    <a:pt x="406" y="69"/>
                    <a:pt x="271" y="204"/>
                  </a:cubicBezTo>
                  <a:cubicBezTo>
                    <a:pt x="4" y="470"/>
                    <a:pt x="1" y="899"/>
                    <a:pt x="263" y="1161"/>
                  </a:cubicBezTo>
                  <a:cubicBezTo>
                    <a:pt x="392" y="1291"/>
                    <a:pt x="563" y="1355"/>
                    <a:pt x="734" y="1355"/>
                  </a:cubicBezTo>
                  <a:cubicBezTo>
                    <a:pt x="910" y="1355"/>
                    <a:pt x="1086" y="1288"/>
                    <a:pt x="1221" y="1153"/>
                  </a:cubicBezTo>
                  <a:cubicBezTo>
                    <a:pt x="1487" y="887"/>
                    <a:pt x="1491" y="457"/>
                    <a:pt x="1229" y="195"/>
                  </a:cubicBezTo>
                  <a:cubicBezTo>
                    <a:pt x="1099" y="66"/>
                    <a:pt x="929" y="1"/>
                    <a:pt x="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0"/>
            <p:cNvSpPr/>
            <p:nvPr/>
          </p:nvSpPr>
          <p:spPr>
            <a:xfrm>
              <a:off x="1576043" y="4338137"/>
              <a:ext cx="41485" cy="37754"/>
            </a:xfrm>
            <a:custGeom>
              <a:rect b="b" l="l" r="r" t="t"/>
              <a:pathLst>
                <a:path extrusionOk="0" h="1356" w="1490">
                  <a:moveTo>
                    <a:pt x="756" y="1"/>
                  </a:moveTo>
                  <a:cubicBezTo>
                    <a:pt x="581" y="1"/>
                    <a:pt x="405" y="69"/>
                    <a:pt x="270" y="203"/>
                  </a:cubicBezTo>
                  <a:cubicBezTo>
                    <a:pt x="4" y="469"/>
                    <a:pt x="0" y="899"/>
                    <a:pt x="262" y="1161"/>
                  </a:cubicBezTo>
                  <a:cubicBezTo>
                    <a:pt x="392" y="1291"/>
                    <a:pt x="562" y="1355"/>
                    <a:pt x="734" y="1355"/>
                  </a:cubicBezTo>
                  <a:cubicBezTo>
                    <a:pt x="909" y="1355"/>
                    <a:pt x="1085" y="1288"/>
                    <a:pt x="1220" y="1154"/>
                  </a:cubicBezTo>
                  <a:cubicBezTo>
                    <a:pt x="1487" y="886"/>
                    <a:pt x="1489" y="458"/>
                    <a:pt x="1227" y="196"/>
                  </a:cubicBezTo>
                  <a:cubicBezTo>
                    <a:pt x="1097" y="66"/>
                    <a:pt x="927" y="1"/>
                    <a:pt x="7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0"/>
            <p:cNvSpPr/>
            <p:nvPr/>
          </p:nvSpPr>
          <p:spPr>
            <a:xfrm>
              <a:off x="1587793" y="4260037"/>
              <a:ext cx="110563" cy="108474"/>
            </a:xfrm>
            <a:custGeom>
              <a:rect b="b" l="l" r="r" t="t"/>
              <a:pathLst>
                <a:path extrusionOk="0" h="3896" w="3971">
                  <a:moveTo>
                    <a:pt x="846" y="1"/>
                  </a:moveTo>
                  <a:cubicBezTo>
                    <a:pt x="747" y="1"/>
                    <a:pt x="648" y="39"/>
                    <a:pt x="572" y="114"/>
                  </a:cubicBezTo>
                  <a:lnTo>
                    <a:pt x="151" y="536"/>
                  </a:lnTo>
                  <a:cubicBezTo>
                    <a:pt x="0" y="686"/>
                    <a:pt x="0" y="931"/>
                    <a:pt x="151" y="1083"/>
                  </a:cubicBezTo>
                  <a:lnTo>
                    <a:pt x="2849" y="3782"/>
                  </a:lnTo>
                  <a:cubicBezTo>
                    <a:pt x="2924" y="3857"/>
                    <a:pt x="3023" y="3895"/>
                    <a:pt x="3123" y="3895"/>
                  </a:cubicBezTo>
                  <a:cubicBezTo>
                    <a:pt x="3221" y="3895"/>
                    <a:pt x="3320" y="3858"/>
                    <a:pt x="3396" y="3783"/>
                  </a:cubicBezTo>
                  <a:lnTo>
                    <a:pt x="3818" y="3362"/>
                  </a:lnTo>
                  <a:cubicBezTo>
                    <a:pt x="3970" y="3211"/>
                    <a:pt x="3970" y="2966"/>
                    <a:pt x="3819" y="2815"/>
                  </a:cubicBezTo>
                  <a:lnTo>
                    <a:pt x="1120" y="114"/>
                  </a:lnTo>
                  <a:cubicBezTo>
                    <a:pt x="1044" y="39"/>
                    <a:pt x="945" y="1"/>
                    <a:pt x="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0"/>
            <p:cNvSpPr/>
            <p:nvPr/>
          </p:nvSpPr>
          <p:spPr>
            <a:xfrm>
              <a:off x="1576683" y="4063995"/>
              <a:ext cx="127881" cy="38200"/>
            </a:xfrm>
            <a:custGeom>
              <a:rect b="b" l="l" r="r" t="t"/>
              <a:pathLst>
                <a:path extrusionOk="0" h="1372" w="4593">
                  <a:moveTo>
                    <a:pt x="388" y="1"/>
                  </a:moveTo>
                  <a:cubicBezTo>
                    <a:pt x="173" y="1"/>
                    <a:pt x="0" y="174"/>
                    <a:pt x="0" y="389"/>
                  </a:cubicBezTo>
                  <a:lnTo>
                    <a:pt x="0" y="985"/>
                  </a:lnTo>
                  <a:cubicBezTo>
                    <a:pt x="0" y="1199"/>
                    <a:pt x="173" y="1372"/>
                    <a:pt x="387" y="1372"/>
                  </a:cubicBezTo>
                  <a:lnTo>
                    <a:pt x="4203" y="1372"/>
                  </a:lnTo>
                  <a:cubicBezTo>
                    <a:pt x="4417" y="1372"/>
                    <a:pt x="4590" y="1200"/>
                    <a:pt x="4591" y="986"/>
                  </a:cubicBezTo>
                  <a:lnTo>
                    <a:pt x="4592" y="390"/>
                  </a:lnTo>
                  <a:cubicBezTo>
                    <a:pt x="4592" y="176"/>
                    <a:pt x="4419" y="2"/>
                    <a:pt x="4206" y="2"/>
                  </a:cubicBezTo>
                  <a:lnTo>
                    <a:pt x="3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70"/>
          <p:cNvGrpSpPr/>
          <p:nvPr/>
        </p:nvGrpSpPr>
        <p:grpSpPr>
          <a:xfrm>
            <a:off x="7721335" y="3989390"/>
            <a:ext cx="544792" cy="487176"/>
            <a:chOff x="7379071" y="3930766"/>
            <a:chExt cx="569687" cy="519598"/>
          </a:xfrm>
        </p:grpSpPr>
        <p:sp>
          <p:nvSpPr>
            <p:cNvPr id="4713" name="Google Shape;4713;p70"/>
            <p:cNvSpPr/>
            <p:nvPr/>
          </p:nvSpPr>
          <p:spPr>
            <a:xfrm>
              <a:off x="7505144" y="4039660"/>
              <a:ext cx="443615" cy="410705"/>
            </a:xfrm>
            <a:custGeom>
              <a:rect b="b" l="l" r="r" t="t"/>
              <a:pathLst>
                <a:path extrusionOk="0" h="14751" w="15933">
                  <a:moveTo>
                    <a:pt x="10352" y="0"/>
                  </a:moveTo>
                  <a:cubicBezTo>
                    <a:pt x="9422" y="0"/>
                    <a:pt x="8584" y="785"/>
                    <a:pt x="8650" y="1827"/>
                  </a:cubicBezTo>
                  <a:cubicBezTo>
                    <a:pt x="8765" y="3632"/>
                    <a:pt x="8399" y="5511"/>
                    <a:pt x="7166" y="6744"/>
                  </a:cubicBezTo>
                  <a:cubicBezTo>
                    <a:pt x="6074" y="7835"/>
                    <a:pt x="4474" y="8248"/>
                    <a:pt x="2867" y="8248"/>
                  </a:cubicBezTo>
                  <a:cubicBezTo>
                    <a:pt x="2661" y="8248"/>
                    <a:pt x="2455" y="8241"/>
                    <a:pt x="2249" y="8228"/>
                  </a:cubicBezTo>
                  <a:cubicBezTo>
                    <a:pt x="2210" y="8226"/>
                    <a:pt x="2172" y="8224"/>
                    <a:pt x="2134" y="8224"/>
                  </a:cubicBezTo>
                  <a:cubicBezTo>
                    <a:pt x="854" y="8224"/>
                    <a:pt x="1" y="9598"/>
                    <a:pt x="633" y="10742"/>
                  </a:cubicBezTo>
                  <a:cubicBezTo>
                    <a:pt x="988" y="11384"/>
                    <a:pt x="1442" y="11987"/>
                    <a:pt x="1993" y="12527"/>
                  </a:cubicBezTo>
                  <a:cubicBezTo>
                    <a:pt x="3504" y="14010"/>
                    <a:pt x="5461" y="14750"/>
                    <a:pt x="7418" y="14750"/>
                  </a:cubicBezTo>
                  <a:cubicBezTo>
                    <a:pt x="9400" y="14750"/>
                    <a:pt x="11381" y="13991"/>
                    <a:pt x="12897" y="12475"/>
                  </a:cubicBezTo>
                  <a:cubicBezTo>
                    <a:pt x="15914" y="9457"/>
                    <a:pt x="15932" y="4596"/>
                    <a:pt x="12936" y="1558"/>
                  </a:cubicBezTo>
                  <a:cubicBezTo>
                    <a:pt x="12402" y="1015"/>
                    <a:pt x="11809" y="569"/>
                    <a:pt x="11176" y="217"/>
                  </a:cubicBezTo>
                  <a:cubicBezTo>
                    <a:pt x="10907" y="68"/>
                    <a:pt x="10626" y="0"/>
                    <a:pt x="10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0"/>
            <p:cNvSpPr/>
            <p:nvPr/>
          </p:nvSpPr>
          <p:spPr>
            <a:xfrm>
              <a:off x="7790033" y="4306173"/>
              <a:ext cx="58970" cy="58943"/>
            </a:xfrm>
            <a:custGeom>
              <a:rect b="b" l="l" r="r" t="t"/>
              <a:pathLst>
                <a:path extrusionOk="0" h="2117" w="2118">
                  <a:moveTo>
                    <a:pt x="1060" y="0"/>
                  </a:moveTo>
                  <a:cubicBezTo>
                    <a:pt x="475" y="0"/>
                    <a:pt x="1" y="475"/>
                    <a:pt x="1" y="1059"/>
                  </a:cubicBezTo>
                  <a:cubicBezTo>
                    <a:pt x="1" y="1643"/>
                    <a:pt x="475" y="2116"/>
                    <a:pt x="1060" y="2116"/>
                  </a:cubicBezTo>
                  <a:cubicBezTo>
                    <a:pt x="1644" y="2116"/>
                    <a:pt x="2117" y="1643"/>
                    <a:pt x="2117" y="1059"/>
                  </a:cubicBezTo>
                  <a:cubicBezTo>
                    <a:pt x="2117" y="475"/>
                    <a:pt x="164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0"/>
            <p:cNvSpPr/>
            <p:nvPr/>
          </p:nvSpPr>
          <p:spPr>
            <a:xfrm>
              <a:off x="7830851" y="4215043"/>
              <a:ext cx="58970" cy="58943"/>
            </a:xfrm>
            <a:custGeom>
              <a:rect b="b" l="l" r="r" t="t"/>
              <a:pathLst>
                <a:path extrusionOk="0" h="2117" w="2118">
                  <a:moveTo>
                    <a:pt x="1058" y="1"/>
                  </a:moveTo>
                  <a:cubicBezTo>
                    <a:pt x="474" y="1"/>
                    <a:pt x="1" y="475"/>
                    <a:pt x="1" y="1059"/>
                  </a:cubicBezTo>
                  <a:cubicBezTo>
                    <a:pt x="1" y="1644"/>
                    <a:pt x="474" y="2117"/>
                    <a:pt x="1058" y="2117"/>
                  </a:cubicBezTo>
                  <a:cubicBezTo>
                    <a:pt x="1643" y="2117"/>
                    <a:pt x="2117" y="1644"/>
                    <a:pt x="2117" y="1059"/>
                  </a:cubicBezTo>
                  <a:cubicBezTo>
                    <a:pt x="2117" y="475"/>
                    <a:pt x="1643" y="1"/>
                    <a:pt x="10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0"/>
            <p:cNvSpPr/>
            <p:nvPr/>
          </p:nvSpPr>
          <p:spPr>
            <a:xfrm>
              <a:off x="7698931" y="4346991"/>
              <a:ext cx="58943" cy="58943"/>
            </a:xfrm>
            <a:custGeom>
              <a:rect b="b" l="l" r="r" t="t"/>
              <a:pathLst>
                <a:path extrusionOk="0" h="2117" w="2117">
                  <a:moveTo>
                    <a:pt x="1059" y="0"/>
                  </a:moveTo>
                  <a:cubicBezTo>
                    <a:pt x="475" y="0"/>
                    <a:pt x="1" y="473"/>
                    <a:pt x="1" y="1058"/>
                  </a:cubicBezTo>
                  <a:cubicBezTo>
                    <a:pt x="1" y="1642"/>
                    <a:pt x="475" y="2116"/>
                    <a:pt x="1059" y="2116"/>
                  </a:cubicBezTo>
                  <a:cubicBezTo>
                    <a:pt x="1644" y="2116"/>
                    <a:pt x="2117" y="1642"/>
                    <a:pt x="2117" y="1058"/>
                  </a:cubicBezTo>
                  <a:cubicBezTo>
                    <a:pt x="2117" y="473"/>
                    <a:pt x="1644" y="0"/>
                    <a:pt x="10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0"/>
            <p:cNvSpPr/>
            <p:nvPr/>
          </p:nvSpPr>
          <p:spPr>
            <a:xfrm>
              <a:off x="7803899" y="4120739"/>
              <a:ext cx="58915" cy="58943"/>
            </a:xfrm>
            <a:custGeom>
              <a:rect b="b" l="l" r="r" t="t"/>
              <a:pathLst>
                <a:path extrusionOk="0" h="2117" w="2116">
                  <a:moveTo>
                    <a:pt x="1058" y="1"/>
                  </a:moveTo>
                  <a:cubicBezTo>
                    <a:pt x="474" y="1"/>
                    <a:pt x="1" y="474"/>
                    <a:pt x="1" y="1058"/>
                  </a:cubicBezTo>
                  <a:cubicBezTo>
                    <a:pt x="1" y="1643"/>
                    <a:pt x="474" y="2117"/>
                    <a:pt x="1058" y="2117"/>
                  </a:cubicBezTo>
                  <a:cubicBezTo>
                    <a:pt x="1642" y="2117"/>
                    <a:pt x="2115" y="1643"/>
                    <a:pt x="2115" y="1058"/>
                  </a:cubicBezTo>
                  <a:cubicBezTo>
                    <a:pt x="2115" y="474"/>
                    <a:pt x="1642" y="1"/>
                    <a:pt x="10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0"/>
            <p:cNvSpPr/>
            <p:nvPr/>
          </p:nvSpPr>
          <p:spPr>
            <a:xfrm>
              <a:off x="7604627" y="4320011"/>
              <a:ext cx="58943" cy="58915"/>
            </a:xfrm>
            <a:custGeom>
              <a:rect b="b" l="l" r="r" t="t"/>
              <a:pathLst>
                <a:path extrusionOk="0" h="2116" w="2117">
                  <a:moveTo>
                    <a:pt x="1058" y="1"/>
                  </a:moveTo>
                  <a:cubicBezTo>
                    <a:pt x="474" y="1"/>
                    <a:pt x="1" y="474"/>
                    <a:pt x="1" y="1058"/>
                  </a:cubicBezTo>
                  <a:cubicBezTo>
                    <a:pt x="1" y="1642"/>
                    <a:pt x="474" y="2116"/>
                    <a:pt x="1058" y="2116"/>
                  </a:cubicBezTo>
                  <a:cubicBezTo>
                    <a:pt x="1642" y="2116"/>
                    <a:pt x="2117" y="1642"/>
                    <a:pt x="2117" y="1058"/>
                  </a:cubicBezTo>
                  <a:cubicBezTo>
                    <a:pt x="2117" y="474"/>
                    <a:pt x="1642" y="1"/>
                    <a:pt x="1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0"/>
            <p:cNvSpPr/>
            <p:nvPr/>
          </p:nvSpPr>
          <p:spPr>
            <a:xfrm>
              <a:off x="7379071" y="4016411"/>
              <a:ext cx="330463" cy="355632"/>
            </a:xfrm>
            <a:custGeom>
              <a:rect b="b" l="l" r="r" t="t"/>
              <a:pathLst>
                <a:path extrusionOk="0" h="12773" w="11869">
                  <a:moveTo>
                    <a:pt x="2076" y="0"/>
                  </a:moveTo>
                  <a:cubicBezTo>
                    <a:pt x="1816" y="0"/>
                    <a:pt x="1577" y="184"/>
                    <a:pt x="1528" y="460"/>
                  </a:cubicBezTo>
                  <a:lnTo>
                    <a:pt x="583" y="5821"/>
                  </a:lnTo>
                  <a:cubicBezTo>
                    <a:pt x="1" y="9122"/>
                    <a:pt x="1830" y="12202"/>
                    <a:pt x="4668" y="12704"/>
                  </a:cubicBezTo>
                  <a:cubicBezTo>
                    <a:pt x="4932" y="12750"/>
                    <a:pt x="5196" y="12773"/>
                    <a:pt x="5457" y="12773"/>
                  </a:cubicBezTo>
                  <a:cubicBezTo>
                    <a:pt x="8005" y="12773"/>
                    <a:pt x="10335" y="10627"/>
                    <a:pt x="10863" y="7634"/>
                  </a:cubicBezTo>
                  <a:lnTo>
                    <a:pt x="11808" y="2272"/>
                  </a:lnTo>
                  <a:cubicBezTo>
                    <a:pt x="11869" y="1929"/>
                    <a:pt x="11603" y="1619"/>
                    <a:pt x="11259" y="1619"/>
                  </a:cubicBezTo>
                  <a:cubicBezTo>
                    <a:pt x="11251" y="1619"/>
                    <a:pt x="11242" y="1619"/>
                    <a:pt x="11234" y="1620"/>
                  </a:cubicBezTo>
                  <a:cubicBezTo>
                    <a:pt x="10980" y="1632"/>
                    <a:pt x="10719" y="1638"/>
                    <a:pt x="10451" y="1638"/>
                  </a:cubicBezTo>
                  <a:cubicBezTo>
                    <a:pt x="9298" y="1638"/>
                    <a:pt x="8016" y="1526"/>
                    <a:pt x="6681" y="1290"/>
                  </a:cubicBezTo>
                  <a:cubicBezTo>
                    <a:pt x="5036" y="1000"/>
                    <a:pt x="3530" y="561"/>
                    <a:pt x="2291" y="44"/>
                  </a:cubicBezTo>
                  <a:cubicBezTo>
                    <a:pt x="2220" y="14"/>
                    <a:pt x="2147" y="0"/>
                    <a:pt x="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0"/>
            <p:cNvSpPr/>
            <p:nvPr/>
          </p:nvSpPr>
          <p:spPr>
            <a:xfrm>
              <a:off x="7571688" y="4131765"/>
              <a:ext cx="73560" cy="52706"/>
            </a:xfrm>
            <a:custGeom>
              <a:rect b="b" l="l" r="r" t="t"/>
              <a:pathLst>
                <a:path extrusionOk="0" h="1893" w="2642">
                  <a:moveTo>
                    <a:pt x="1841" y="0"/>
                  </a:moveTo>
                  <a:cubicBezTo>
                    <a:pt x="1765" y="0"/>
                    <a:pt x="1687" y="11"/>
                    <a:pt x="1609" y="35"/>
                  </a:cubicBezTo>
                  <a:cubicBezTo>
                    <a:pt x="896" y="256"/>
                    <a:pt x="463" y="712"/>
                    <a:pt x="203" y="1150"/>
                  </a:cubicBezTo>
                  <a:cubicBezTo>
                    <a:pt x="1" y="1489"/>
                    <a:pt x="261" y="1892"/>
                    <a:pt x="620" y="1892"/>
                  </a:cubicBezTo>
                  <a:cubicBezTo>
                    <a:pt x="666" y="1892"/>
                    <a:pt x="713" y="1886"/>
                    <a:pt x="760" y="1872"/>
                  </a:cubicBezTo>
                  <a:cubicBezTo>
                    <a:pt x="1198" y="1745"/>
                    <a:pt x="1646" y="1644"/>
                    <a:pt x="1996" y="1572"/>
                  </a:cubicBezTo>
                  <a:cubicBezTo>
                    <a:pt x="2374" y="1494"/>
                    <a:pt x="2641" y="1155"/>
                    <a:pt x="2628" y="768"/>
                  </a:cubicBezTo>
                  <a:cubicBezTo>
                    <a:pt x="2613" y="330"/>
                    <a:pt x="2252" y="0"/>
                    <a:pt x="18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7451602" y="4105899"/>
              <a:ext cx="65597" cy="63230"/>
            </a:xfrm>
            <a:custGeom>
              <a:rect b="b" l="l" r="r" t="t"/>
              <a:pathLst>
                <a:path extrusionOk="0" h="2271" w="2356">
                  <a:moveTo>
                    <a:pt x="885" y="0"/>
                  </a:moveTo>
                  <a:cubicBezTo>
                    <a:pt x="576" y="0"/>
                    <a:pt x="273" y="184"/>
                    <a:pt x="146" y="500"/>
                  </a:cubicBezTo>
                  <a:cubicBezTo>
                    <a:pt x="1" y="858"/>
                    <a:pt x="136" y="1268"/>
                    <a:pt x="464" y="1471"/>
                  </a:cubicBezTo>
                  <a:cubicBezTo>
                    <a:pt x="769" y="1658"/>
                    <a:pt x="1156" y="1907"/>
                    <a:pt x="1523" y="2176"/>
                  </a:cubicBezTo>
                  <a:cubicBezTo>
                    <a:pt x="1614" y="2241"/>
                    <a:pt x="1713" y="2271"/>
                    <a:pt x="1810" y="2271"/>
                  </a:cubicBezTo>
                  <a:cubicBezTo>
                    <a:pt x="2096" y="2271"/>
                    <a:pt x="2356" y="2014"/>
                    <a:pt x="2294" y="1688"/>
                  </a:cubicBezTo>
                  <a:cubicBezTo>
                    <a:pt x="2199" y="1188"/>
                    <a:pt x="1949" y="609"/>
                    <a:pt x="1354" y="158"/>
                  </a:cubicBezTo>
                  <a:cubicBezTo>
                    <a:pt x="1211" y="50"/>
                    <a:pt x="1047" y="0"/>
                    <a:pt x="8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7436205" y="4202458"/>
              <a:ext cx="198127" cy="125013"/>
            </a:xfrm>
            <a:custGeom>
              <a:rect b="b" l="l" r="r" t="t"/>
              <a:pathLst>
                <a:path extrusionOk="0" h="4490" w="7116">
                  <a:moveTo>
                    <a:pt x="208" y="0"/>
                  </a:moveTo>
                  <a:cubicBezTo>
                    <a:pt x="101" y="0"/>
                    <a:pt x="0" y="87"/>
                    <a:pt x="4" y="210"/>
                  </a:cubicBezTo>
                  <a:cubicBezTo>
                    <a:pt x="28" y="1131"/>
                    <a:pt x="258" y="2003"/>
                    <a:pt x="680" y="2746"/>
                  </a:cubicBezTo>
                  <a:cubicBezTo>
                    <a:pt x="1215" y="3686"/>
                    <a:pt x="2002" y="4291"/>
                    <a:pt x="2894" y="4448"/>
                  </a:cubicBezTo>
                  <a:cubicBezTo>
                    <a:pt x="3050" y="4476"/>
                    <a:pt x="3207" y="4489"/>
                    <a:pt x="3365" y="4489"/>
                  </a:cubicBezTo>
                  <a:cubicBezTo>
                    <a:pt x="4113" y="4489"/>
                    <a:pt x="4877" y="4185"/>
                    <a:pt x="5558" y="3606"/>
                  </a:cubicBezTo>
                  <a:cubicBezTo>
                    <a:pt x="6208" y="3052"/>
                    <a:pt x="6723" y="2312"/>
                    <a:pt x="7061" y="1455"/>
                  </a:cubicBezTo>
                  <a:cubicBezTo>
                    <a:pt x="7116" y="1316"/>
                    <a:pt x="7009" y="1175"/>
                    <a:pt x="6873" y="1175"/>
                  </a:cubicBezTo>
                  <a:cubicBezTo>
                    <a:pt x="6852" y="1175"/>
                    <a:pt x="6830" y="1179"/>
                    <a:pt x="6808" y="1186"/>
                  </a:cubicBezTo>
                  <a:cubicBezTo>
                    <a:pt x="6176" y="1395"/>
                    <a:pt x="5473" y="1508"/>
                    <a:pt x="4734" y="1508"/>
                  </a:cubicBezTo>
                  <a:cubicBezTo>
                    <a:pt x="4311" y="1508"/>
                    <a:pt x="3875" y="1471"/>
                    <a:pt x="3434" y="1393"/>
                  </a:cubicBezTo>
                  <a:cubicBezTo>
                    <a:pt x="2224" y="1180"/>
                    <a:pt x="1155" y="693"/>
                    <a:pt x="332" y="44"/>
                  </a:cubicBezTo>
                  <a:cubicBezTo>
                    <a:pt x="294" y="14"/>
                    <a:pt x="250" y="0"/>
                    <a:pt x="2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0"/>
            <p:cNvSpPr/>
            <p:nvPr/>
          </p:nvSpPr>
          <p:spPr>
            <a:xfrm>
              <a:off x="7628544" y="3930766"/>
              <a:ext cx="123676" cy="123426"/>
            </a:xfrm>
            <a:custGeom>
              <a:rect b="b" l="l" r="r" t="t"/>
              <a:pathLst>
                <a:path extrusionOk="0" h="4433" w="4442">
                  <a:moveTo>
                    <a:pt x="1856" y="0"/>
                  </a:moveTo>
                  <a:cubicBezTo>
                    <a:pt x="1718" y="0"/>
                    <a:pt x="1584" y="67"/>
                    <a:pt x="1502" y="187"/>
                  </a:cubicBezTo>
                  <a:cubicBezTo>
                    <a:pt x="0" y="2387"/>
                    <a:pt x="1826" y="3378"/>
                    <a:pt x="2108" y="4432"/>
                  </a:cubicBezTo>
                  <a:lnTo>
                    <a:pt x="3639" y="4022"/>
                  </a:lnTo>
                  <a:cubicBezTo>
                    <a:pt x="3356" y="2969"/>
                    <a:pt x="4441" y="1196"/>
                    <a:pt x="2041" y="43"/>
                  </a:cubicBezTo>
                  <a:cubicBezTo>
                    <a:pt x="1981" y="14"/>
                    <a:pt x="1918" y="0"/>
                    <a:pt x="18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0"/>
            <p:cNvSpPr/>
            <p:nvPr/>
          </p:nvSpPr>
          <p:spPr>
            <a:xfrm>
              <a:off x="7654187" y="3966183"/>
              <a:ext cx="82804" cy="88010"/>
            </a:xfrm>
            <a:custGeom>
              <a:rect b="b" l="l" r="r" t="t"/>
              <a:pathLst>
                <a:path extrusionOk="0" h="3161" w="2974">
                  <a:moveTo>
                    <a:pt x="2500" y="0"/>
                  </a:moveTo>
                  <a:cubicBezTo>
                    <a:pt x="2485" y="646"/>
                    <a:pt x="2106" y="1209"/>
                    <a:pt x="1526" y="1365"/>
                  </a:cubicBezTo>
                  <a:cubicBezTo>
                    <a:pt x="1422" y="1393"/>
                    <a:pt x="1318" y="1406"/>
                    <a:pt x="1215" y="1406"/>
                  </a:cubicBezTo>
                  <a:cubicBezTo>
                    <a:pt x="737" y="1406"/>
                    <a:pt x="277" y="1122"/>
                    <a:pt x="0" y="668"/>
                  </a:cubicBezTo>
                  <a:lnTo>
                    <a:pt x="0" y="668"/>
                  </a:lnTo>
                  <a:cubicBezTo>
                    <a:pt x="73" y="1743"/>
                    <a:pt x="994" y="2437"/>
                    <a:pt x="1188" y="3160"/>
                  </a:cubicBezTo>
                  <a:lnTo>
                    <a:pt x="2718" y="2750"/>
                  </a:lnTo>
                  <a:cubicBezTo>
                    <a:pt x="2524" y="2027"/>
                    <a:pt x="2974" y="967"/>
                    <a:pt x="2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0"/>
            <p:cNvSpPr/>
            <p:nvPr/>
          </p:nvSpPr>
          <p:spPr>
            <a:xfrm>
              <a:off x="7696592" y="4106372"/>
              <a:ext cx="94776" cy="172568"/>
            </a:xfrm>
            <a:custGeom>
              <a:rect b="b" l="l" r="r" t="t"/>
              <a:pathLst>
                <a:path extrusionOk="0" h="6198" w="3404">
                  <a:moveTo>
                    <a:pt x="2125" y="1"/>
                  </a:moveTo>
                  <a:lnTo>
                    <a:pt x="1" y="571"/>
                  </a:lnTo>
                  <a:lnTo>
                    <a:pt x="1529" y="5552"/>
                  </a:lnTo>
                  <a:cubicBezTo>
                    <a:pt x="1649" y="5944"/>
                    <a:pt x="2010" y="6198"/>
                    <a:pt x="2401" y="6198"/>
                  </a:cubicBezTo>
                  <a:cubicBezTo>
                    <a:pt x="2480" y="6198"/>
                    <a:pt x="2559" y="6188"/>
                    <a:pt x="2639" y="6166"/>
                  </a:cubicBezTo>
                  <a:cubicBezTo>
                    <a:pt x="3114" y="6039"/>
                    <a:pt x="3403" y="5559"/>
                    <a:pt x="3294" y="5078"/>
                  </a:cubicBezTo>
                  <a:lnTo>
                    <a:pt x="21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0"/>
            <p:cNvSpPr/>
            <p:nvPr/>
          </p:nvSpPr>
          <p:spPr>
            <a:xfrm>
              <a:off x="7673983" y="4030528"/>
              <a:ext cx="87398" cy="103964"/>
            </a:xfrm>
            <a:custGeom>
              <a:rect b="b" l="l" r="r" t="t"/>
              <a:pathLst>
                <a:path extrusionOk="0" h="3734" w="3139">
                  <a:moveTo>
                    <a:pt x="2151" y="0"/>
                  </a:moveTo>
                  <a:cubicBezTo>
                    <a:pt x="2133" y="0"/>
                    <a:pt x="2114" y="3"/>
                    <a:pt x="2096" y="8"/>
                  </a:cubicBezTo>
                  <a:lnTo>
                    <a:pt x="183" y="521"/>
                  </a:lnTo>
                  <a:cubicBezTo>
                    <a:pt x="69" y="552"/>
                    <a:pt x="0" y="670"/>
                    <a:pt x="31" y="785"/>
                  </a:cubicBezTo>
                  <a:lnTo>
                    <a:pt x="778" y="3574"/>
                  </a:lnTo>
                  <a:cubicBezTo>
                    <a:pt x="804" y="3670"/>
                    <a:pt x="891" y="3734"/>
                    <a:pt x="986" y="3734"/>
                  </a:cubicBezTo>
                  <a:cubicBezTo>
                    <a:pt x="1005" y="3734"/>
                    <a:pt x="1023" y="3731"/>
                    <a:pt x="1042" y="3726"/>
                  </a:cubicBezTo>
                  <a:lnTo>
                    <a:pt x="2955" y="3214"/>
                  </a:lnTo>
                  <a:cubicBezTo>
                    <a:pt x="3070" y="3184"/>
                    <a:pt x="3138" y="3065"/>
                    <a:pt x="3108" y="2949"/>
                  </a:cubicBezTo>
                  <a:lnTo>
                    <a:pt x="2360" y="160"/>
                  </a:lnTo>
                  <a:cubicBezTo>
                    <a:pt x="2335" y="64"/>
                    <a:pt x="2247" y="0"/>
                    <a:pt x="2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0"/>
            <p:cNvSpPr/>
            <p:nvPr/>
          </p:nvSpPr>
          <p:spPr>
            <a:xfrm>
              <a:off x="7673092" y="4050157"/>
              <a:ext cx="79964" cy="32798"/>
            </a:xfrm>
            <a:custGeom>
              <a:rect b="b" l="l" r="r" t="t"/>
              <a:pathLst>
                <a:path extrusionOk="0" h="1178" w="2872">
                  <a:moveTo>
                    <a:pt x="2548" y="1"/>
                  </a:moveTo>
                  <a:cubicBezTo>
                    <a:pt x="2523" y="1"/>
                    <a:pt x="2499" y="4"/>
                    <a:pt x="2474" y="10"/>
                  </a:cubicBezTo>
                  <a:lnTo>
                    <a:pt x="247" y="608"/>
                  </a:lnTo>
                  <a:cubicBezTo>
                    <a:pt x="92" y="649"/>
                    <a:pt x="1" y="808"/>
                    <a:pt x="42" y="963"/>
                  </a:cubicBezTo>
                  <a:cubicBezTo>
                    <a:pt x="77" y="1092"/>
                    <a:pt x="194" y="1177"/>
                    <a:pt x="322" y="1177"/>
                  </a:cubicBezTo>
                  <a:cubicBezTo>
                    <a:pt x="347" y="1177"/>
                    <a:pt x="372" y="1175"/>
                    <a:pt x="397" y="1167"/>
                  </a:cubicBezTo>
                  <a:lnTo>
                    <a:pt x="2624" y="571"/>
                  </a:lnTo>
                  <a:cubicBezTo>
                    <a:pt x="2779" y="530"/>
                    <a:pt x="2872" y="371"/>
                    <a:pt x="2830" y="216"/>
                  </a:cubicBezTo>
                  <a:cubicBezTo>
                    <a:pt x="2795" y="86"/>
                    <a:pt x="2677"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70"/>
          <p:cNvGrpSpPr/>
          <p:nvPr/>
        </p:nvGrpSpPr>
        <p:grpSpPr>
          <a:xfrm>
            <a:off x="7754616" y="1930235"/>
            <a:ext cx="478230" cy="501852"/>
            <a:chOff x="7516838" y="1746153"/>
            <a:chExt cx="500084" cy="535251"/>
          </a:xfrm>
        </p:grpSpPr>
        <p:sp>
          <p:nvSpPr>
            <p:cNvPr id="4729" name="Google Shape;4729;p70"/>
            <p:cNvSpPr/>
            <p:nvPr/>
          </p:nvSpPr>
          <p:spPr>
            <a:xfrm>
              <a:off x="7516838" y="1746153"/>
              <a:ext cx="385201" cy="485657"/>
            </a:xfrm>
            <a:custGeom>
              <a:rect b="b" l="l" r="r" t="t"/>
              <a:pathLst>
                <a:path extrusionOk="0" h="17443" w="13835">
                  <a:moveTo>
                    <a:pt x="1783" y="0"/>
                  </a:moveTo>
                  <a:cubicBezTo>
                    <a:pt x="799" y="0"/>
                    <a:pt x="1" y="798"/>
                    <a:pt x="1" y="1782"/>
                  </a:cubicBezTo>
                  <a:lnTo>
                    <a:pt x="1" y="17442"/>
                  </a:lnTo>
                  <a:lnTo>
                    <a:pt x="13834" y="17442"/>
                  </a:lnTo>
                  <a:lnTo>
                    <a:pt x="13834" y="513"/>
                  </a:lnTo>
                  <a:cubicBezTo>
                    <a:pt x="13834" y="229"/>
                    <a:pt x="13604" y="0"/>
                    <a:pt x="13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7574890" y="1746153"/>
              <a:ext cx="16176" cy="485657"/>
            </a:xfrm>
            <a:custGeom>
              <a:rect b="b" l="l" r="r" t="t"/>
              <a:pathLst>
                <a:path extrusionOk="0" h="17443" w="581">
                  <a:moveTo>
                    <a:pt x="0" y="0"/>
                  </a:moveTo>
                  <a:lnTo>
                    <a:pt x="0" y="17442"/>
                  </a:lnTo>
                  <a:lnTo>
                    <a:pt x="581" y="17442"/>
                  </a:lnTo>
                  <a:lnTo>
                    <a:pt x="58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7516838" y="2167862"/>
              <a:ext cx="385201" cy="113542"/>
            </a:xfrm>
            <a:custGeom>
              <a:rect b="b" l="l" r="r" t="t"/>
              <a:pathLst>
                <a:path extrusionOk="0" h="4078" w="13835">
                  <a:moveTo>
                    <a:pt x="13834" y="1"/>
                  </a:moveTo>
                  <a:cubicBezTo>
                    <a:pt x="13834" y="285"/>
                    <a:pt x="13604" y="514"/>
                    <a:pt x="13321" y="514"/>
                  </a:cubicBezTo>
                  <a:lnTo>
                    <a:pt x="1783" y="514"/>
                  </a:lnTo>
                  <a:cubicBezTo>
                    <a:pt x="799" y="514"/>
                    <a:pt x="1" y="1312"/>
                    <a:pt x="1" y="2296"/>
                  </a:cubicBezTo>
                  <a:cubicBezTo>
                    <a:pt x="1" y="3280"/>
                    <a:pt x="799" y="4078"/>
                    <a:pt x="1783" y="4078"/>
                  </a:cubicBezTo>
                  <a:lnTo>
                    <a:pt x="13321" y="4078"/>
                  </a:lnTo>
                  <a:cubicBezTo>
                    <a:pt x="13604" y="4078"/>
                    <a:pt x="13834" y="3849"/>
                    <a:pt x="13834" y="3565"/>
                  </a:cubicBezTo>
                  <a:lnTo>
                    <a:pt x="13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0"/>
            <p:cNvSpPr/>
            <p:nvPr/>
          </p:nvSpPr>
          <p:spPr>
            <a:xfrm>
              <a:off x="7846303" y="2167862"/>
              <a:ext cx="55685" cy="113542"/>
            </a:xfrm>
            <a:custGeom>
              <a:rect b="b" l="l" r="r" t="t"/>
              <a:pathLst>
                <a:path extrusionOk="0" h="4078" w="2000">
                  <a:moveTo>
                    <a:pt x="2000" y="1"/>
                  </a:moveTo>
                  <a:cubicBezTo>
                    <a:pt x="2000" y="285"/>
                    <a:pt x="1771" y="514"/>
                    <a:pt x="1488" y="514"/>
                  </a:cubicBezTo>
                  <a:lnTo>
                    <a:pt x="514" y="514"/>
                  </a:lnTo>
                  <a:lnTo>
                    <a:pt x="514" y="3565"/>
                  </a:lnTo>
                  <a:cubicBezTo>
                    <a:pt x="514" y="3849"/>
                    <a:pt x="285" y="4078"/>
                    <a:pt x="1" y="4078"/>
                  </a:cubicBezTo>
                  <a:lnTo>
                    <a:pt x="1488" y="4078"/>
                  </a:lnTo>
                  <a:cubicBezTo>
                    <a:pt x="1771" y="4078"/>
                    <a:pt x="2000" y="3849"/>
                    <a:pt x="2000" y="3565"/>
                  </a:cubicBezTo>
                  <a:lnTo>
                    <a:pt x="2000" y="1"/>
                  </a:lnTo>
                  <a:close/>
                </a:path>
              </a:pathLst>
            </a:custGeom>
            <a:solidFill>
              <a:srgbClr val="7B6F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0"/>
            <p:cNvSpPr/>
            <p:nvPr/>
          </p:nvSpPr>
          <p:spPr>
            <a:xfrm>
              <a:off x="7549191" y="2214499"/>
              <a:ext cx="352792" cy="34636"/>
            </a:xfrm>
            <a:custGeom>
              <a:rect b="b" l="l" r="r" t="t"/>
              <a:pathLst>
                <a:path extrusionOk="0" h="1244" w="12671">
                  <a:moveTo>
                    <a:pt x="621" y="0"/>
                  </a:moveTo>
                  <a:cubicBezTo>
                    <a:pt x="278" y="0"/>
                    <a:pt x="0" y="278"/>
                    <a:pt x="0" y="621"/>
                  </a:cubicBezTo>
                  <a:cubicBezTo>
                    <a:pt x="0" y="964"/>
                    <a:pt x="278" y="1243"/>
                    <a:pt x="621" y="1243"/>
                  </a:cubicBezTo>
                  <a:lnTo>
                    <a:pt x="12671" y="1243"/>
                  </a:lnTo>
                  <a:lnTo>
                    <a:pt x="12671" y="0"/>
                  </a:lnTo>
                  <a:close/>
                </a:path>
              </a:pathLst>
            </a:custGeom>
            <a:solidFill>
              <a:srgbClr val="F2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0"/>
            <p:cNvSpPr/>
            <p:nvPr/>
          </p:nvSpPr>
          <p:spPr>
            <a:xfrm>
              <a:off x="7860615" y="2214499"/>
              <a:ext cx="41374" cy="34636"/>
            </a:xfrm>
            <a:custGeom>
              <a:rect b="b" l="l" r="r" t="t"/>
              <a:pathLst>
                <a:path extrusionOk="0" h="1244" w="1486">
                  <a:moveTo>
                    <a:pt x="0" y="0"/>
                  </a:moveTo>
                  <a:lnTo>
                    <a:pt x="0" y="1243"/>
                  </a:lnTo>
                  <a:lnTo>
                    <a:pt x="1486" y="1243"/>
                  </a:lnTo>
                  <a:lnTo>
                    <a:pt x="1486" y="0"/>
                  </a:lnTo>
                  <a:close/>
                </a:path>
              </a:pathLst>
            </a:custGeom>
            <a:solidFill>
              <a:srgbClr val="E0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0"/>
            <p:cNvSpPr/>
            <p:nvPr/>
          </p:nvSpPr>
          <p:spPr>
            <a:xfrm>
              <a:off x="7817124" y="2031599"/>
              <a:ext cx="169784" cy="171204"/>
            </a:xfrm>
            <a:custGeom>
              <a:rect b="b" l="l" r="r" t="t"/>
              <a:pathLst>
                <a:path extrusionOk="0" h="6149" w="6098">
                  <a:moveTo>
                    <a:pt x="1806" y="0"/>
                  </a:moveTo>
                  <a:lnTo>
                    <a:pt x="1806" y="2544"/>
                  </a:lnTo>
                  <a:lnTo>
                    <a:pt x="0" y="6149"/>
                  </a:lnTo>
                  <a:lnTo>
                    <a:pt x="6097" y="6149"/>
                  </a:lnTo>
                  <a:lnTo>
                    <a:pt x="4291" y="2544"/>
                  </a:lnTo>
                  <a:lnTo>
                    <a:pt x="42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0"/>
            <p:cNvSpPr/>
            <p:nvPr/>
          </p:nvSpPr>
          <p:spPr>
            <a:xfrm>
              <a:off x="7787081" y="2190360"/>
              <a:ext cx="229840" cy="91045"/>
            </a:xfrm>
            <a:custGeom>
              <a:rect b="b" l="l" r="r" t="t"/>
              <a:pathLst>
                <a:path extrusionOk="0" h="3270" w="8255">
                  <a:moveTo>
                    <a:pt x="1303" y="0"/>
                  </a:moveTo>
                  <a:lnTo>
                    <a:pt x="286" y="2030"/>
                  </a:lnTo>
                  <a:cubicBezTo>
                    <a:pt x="1" y="2599"/>
                    <a:pt x="414" y="3270"/>
                    <a:pt x="1052" y="3270"/>
                  </a:cubicBezTo>
                  <a:lnTo>
                    <a:pt x="7203" y="3270"/>
                  </a:lnTo>
                  <a:cubicBezTo>
                    <a:pt x="7841" y="3270"/>
                    <a:pt x="8254" y="2599"/>
                    <a:pt x="7969" y="2030"/>
                  </a:cubicBezTo>
                  <a:lnTo>
                    <a:pt x="6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0"/>
            <p:cNvSpPr/>
            <p:nvPr/>
          </p:nvSpPr>
          <p:spPr>
            <a:xfrm>
              <a:off x="7955030" y="2234964"/>
              <a:ext cx="20464" cy="16204"/>
            </a:xfrm>
            <a:custGeom>
              <a:rect b="b" l="l" r="r" t="t"/>
              <a:pathLst>
                <a:path extrusionOk="0" h="582" w="735">
                  <a:moveTo>
                    <a:pt x="290" y="1"/>
                  </a:moveTo>
                  <a:cubicBezTo>
                    <a:pt x="129" y="1"/>
                    <a:pt x="0" y="130"/>
                    <a:pt x="0" y="291"/>
                  </a:cubicBezTo>
                  <a:cubicBezTo>
                    <a:pt x="0" y="451"/>
                    <a:pt x="129" y="581"/>
                    <a:pt x="290" y="581"/>
                  </a:cubicBezTo>
                  <a:lnTo>
                    <a:pt x="445" y="581"/>
                  </a:lnTo>
                  <a:cubicBezTo>
                    <a:pt x="605" y="581"/>
                    <a:pt x="734" y="451"/>
                    <a:pt x="734" y="291"/>
                  </a:cubicBezTo>
                  <a:cubicBezTo>
                    <a:pt x="734" y="130"/>
                    <a:pt x="605" y="1"/>
                    <a:pt x="4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7927354" y="2211492"/>
              <a:ext cx="20492" cy="16204"/>
            </a:xfrm>
            <a:custGeom>
              <a:rect b="b" l="l" r="r" t="t"/>
              <a:pathLst>
                <a:path extrusionOk="0" h="582" w="736">
                  <a:moveTo>
                    <a:pt x="290" y="1"/>
                  </a:moveTo>
                  <a:cubicBezTo>
                    <a:pt x="131" y="1"/>
                    <a:pt x="0" y="131"/>
                    <a:pt x="0" y="291"/>
                  </a:cubicBezTo>
                  <a:cubicBezTo>
                    <a:pt x="0" y="451"/>
                    <a:pt x="131" y="582"/>
                    <a:pt x="290" y="582"/>
                  </a:cubicBezTo>
                  <a:lnTo>
                    <a:pt x="445" y="582"/>
                  </a:lnTo>
                  <a:cubicBezTo>
                    <a:pt x="605" y="582"/>
                    <a:pt x="735" y="451"/>
                    <a:pt x="735" y="291"/>
                  </a:cubicBezTo>
                  <a:cubicBezTo>
                    <a:pt x="735" y="131"/>
                    <a:pt x="605" y="1"/>
                    <a:pt x="4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0"/>
            <p:cNvSpPr/>
            <p:nvPr/>
          </p:nvSpPr>
          <p:spPr>
            <a:xfrm>
              <a:off x="7835695" y="2234964"/>
              <a:ext cx="20464" cy="16204"/>
            </a:xfrm>
            <a:custGeom>
              <a:rect b="b" l="l" r="r" t="t"/>
              <a:pathLst>
                <a:path extrusionOk="0" h="582" w="735">
                  <a:moveTo>
                    <a:pt x="289" y="1"/>
                  </a:moveTo>
                  <a:cubicBezTo>
                    <a:pt x="129" y="1"/>
                    <a:pt x="0" y="130"/>
                    <a:pt x="0" y="291"/>
                  </a:cubicBezTo>
                  <a:cubicBezTo>
                    <a:pt x="0" y="451"/>
                    <a:pt x="129" y="581"/>
                    <a:pt x="289" y="581"/>
                  </a:cubicBezTo>
                  <a:lnTo>
                    <a:pt x="444" y="581"/>
                  </a:lnTo>
                  <a:cubicBezTo>
                    <a:pt x="605" y="581"/>
                    <a:pt x="734" y="451"/>
                    <a:pt x="734" y="291"/>
                  </a:cubicBezTo>
                  <a:cubicBezTo>
                    <a:pt x="734" y="130"/>
                    <a:pt x="605" y="1"/>
                    <a:pt x="4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0"/>
            <p:cNvSpPr/>
            <p:nvPr/>
          </p:nvSpPr>
          <p:spPr>
            <a:xfrm>
              <a:off x="7893915" y="1961407"/>
              <a:ext cx="16176" cy="279232"/>
            </a:xfrm>
            <a:custGeom>
              <a:rect b="b" l="l" r="r" t="t"/>
              <a:pathLst>
                <a:path extrusionOk="0" h="10029" w="581">
                  <a:moveTo>
                    <a:pt x="291" y="0"/>
                  </a:moveTo>
                  <a:cubicBezTo>
                    <a:pt x="130" y="0"/>
                    <a:pt x="1" y="130"/>
                    <a:pt x="1" y="289"/>
                  </a:cubicBezTo>
                  <a:lnTo>
                    <a:pt x="1" y="9738"/>
                  </a:lnTo>
                  <a:cubicBezTo>
                    <a:pt x="1" y="9899"/>
                    <a:pt x="130" y="10028"/>
                    <a:pt x="291" y="10028"/>
                  </a:cubicBezTo>
                  <a:cubicBezTo>
                    <a:pt x="451" y="10028"/>
                    <a:pt x="580" y="9899"/>
                    <a:pt x="580" y="9738"/>
                  </a:cubicBezTo>
                  <a:lnTo>
                    <a:pt x="580" y="289"/>
                  </a:lnTo>
                  <a:cubicBezTo>
                    <a:pt x="580" y="130"/>
                    <a:pt x="451" y="0"/>
                    <a:pt x="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0"/>
            <p:cNvSpPr/>
            <p:nvPr/>
          </p:nvSpPr>
          <p:spPr>
            <a:xfrm>
              <a:off x="7893915" y="1961407"/>
              <a:ext cx="16176" cy="54349"/>
            </a:xfrm>
            <a:custGeom>
              <a:rect b="b" l="l" r="r" t="t"/>
              <a:pathLst>
                <a:path extrusionOk="0" h="1952" w="581">
                  <a:moveTo>
                    <a:pt x="291" y="0"/>
                  </a:moveTo>
                  <a:cubicBezTo>
                    <a:pt x="130" y="0"/>
                    <a:pt x="1" y="130"/>
                    <a:pt x="1" y="289"/>
                  </a:cubicBezTo>
                  <a:lnTo>
                    <a:pt x="1" y="1952"/>
                  </a:lnTo>
                  <a:lnTo>
                    <a:pt x="580" y="1952"/>
                  </a:lnTo>
                  <a:lnTo>
                    <a:pt x="580" y="289"/>
                  </a:lnTo>
                  <a:cubicBezTo>
                    <a:pt x="580" y="130"/>
                    <a:pt x="451" y="0"/>
                    <a:pt x="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0"/>
            <p:cNvSpPr/>
            <p:nvPr/>
          </p:nvSpPr>
          <p:spPr>
            <a:xfrm>
              <a:off x="7821635" y="1909619"/>
              <a:ext cx="84753" cy="76734"/>
            </a:xfrm>
            <a:custGeom>
              <a:rect b="b" l="l" r="r" t="t"/>
              <a:pathLst>
                <a:path extrusionOk="0" h="2756" w="3044">
                  <a:moveTo>
                    <a:pt x="1086" y="0"/>
                  </a:moveTo>
                  <a:cubicBezTo>
                    <a:pt x="822" y="0"/>
                    <a:pt x="558" y="57"/>
                    <a:pt x="315" y="171"/>
                  </a:cubicBezTo>
                  <a:cubicBezTo>
                    <a:pt x="0" y="843"/>
                    <a:pt x="120" y="1670"/>
                    <a:pt x="675" y="2225"/>
                  </a:cubicBezTo>
                  <a:cubicBezTo>
                    <a:pt x="1029" y="2579"/>
                    <a:pt x="1493" y="2756"/>
                    <a:pt x="1958" y="2756"/>
                  </a:cubicBezTo>
                  <a:cubicBezTo>
                    <a:pt x="2221" y="2756"/>
                    <a:pt x="2485" y="2699"/>
                    <a:pt x="2729" y="2585"/>
                  </a:cubicBezTo>
                  <a:cubicBezTo>
                    <a:pt x="3043" y="1913"/>
                    <a:pt x="2924" y="1086"/>
                    <a:pt x="2369" y="531"/>
                  </a:cubicBezTo>
                  <a:cubicBezTo>
                    <a:pt x="2015" y="177"/>
                    <a:pt x="1550" y="0"/>
                    <a:pt x="10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0"/>
            <p:cNvSpPr/>
            <p:nvPr/>
          </p:nvSpPr>
          <p:spPr>
            <a:xfrm>
              <a:off x="7898787" y="1913823"/>
              <a:ext cx="75481" cy="68325"/>
            </a:xfrm>
            <a:custGeom>
              <a:rect b="b" l="l" r="r" t="t"/>
              <a:pathLst>
                <a:path extrusionOk="0" h="2454" w="2711">
                  <a:moveTo>
                    <a:pt x="1743" y="0"/>
                  </a:moveTo>
                  <a:cubicBezTo>
                    <a:pt x="1329" y="0"/>
                    <a:pt x="916" y="158"/>
                    <a:pt x="602" y="473"/>
                  </a:cubicBezTo>
                  <a:cubicBezTo>
                    <a:pt x="108" y="967"/>
                    <a:pt x="0" y="1702"/>
                    <a:pt x="282" y="2301"/>
                  </a:cubicBezTo>
                  <a:cubicBezTo>
                    <a:pt x="499" y="2403"/>
                    <a:pt x="734" y="2453"/>
                    <a:pt x="968" y="2453"/>
                  </a:cubicBezTo>
                  <a:cubicBezTo>
                    <a:pt x="1381" y="2453"/>
                    <a:pt x="1794" y="2296"/>
                    <a:pt x="2109" y="1981"/>
                  </a:cubicBezTo>
                  <a:cubicBezTo>
                    <a:pt x="2603" y="1486"/>
                    <a:pt x="2710" y="751"/>
                    <a:pt x="2430" y="153"/>
                  </a:cubicBezTo>
                  <a:cubicBezTo>
                    <a:pt x="2213" y="51"/>
                    <a:pt x="1978"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0"/>
            <p:cNvSpPr/>
            <p:nvPr/>
          </p:nvSpPr>
          <p:spPr>
            <a:xfrm>
              <a:off x="7632024" y="1786219"/>
              <a:ext cx="125013" cy="309080"/>
            </a:xfrm>
            <a:custGeom>
              <a:rect b="b" l="l" r="r" t="t"/>
              <a:pathLst>
                <a:path extrusionOk="0" h="11101" w="4490">
                  <a:moveTo>
                    <a:pt x="388" y="0"/>
                  </a:moveTo>
                  <a:cubicBezTo>
                    <a:pt x="174" y="0"/>
                    <a:pt x="1" y="173"/>
                    <a:pt x="1" y="387"/>
                  </a:cubicBezTo>
                  <a:lnTo>
                    <a:pt x="1" y="10712"/>
                  </a:lnTo>
                  <a:cubicBezTo>
                    <a:pt x="1" y="10927"/>
                    <a:pt x="174" y="11100"/>
                    <a:pt x="388" y="11100"/>
                  </a:cubicBezTo>
                  <a:lnTo>
                    <a:pt x="4103" y="11100"/>
                  </a:lnTo>
                  <a:cubicBezTo>
                    <a:pt x="4316" y="11100"/>
                    <a:pt x="4489" y="10927"/>
                    <a:pt x="4489" y="10712"/>
                  </a:cubicBezTo>
                  <a:lnTo>
                    <a:pt x="4489" y="387"/>
                  </a:lnTo>
                  <a:cubicBezTo>
                    <a:pt x="4489" y="173"/>
                    <a:pt x="4316" y="0"/>
                    <a:pt x="4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0"/>
            <p:cNvSpPr/>
            <p:nvPr/>
          </p:nvSpPr>
          <p:spPr>
            <a:xfrm>
              <a:off x="7686485" y="2066737"/>
              <a:ext cx="85142" cy="77848"/>
            </a:xfrm>
            <a:custGeom>
              <a:rect b="b" l="l" r="r" t="t"/>
              <a:pathLst>
                <a:path extrusionOk="0" h="2796" w="3058">
                  <a:moveTo>
                    <a:pt x="2107" y="0"/>
                  </a:moveTo>
                  <a:cubicBezTo>
                    <a:pt x="1619" y="0"/>
                    <a:pt x="1117" y="196"/>
                    <a:pt x="729" y="584"/>
                  </a:cubicBezTo>
                  <a:cubicBezTo>
                    <a:pt x="153" y="1162"/>
                    <a:pt x="0" y="1994"/>
                    <a:pt x="289" y="2653"/>
                  </a:cubicBezTo>
                  <a:cubicBezTo>
                    <a:pt x="506" y="2749"/>
                    <a:pt x="743" y="2796"/>
                    <a:pt x="982" y="2796"/>
                  </a:cubicBezTo>
                  <a:cubicBezTo>
                    <a:pt x="1469" y="2796"/>
                    <a:pt x="1971" y="2600"/>
                    <a:pt x="2359" y="2213"/>
                  </a:cubicBezTo>
                  <a:cubicBezTo>
                    <a:pt x="2885" y="1687"/>
                    <a:pt x="3058" y="951"/>
                    <a:pt x="2867" y="325"/>
                  </a:cubicBezTo>
                  <a:cubicBezTo>
                    <a:pt x="2831" y="206"/>
                    <a:pt x="2737" y="112"/>
                    <a:pt x="2617" y="75"/>
                  </a:cubicBezTo>
                  <a:cubicBezTo>
                    <a:pt x="2453" y="25"/>
                    <a:pt x="2281" y="0"/>
                    <a:pt x="2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7617434" y="2066737"/>
              <a:ext cx="85170" cy="77848"/>
            </a:xfrm>
            <a:custGeom>
              <a:rect b="b" l="l" r="r" t="t"/>
              <a:pathLst>
                <a:path extrusionOk="0" h="2796" w="3059">
                  <a:moveTo>
                    <a:pt x="951" y="0"/>
                  </a:moveTo>
                  <a:cubicBezTo>
                    <a:pt x="777" y="0"/>
                    <a:pt x="605" y="25"/>
                    <a:pt x="441" y="75"/>
                  </a:cubicBezTo>
                  <a:cubicBezTo>
                    <a:pt x="321" y="112"/>
                    <a:pt x="227" y="206"/>
                    <a:pt x="191" y="325"/>
                  </a:cubicBezTo>
                  <a:cubicBezTo>
                    <a:pt x="1" y="951"/>
                    <a:pt x="174" y="1687"/>
                    <a:pt x="699" y="2213"/>
                  </a:cubicBezTo>
                  <a:cubicBezTo>
                    <a:pt x="1086" y="2600"/>
                    <a:pt x="1588" y="2796"/>
                    <a:pt x="2075" y="2796"/>
                  </a:cubicBezTo>
                  <a:cubicBezTo>
                    <a:pt x="2315" y="2796"/>
                    <a:pt x="2551" y="2749"/>
                    <a:pt x="2769" y="2653"/>
                  </a:cubicBezTo>
                  <a:cubicBezTo>
                    <a:pt x="3058" y="1994"/>
                    <a:pt x="2906" y="1162"/>
                    <a:pt x="2329" y="584"/>
                  </a:cubicBezTo>
                  <a:cubicBezTo>
                    <a:pt x="1940" y="196"/>
                    <a:pt x="1439" y="0"/>
                    <a:pt x="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0"/>
            <p:cNvSpPr/>
            <p:nvPr/>
          </p:nvSpPr>
          <p:spPr>
            <a:xfrm>
              <a:off x="7662429" y="2012025"/>
              <a:ext cx="64177" cy="128605"/>
            </a:xfrm>
            <a:custGeom>
              <a:rect b="b" l="l" r="r" t="t"/>
              <a:pathLst>
                <a:path extrusionOk="0" h="4619" w="2305">
                  <a:moveTo>
                    <a:pt x="1153" y="0"/>
                  </a:moveTo>
                  <a:cubicBezTo>
                    <a:pt x="1069" y="0"/>
                    <a:pt x="985" y="28"/>
                    <a:pt x="915" y="83"/>
                  </a:cubicBezTo>
                  <a:cubicBezTo>
                    <a:pt x="371" y="505"/>
                    <a:pt x="1" y="1328"/>
                    <a:pt x="1" y="2274"/>
                  </a:cubicBezTo>
                  <a:cubicBezTo>
                    <a:pt x="1" y="3352"/>
                    <a:pt x="481" y="4272"/>
                    <a:pt x="1153" y="4618"/>
                  </a:cubicBezTo>
                  <a:cubicBezTo>
                    <a:pt x="1824" y="4272"/>
                    <a:pt x="2304" y="3352"/>
                    <a:pt x="2304" y="2274"/>
                  </a:cubicBezTo>
                  <a:cubicBezTo>
                    <a:pt x="2304" y="1328"/>
                    <a:pt x="1935" y="505"/>
                    <a:pt x="1391" y="83"/>
                  </a:cubicBezTo>
                  <a:cubicBezTo>
                    <a:pt x="1321" y="28"/>
                    <a:pt x="1237" y="0"/>
                    <a:pt x="11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0"/>
            <p:cNvSpPr/>
            <p:nvPr/>
          </p:nvSpPr>
          <p:spPr>
            <a:xfrm>
              <a:off x="7801727" y="1800113"/>
              <a:ext cx="66989" cy="16176"/>
            </a:xfrm>
            <a:custGeom>
              <a:rect b="b" l="l" r="r" t="t"/>
              <a:pathLst>
                <a:path extrusionOk="0" h="581" w="2406">
                  <a:moveTo>
                    <a:pt x="291" y="0"/>
                  </a:moveTo>
                  <a:cubicBezTo>
                    <a:pt x="130" y="0"/>
                    <a:pt x="1" y="131"/>
                    <a:pt x="1" y="290"/>
                  </a:cubicBezTo>
                  <a:cubicBezTo>
                    <a:pt x="1" y="450"/>
                    <a:pt x="130" y="581"/>
                    <a:pt x="291" y="581"/>
                  </a:cubicBezTo>
                  <a:lnTo>
                    <a:pt x="2115" y="581"/>
                  </a:lnTo>
                  <a:cubicBezTo>
                    <a:pt x="2276" y="581"/>
                    <a:pt x="2406" y="450"/>
                    <a:pt x="2406" y="290"/>
                  </a:cubicBezTo>
                  <a:cubicBezTo>
                    <a:pt x="2406" y="131"/>
                    <a:pt x="2276" y="0"/>
                    <a:pt x="2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7827120" y="1828902"/>
              <a:ext cx="41597" cy="16176"/>
            </a:xfrm>
            <a:custGeom>
              <a:rect b="b" l="l" r="r" t="t"/>
              <a:pathLst>
                <a:path extrusionOk="0" h="581" w="1494">
                  <a:moveTo>
                    <a:pt x="291" y="0"/>
                  </a:moveTo>
                  <a:cubicBezTo>
                    <a:pt x="131" y="0"/>
                    <a:pt x="1" y="131"/>
                    <a:pt x="1" y="291"/>
                  </a:cubicBezTo>
                  <a:cubicBezTo>
                    <a:pt x="1" y="450"/>
                    <a:pt x="131" y="581"/>
                    <a:pt x="291" y="581"/>
                  </a:cubicBezTo>
                  <a:lnTo>
                    <a:pt x="1203" y="581"/>
                  </a:lnTo>
                  <a:cubicBezTo>
                    <a:pt x="1364" y="581"/>
                    <a:pt x="1494" y="450"/>
                    <a:pt x="1494" y="291"/>
                  </a:cubicBezTo>
                  <a:cubicBezTo>
                    <a:pt x="1494" y="131"/>
                    <a:pt x="1364" y="0"/>
                    <a:pt x="1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0"/>
            <p:cNvSpPr/>
            <p:nvPr/>
          </p:nvSpPr>
          <p:spPr>
            <a:xfrm>
              <a:off x="7893915" y="2053066"/>
              <a:ext cx="16176" cy="187575"/>
            </a:xfrm>
            <a:custGeom>
              <a:rect b="b" l="l" r="r" t="t"/>
              <a:pathLst>
                <a:path extrusionOk="0" h="6737" w="581">
                  <a:moveTo>
                    <a:pt x="1" y="0"/>
                  </a:moveTo>
                  <a:lnTo>
                    <a:pt x="1" y="6446"/>
                  </a:lnTo>
                  <a:cubicBezTo>
                    <a:pt x="1" y="6607"/>
                    <a:pt x="130" y="6736"/>
                    <a:pt x="291" y="6736"/>
                  </a:cubicBezTo>
                  <a:cubicBezTo>
                    <a:pt x="451" y="6736"/>
                    <a:pt x="580" y="6607"/>
                    <a:pt x="580" y="6446"/>
                  </a:cubicBezTo>
                  <a:lnTo>
                    <a:pt x="5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0"/>
            <p:cNvSpPr/>
            <p:nvPr/>
          </p:nvSpPr>
          <p:spPr>
            <a:xfrm>
              <a:off x="7845050" y="2015729"/>
              <a:ext cx="113904" cy="37392"/>
            </a:xfrm>
            <a:custGeom>
              <a:rect b="b" l="l" r="r" t="t"/>
              <a:pathLst>
                <a:path extrusionOk="0" h="1343" w="4091">
                  <a:moveTo>
                    <a:pt x="672" y="1"/>
                  </a:moveTo>
                  <a:cubicBezTo>
                    <a:pt x="301" y="1"/>
                    <a:pt x="1" y="301"/>
                    <a:pt x="1" y="672"/>
                  </a:cubicBezTo>
                  <a:cubicBezTo>
                    <a:pt x="1" y="1041"/>
                    <a:pt x="301" y="1342"/>
                    <a:pt x="672" y="1342"/>
                  </a:cubicBezTo>
                  <a:lnTo>
                    <a:pt x="3419" y="1342"/>
                  </a:lnTo>
                  <a:cubicBezTo>
                    <a:pt x="3790" y="1342"/>
                    <a:pt x="4090" y="1041"/>
                    <a:pt x="4090" y="672"/>
                  </a:cubicBezTo>
                  <a:cubicBezTo>
                    <a:pt x="4090" y="301"/>
                    <a:pt x="3790" y="1"/>
                    <a:pt x="34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5" name="Shape 4755"/>
        <p:cNvGrpSpPr/>
        <p:nvPr/>
      </p:nvGrpSpPr>
      <p:grpSpPr>
        <a:xfrm>
          <a:off x="0" y="0"/>
          <a:ext cx="0" cy="0"/>
          <a:chOff x="0" y="0"/>
          <a:chExt cx="0" cy="0"/>
        </a:xfrm>
      </p:grpSpPr>
      <p:sp>
        <p:nvSpPr>
          <p:cNvPr id="4756" name="Google Shape;4756;p71"/>
          <p:cNvSpPr/>
          <p:nvPr/>
        </p:nvSpPr>
        <p:spPr>
          <a:xfrm>
            <a:off x="5916900" y="2726278"/>
            <a:ext cx="6473" cy="5606"/>
          </a:xfrm>
          <a:custGeom>
            <a:rect b="b" l="l" r="r" t="t"/>
            <a:pathLst>
              <a:path extrusionOk="0" h="97" w="112">
                <a:moveTo>
                  <a:pt x="0" y="1"/>
                </a:moveTo>
                <a:lnTo>
                  <a:pt x="0" y="1"/>
                </a:lnTo>
                <a:cubicBezTo>
                  <a:pt x="64" y="56"/>
                  <a:pt x="98" y="84"/>
                  <a:pt x="112" y="96"/>
                </a:cubicBezTo>
                <a:cubicBezTo>
                  <a:pt x="89" y="75"/>
                  <a:pt x="66" y="52"/>
                  <a:pt x="43" y="33"/>
                </a:cubicBezTo>
                <a:cubicBezTo>
                  <a:pt x="28" y="20"/>
                  <a:pt x="14" y="10"/>
                  <a:pt x="0" y="1"/>
                </a:cubicBezTo>
                <a:close/>
              </a:path>
            </a:pathLst>
          </a:custGeom>
          <a:solidFill>
            <a:srgbClr val="D4EB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6305726" y="568210"/>
            <a:ext cx="49114" cy="26562"/>
          </a:xfrm>
          <a:custGeom>
            <a:rect b="b" l="l" r="r" t="t"/>
            <a:pathLst>
              <a:path extrusionOk="0" h="477" w="882">
                <a:moveTo>
                  <a:pt x="218" y="0"/>
                </a:moveTo>
                <a:cubicBezTo>
                  <a:pt x="117" y="0"/>
                  <a:pt x="28" y="77"/>
                  <a:pt x="15" y="181"/>
                </a:cubicBezTo>
                <a:cubicBezTo>
                  <a:pt x="1" y="294"/>
                  <a:pt x="80" y="397"/>
                  <a:pt x="194" y="411"/>
                </a:cubicBezTo>
                <a:cubicBezTo>
                  <a:pt x="337" y="429"/>
                  <a:pt x="483" y="450"/>
                  <a:pt x="626" y="473"/>
                </a:cubicBezTo>
                <a:cubicBezTo>
                  <a:pt x="637" y="475"/>
                  <a:pt x="647" y="477"/>
                  <a:pt x="660" y="477"/>
                </a:cubicBezTo>
                <a:cubicBezTo>
                  <a:pt x="759" y="477"/>
                  <a:pt x="846" y="404"/>
                  <a:pt x="864" y="303"/>
                </a:cubicBezTo>
                <a:cubicBezTo>
                  <a:pt x="881" y="190"/>
                  <a:pt x="805" y="84"/>
                  <a:pt x="692" y="66"/>
                </a:cubicBezTo>
                <a:cubicBezTo>
                  <a:pt x="545" y="41"/>
                  <a:pt x="394" y="20"/>
                  <a:pt x="247" y="2"/>
                </a:cubicBezTo>
                <a:cubicBezTo>
                  <a:pt x="237" y="1"/>
                  <a:pt x="228"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rot="-1866086">
            <a:off x="4389631" y="2964456"/>
            <a:ext cx="3915541" cy="2721617"/>
          </a:xfrm>
          <a:custGeom>
            <a:rect b="b" l="l" r="r" t="t"/>
            <a:pathLst>
              <a:path extrusionOk="0" h="32315" w="46491">
                <a:moveTo>
                  <a:pt x="227" y="1"/>
                </a:moveTo>
                <a:cubicBezTo>
                  <a:pt x="137" y="1"/>
                  <a:pt x="55" y="59"/>
                  <a:pt x="28" y="149"/>
                </a:cubicBezTo>
                <a:cubicBezTo>
                  <a:pt x="9" y="211"/>
                  <a:pt x="0" y="275"/>
                  <a:pt x="0" y="339"/>
                </a:cubicBezTo>
                <a:cubicBezTo>
                  <a:pt x="0" y="486"/>
                  <a:pt x="46" y="626"/>
                  <a:pt x="133" y="743"/>
                </a:cubicBezTo>
                <a:cubicBezTo>
                  <a:pt x="147" y="856"/>
                  <a:pt x="165" y="973"/>
                  <a:pt x="183" y="1088"/>
                </a:cubicBezTo>
                <a:cubicBezTo>
                  <a:pt x="199" y="1191"/>
                  <a:pt x="285" y="1264"/>
                  <a:pt x="386" y="1264"/>
                </a:cubicBezTo>
                <a:cubicBezTo>
                  <a:pt x="397" y="1264"/>
                  <a:pt x="408" y="1262"/>
                  <a:pt x="418" y="1260"/>
                </a:cubicBezTo>
                <a:cubicBezTo>
                  <a:pt x="532" y="1242"/>
                  <a:pt x="608" y="1138"/>
                  <a:pt x="590" y="1024"/>
                </a:cubicBezTo>
                <a:cubicBezTo>
                  <a:pt x="571" y="893"/>
                  <a:pt x="551" y="760"/>
                  <a:pt x="535" y="631"/>
                </a:cubicBezTo>
                <a:cubicBezTo>
                  <a:pt x="530" y="588"/>
                  <a:pt x="512" y="548"/>
                  <a:pt x="482" y="516"/>
                </a:cubicBezTo>
                <a:cubicBezTo>
                  <a:pt x="438" y="468"/>
                  <a:pt x="413" y="404"/>
                  <a:pt x="413" y="339"/>
                </a:cubicBezTo>
                <a:cubicBezTo>
                  <a:pt x="413" y="316"/>
                  <a:pt x="417" y="291"/>
                  <a:pt x="424" y="266"/>
                </a:cubicBezTo>
                <a:cubicBezTo>
                  <a:pt x="457" y="158"/>
                  <a:pt x="395" y="43"/>
                  <a:pt x="285" y="9"/>
                </a:cubicBezTo>
                <a:cubicBezTo>
                  <a:pt x="266" y="3"/>
                  <a:pt x="246" y="1"/>
                  <a:pt x="227" y="1"/>
                </a:cubicBezTo>
                <a:close/>
                <a:moveTo>
                  <a:pt x="552" y="1719"/>
                </a:moveTo>
                <a:cubicBezTo>
                  <a:pt x="537" y="1719"/>
                  <a:pt x="522" y="1721"/>
                  <a:pt x="507" y="1724"/>
                </a:cubicBezTo>
                <a:cubicBezTo>
                  <a:pt x="395" y="1749"/>
                  <a:pt x="324" y="1861"/>
                  <a:pt x="349" y="1972"/>
                </a:cubicBezTo>
                <a:cubicBezTo>
                  <a:pt x="415" y="2263"/>
                  <a:pt x="491" y="2555"/>
                  <a:pt x="574" y="2843"/>
                </a:cubicBezTo>
                <a:cubicBezTo>
                  <a:pt x="601" y="2933"/>
                  <a:pt x="682" y="2991"/>
                  <a:pt x="773" y="2991"/>
                </a:cubicBezTo>
                <a:cubicBezTo>
                  <a:pt x="790" y="2991"/>
                  <a:pt x="810" y="2990"/>
                  <a:pt x="829" y="2983"/>
                </a:cubicBezTo>
                <a:cubicBezTo>
                  <a:pt x="939" y="2951"/>
                  <a:pt x="1003" y="2837"/>
                  <a:pt x="971" y="2727"/>
                </a:cubicBezTo>
                <a:cubicBezTo>
                  <a:pt x="890" y="2449"/>
                  <a:pt x="817" y="2164"/>
                  <a:pt x="753" y="1882"/>
                </a:cubicBezTo>
                <a:cubicBezTo>
                  <a:pt x="732" y="1785"/>
                  <a:pt x="647" y="1719"/>
                  <a:pt x="552" y="1719"/>
                </a:cubicBezTo>
                <a:close/>
                <a:moveTo>
                  <a:pt x="1048" y="3420"/>
                </a:moveTo>
                <a:cubicBezTo>
                  <a:pt x="1024" y="3420"/>
                  <a:pt x="1000" y="3424"/>
                  <a:pt x="976" y="3433"/>
                </a:cubicBezTo>
                <a:cubicBezTo>
                  <a:pt x="870" y="3472"/>
                  <a:pt x="813" y="3590"/>
                  <a:pt x="852" y="3697"/>
                </a:cubicBezTo>
                <a:cubicBezTo>
                  <a:pt x="953" y="3978"/>
                  <a:pt x="1065" y="4258"/>
                  <a:pt x="1186" y="4533"/>
                </a:cubicBezTo>
                <a:cubicBezTo>
                  <a:pt x="1219" y="4611"/>
                  <a:pt x="1295" y="4657"/>
                  <a:pt x="1375" y="4657"/>
                </a:cubicBezTo>
                <a:cubicBezTo>
                  <a:pt x="1402" y="4657"/>
                  <a:pt x="1430" y="4652"/>
                  <a:pt x="1457" y="4639"/>
                </a:cubicBezTo>
                <a:cubicBezTo>
                  <a:pt x="1561" y="4593"/>
                  <a:pt x="1609" y="4473"/>
                  <a:pt x="1565" y="4368"/>
                </a:cubicBezTo>
                <a:cubicBezTo>
                  <a:pt x="1448" y="4102"/>
                  <a:pt x="1340" y="3830"/>
                  <a:pt x="1242" y="3557"/>
                </a:cubicBezTo>
                <a:cubicBezTo>
                  <a:pt x="1212" y="3472"/>
                  <a:pt x="1133" y="3420"/>
                  <a:pt x="1048" y="3420"/>
                </a:cubicBezTo>
                <a:close/>
                <a:moveTo>
                  <a:pt x="1752" y="5044"/>
                </a:moveTo>
                <a:cubicBezTo>
                  <a:pt x="1720" y="5044"/>
                  <a:pt x="1688" y="5051"/>
                  <a:pt x="1659" y="5066"/>
                </a:cubicBezTo>
                <a:cubicBezTo>
                  <a:pt x="1558" y="5120"/>
                  <a:pt x="1517" y="5244"/>
                  <a:pt x="1568" y="5345"/>
                </a:cubicBezTo>
                <a:cubicBezTo>
                  <a:pt x="1705" y="5611"/>
                  <a:pt x="1850" y="5876"/>
                  <a:pt x="2003" y="6132"/>
                </a:cubicBezTo>
                <a:cubicBezTo>
                  <a:pt x="2042" y="6197"/>
                  <a:pt x="2111" y="6234"/>
                  <a:pt x="2182" y="6234"/>
                </a:cubicBezTo>
                <a:cubicBezTo>
                  <a:pt x="2217" y="6234"/>
                  <a:pt x="2252" y="6224"/>
                  <a:pt x="2286" y="6204"/>
                </a:cubicBezTo>
                <a:cubicBezTo>
                  <a:pt x="2384" y="6146"/>
                  <a:pt x="2417" y="6020"/>
                  <a:pt x="2359" y="5921"/>
                </a:cubicBezTo>
                <a:cubicBezTo>
                  <a:pt x="2210" y="5673"/>
                  <a:pt x="2068" y="5416"/>
                  <a:pt x="1937" y="5157"/>
                </a:cubicBezTo>
                <a:cubicBezTo>
                  <a:pt x="1901" y="5086"/>
                  <a:pt x="1827" y="5044"/>
                  <a:pt x="1752" y="5044"/>
                </a:cubicBezTo>
                <a:close/>
                <a:moveTo>
                  <a:pt x="2655" y="6567"/>
                </a:moveTo>
                <a:cubicBezTo>
                  <a:pt x="2615" y="6567"/>
                  <a:pt x="2575" y="6579"/>
                  <a:pt x="2539" y="6603"/>
                </a:cubicBezTo>
                <a:cubicBezTo>
                  <a:pt x="2446" y="6668"/>
                  <a:pt x="2421" y="6796"/>
                  <a:pt x="2485" y="6890"/>
                </a:cubicBezTo>
                <a:cubicBezTo>
                  <a:pt x="2653" y="7138"/>
                  <a:pt x="2832" y="7383"/>
                  <a:pt x="3014" y="7617"/>
                </a:cubicBezTo>
                <a:cubicBezTo>
                  <a:pt x="3055" y="7670"/>
                  <a:pt x="3117" y="7696"/>
                  <a:pt x="3179" y="7696"/>
                </a:cubicBezTo>
                <a:cubicBezTo>
                  <a:pt x="3223" y="7696"/>
                  <a:pt x="3268" y="7682"/>
                  <a:pt x="3305" y="7654"/>
                </a:cubicBezTo>
                <a:cubicBezTo>
                  <a:pt x="3395" y="7583"/>
                  <a:pt x="3411" y="7454"/>
                  <a:pt x="3340" y="7363"/>
                </a:cubicBezTo>
                <a:cubicBezTo>
                  <a:pt x="3163" y="7135"/>
                  <a:pt x="2990" y="6897"/>
                  <a:pt x="2827" y="6658"/>
                </a:cubicBezTo>
                <a:cubicBezTo>
                  <a:pt x="2787" y="6599"/>
                  <a:pt x="2721" y="6567"/>
                  <a:pt x="2655" y="6567"/>
                </a:cubicBezTo>
                <a:close/>
                <a:moveTo>
                  <a:pt x="3746" y="7964"/>
                </a:moveTo>
                <a:cubicBezTo>
                  <a:pt x="3697" y="7964"/>
                  <a:pt x="3648" y="7982"/>
                  <a:pt x="3608" y="8017"/>
                </a:cubicBezTo>
                <a:cubicBezTo>
                  <a:pt x="3523" y="8091"/>
                  <a:pt x="3514" y="8223"/>
                  <a:pt x="3590" y="8308"/>
                </a:cubicBezTo>
                <a:cubicBezTo>
                  <a:pt x="3789" y="8533"/>
                  <a:pt x="3998" y="8751"/>
                  <a:pt x="4209" y="8962"/>
                </a:cubicBezTo>
                <a:cubicBezTo>
                  <a:pt x="4250" y="9001"/>
                  <a:pt x="4303" y="9020"/>
                  <a:pt x="4354" y="9020"/>
                </a:cubicBezTo>
                <a:cubicBezTo>
                  <a:pt x="4407" y="9020"/>
                  <a:pt x="4460" y="9001"/>
                  <a:pt x="4501" y="8958"/>
                </a:cubicBezTo>
                <a:cubicBezTo>
                  <a:pt x="4583" y="8878"/>
                  <a:pt x="4581" y="8747"/>
                  <a:pt x="4499" y="8666"/>
                </a:cubicBezTo>
                <a:cubicBezTo>
                  <a:pt x="4294" y="8464"/>
                  <a:pt x="4092" y="8251"/>
                  <a:pt x="3899" y="8033"/>
                </a:cubicBezTo>
                <a:cubicBezTo>
                  <a:pt x="3859" y="7987"/>
                  <a:pt x="3803" y="7964"/>
                  <a:pt x="3746" y="7964"/>
                </a:cubicBezTo>
                <a:close/>
                <a:moveTo>
                  <a:pt x="5005" y="9207"/>
                </a:moveTo>
                <a:cubicBezTo>
                  <a:pt x="4948" y="9207"/>
                  <a:pt x="4890" y="9231"/>
                  <a:pt x="4849" y="9279"/>
                </a:cubicBezTo>
                <a:cubicBezTo>
                  <a:pt x="4774" y="9366"/>
                  <a:pt x="4785" y="9497"/>
                  <a:pt x="4872" y="9571"/>
                </a:cubicBezTo>
                <a:cubicBezTo>
                  <a:pt x="5095" y="9764"/>
                  <a:pt x="5331" y="9954"/>
                  <a:pt x="5572" y="10135"/>
                </a:cubicBezTo>
                <a:cubicBezTo>
                  <a:pt x="5609" y="10163"/>
                  <a:pt x="5653" y="10177"/>
                  <a:pt x="5696" y="10177"/>
                </a:cubicBezTo>
                <a:cubicBezTo>
                  <a:pt x="5759" y="10177"/>
                  <a:pt x="5820" y="10149"/>
                  <a:pt x="5860" y="10094"/>
                </a:cubicBezTo>
                <a:cubicBezTo>
                  <a:pt x="5929" y="10004"/>
                  <a:pt x="5912" y="9874"/>
                  <a:pt x="5820" y="9805"/>
                </a:cubicBezTo>
                <a:cubicBezTo>
                  <a:pt x="5587" y="9630"/>
                  <a:pt x="5359" y="9445"/>
                  <a:pt x="5141" y="9258"/>
                </a:cubicBezTo>
                <a:cubicBezTo>
                  <a:pt x="5102" y="9224"/>
                  <a:pt x="5053" y="9207"/>
                  <a:pt x="5005" y="9207"/>
                </a:cubicBezTo>
                <a:close/>
                <a:moveTo>
                  <a:pt x="6420" y="10274"/>
                </a:moveTo>
                <a:cubicBezTo>
                  <a:pt x="6353" y="10274"/>
                  <a:pt x="6287" y="10306"/>
                  <a:pt x="6247" y="10367"/>
                </a:cubicBezTo>
                <a:cubicBezTo>
                  <a:pt x="6185" y="10463"/>
                  <a:pt x="6211" y="10590"/>
                  <a:pt x="6305" y="10654"/>
                </a:cubicBezTo>
                <a:cubicBezTo>
                  <a:pt x="6551" y="10815"/>
                  <a:pt x="6808" y="10975"/>
                  <a:pt x="7069" y="11127"/>
                </a:cubicBezTo>
                <a:cubicBezTo>
                  <a:pt x="7101" y="11145"/>
                  <a:pt x="7136" y="11154"/>
                  <a:pt x="7172" y="11154"/>
                </a:cubicBezTo>
                <a:cubicBezTo>
                  <a:pt x="7244" y="11154"/>
                  <a:pt x="7313" y="11118"/>
                  <a:pt x="7351" y="11051"/>
                </a:cubicBezTo>
                <a:cubicBezTo>
                  <a:pt x="7409" y="10953"/>
                  <a:pt x="7376" y="10826"/>
                  <a:pt x="7276" y="10769"/>
                </a:cubicBezTo>
                <a:cubicBezTo>
                  <a:pt x="7023" y="10620"/>
                  <a:pt x="6773" y="10466"/>
                  <a:pt x="6534" y="10308"/>
                </a:cubicBezTo>
                <a:cubicBezTo>
                  <a:pt x="6498" y="10285"/>
                  <a:pt x="6459" y="10274"/>
                  <a:pt x="6420" y="10274"/>
                </a:cubicBezTo>
                <a:close/>
                <a:moveTo>
                  <a:pt x="7949" y="11166"/>
                </a:moveTo>
                <a:cubicBezTo>
                  <a:pt x="7875" y="11166"/>
                  <a:pt x="7803" y="11207"/>
                  <a:pt x="7765" y="11278"/>
                </a:cubicBezTo>
                <a:cubicBezTo>
                  <a:pt x="7714" y="11379"/>
                  <a:pt x="7755" y="11505"/>
                  <a:pt x="7856" y="11556"/>
                </a:cubicBezTo>
                <a:cubicBezTo>
                  <a:pt x="8116" y="11691"/>
                  <a:pt x="8387" y="11820"/>
                  <a:pt x="8662" y="11946"/>
                </a:cubicBezTo>
                <a:cubicBezTo>
                  <a:pt x="8690" y="11958"/>
                  <a:pt x="8719" y="11963"/>
                  <a:pt x="8747" y="11963"/>
                </a:cubicBezTo>
                <a:cubicBezTo>
                  <a:pt x="8827" y="11963"/>
                  <a:pt x="8901" y="11919"/>
                  <a:pt x="8937" y="11843"/>
                </a:cubicBezTo>
                <a:cubicBezTo>
                  <a:pt x="8983" y="11738"/>
                  <a:pt x="8937" y="11616"/>
                  <a:pt x="8834" y="11568"/>
                </a:cubicBezTo>
                <a:cubicBezTo>
                  <a:pt x="8565" y="11446"/>
                  <a:pt x="8299" y="11318"/>
                  <a:pt x="8044" y="11189"/>
                </a:cubicBezTo>
                <a:cubicBezTo>
                  <a:pt x="8013" y="11173"/>
                  <a:pt x="7981" y="11166"/>
                  <a:pt x="7949" y="11166"/>
                </a:cubicBezTo>
                <a:close/>
                <a:moveTo>
                  <a:pt x="9563" y="11899"/>
                </a:moveTo>
                <a:cubicBezTo>
                  <a:pt x="9481" y="11899"/>
                  <a:pt x="9403" y="11948"/>
                  <a:pt x="9371" y="12027"/>
                </a:cubicBezTo>
                <a:cubicBezTo>
                  <a:pt x="9328" y="12134"/>
                  <a:pt x="9380" y="12254"/>
                  <a:pt x="9486" y="12297"/>
                </a:cubicBezTo>
                <a:cubicBezTo>
                  <a:pt x="9757" y="12405"/>
                  <a:pt x="10037" y="12513"/>
                  <a:pt x="10322" y="12614"/>
                </a:cubicBezTo>
                <a:cubicBezTo>
                  <a:pt x="10346" y="12621"/>
                  <a:pt x="10369" y="12624"/>
                  <a:pt x="10392" y="12624"/>
                </a:cubicBezTo>
                <a:cubicBezTo>
                  <a:pt x="10477" y="12624"/>
                  <a:pt x="10556" y="12573"/>
                  <a:pt x="10587" y="12488"/>
                </a:cubicBezTo>
                <a:cubicBezTo>
                  <a:pt x="10624" y="12380"/>
                  <a:pt x="10569" y="12261"/>
                  <a:pt x="10461" y="12224"/>
                </a:cubicBezTo>
                <a:cubicBezTo>
                  <a:pt x="10182" y="12125"/>
                  <a:pt x="9906" y="12020"/>
                  <a:pt x="9640" y="11914"/>
                </a:cubicBezTo>
                <a:cubicBezTo>
                  <a:pt x="9615" y="11904"/>
                  <a:pt x="9589" y="11899"/>
                  <a:pt x="9563" y="11899"/>
                </a:cubicBezTo>
                <a:close/>
                <a:moveTo>
                  <a:pt x="11230" y="12494"/>
                </a:moveTo>
                <a:cubicBezTo>
                  <a:pt x="11143" y="12494"/>
                  <a:pt x="11062" y="12550"/>
                  <a:pt x="11035" y="12639"/>
                </a:cubicBezTo>
                <a:cubicBezTo>
                  <a:pt x="10999" y="12747"/>
                  <a:pt x="11060" y="12864"/>
                  <a:pt x="11170" y="12897"/>
                </a:cubicBezTo>
                <a:cubicBezTo>
                  <a:pt x="11373" y="12963"/>
                  <a:pt x="11586" y="13027"/>
                  <a:pt x="11800" y="13089"/>
                </a:cubicBezTo>
                <a:cubicBezTo>
                  <a:pt x="11875" y="13110"/>
                  <a:pt x="11949" y="13131"/>
                  <a:pt x="12024" y="13153"/>
                </a:cubicBezTo>
                <a:cubicBezTo>
                  <a:pt x="12043" y="13158"/>
                  <a:pt x="12061" y="13161"/>
                  <a:pt x="12080" y="13161"/>
                </a:cubicBezTo>
                <a:cubicBezTo>
                  <a:pt x="12171" y="13161"/>
                  <a:pt x="12252" y="13101"/>
                  <a:pt x="12279" y="13011"/>
                </a:cubicBezTo>
                <a:cubicBezTo>
                  <a:pt x="12309" y="12901"/>
                  <a:pt x="12245" y="12786"/>
                  <a:pt x="12135" y="12756"/>
                </a:cubicBezTo>
                <a:cubicBezTo>
                  <a:pt x="12063" y="12734"/>
                  <a:pt x="11988" y="12713"/>
                  <a:pt x="11916" y="12692"/>
                </a:cubicBezTo>
                <a:cubicBezTo>
                  <a:pt x="11705" y="12630"/>
                  <a:pt x="11496" y="12568"/>
                  <a:pt x="11294" y="12504"/>
                </a:cubicBezTo>
                <a:cubicBezTo>
                  <a:pt x="11273" y="12497"/>
                  <a:pt x="11251" y="12494"/>
                  <a:pt x="11230" y="12494"/>
                </a:cubicBezTo>
                <a:close/>
                <a:moveTo>
                  <a:pt x="12935" y="12978"/>
                </a:moveTo>
                <a:cubicBezTo>
                  <a:pt x="12843" y="12978"/>
                  <a:pt x="12758" y="13040"/>
                  <a:pt x="12734" y="13133"/>
                </a:cubicBezTo>
                <a:cubicBezTo>
                  <a:pt x="12706" y="13243"/>
                  <a:pt x="12773" y="13356"/>
                  <a:pt x="12883" y="13385"/>
                </a:cubicBezTo>
                <a:cubicBezTo>
                  <a:pt x="13160" y="13456"/>
                  <a:pt x="13443" y="13526"/>
                  <a:pt x="13748" y="13597"/>
                </a:cubicBezTo>
                <a:cubicBezTo>
                  <a:pt x="13764" y="13603"/>
                  <a:pt x="13780" y="13604"/>
                  <a:pt x="13796" y="13604"/>
                </a:cubicBezTo>
                <a:cubicBezTo>
                  <a:pt x="13888" y="13604"/>
                  <a:pt x="13973" y="13539"/>
                  <a:pt x="13996" y="13445"/>
                </a:cubicBezTo>
                <a:cubicBezTo>
                  <a:pt x="14023" y="13333"/>
                  <a:pt x="13954" y="13222"/>
                  <a:pt x="13842" y="13195"/>
                </a:cubicBezTo>
                <a:cubicBezTo>
                  <a:pt x="13541" y="13124"/>
                  <a:pt x="13261" y="13055"/>
                  <a:pt x="12986" y="12984"/>
                </a:cubicBezTo>
                <a:cubicBezTo>
                  <a:pt x="12969" y="12980"/>
                  <a:pt x="12952" y="12978"/>
                  <a:pt x="12935" y="12978"/>
                </a:cubicBezTo>
                <a:close/>
                <a:moveTo>
                  <a:pt x="14658" y="13389"/>
                </a:moveTo>
                <a:cubicBezTo>
                  <a:pt x="14563" y="13389"/>
                  <a:pt x="14478" y="13454"/>
                  <a:pt x="14457" y="13550"/>
                </a:cubicBezTo>
                <a:cubicBezTo>
                  <a:pt x="14432" y="13661"/>
                  <a:pt x="14501" y="13773"/>
                  <a:pt x="14613" y="13798"/>
                </a:cubicBezTo>
                <a:cubicBezTo>
                  <a:pt x="14877" y="13856"/>
                  <a:pt x="15160" y="13918"/>
                  <a:pt x="15481" y="13985"/>
                </a:cubicBezTo>
                <a:cubicBezTo>
                  <a:pt x="15495" y="13989"/>
                  <a:pt x="15509" y="13991"/>
                  <a:pt x="15524" y="13991"/>
                </a:cubicBezTo>
                <a:cubicBezTo>
                  <a:pt x="15619" y="13991"/>
                  <a:pt x="15704" y="13925"/>
                  <a:pt x="15726" y="13828"/>
                </a:cubicBezTo>
                <a:cubicBezTo>
                  <a:pt x="15750" y="13716"/>
                  <a:pt x="15680" y="13606"/>
                  <a:pt x="15568" y="13581"/>
                </a:cubicBezTo>
                <a:cubicBezTo>
                  <a:pt x="15249" y="13514"/>
                  <a:pt x="14965" y="13452"/>
                  <a:pt x="14703" y="13394"/>
                </a:cubicBezTo>
                <a:cubicBezTo>
                  <a:pt x="14688" y="13390"/>
                  <a:pt x="14673" y="13389"/>
                  <a:pt x="14658" y="13389"/>
                </a:cubicBezTo>
                <a:close/>
                <a:moveTo>
                  <a:pt x="16390" y="13761"/>
                </a:moveTo>
                <a:cubicBezTo>
                  <a:pt x="16294" y="13761"/>
                  <a:pt x="16208" y="13828"/>
                  <a:pt x="16188" y="13925"/>
                </a:cubicBezTo>
                <a:cubicBezTo>
                  <a:pt x="16165" y="14037"/>
                  <a:pt x="16236" y="14147"/>
                  <a:pt x="16348" y="14170"/>
                </a:cubicBezTo>
                <a:lnTo>
                  <a:pt x="16564" y="14216"/>
                </a:lnTo>
                <a:cubicBezTo>
                  <a:pt x="16782" y="14260"/>
                  <a:pt x="16998" y="14306"/>
                  <a:pt x="17214" y="14352"/>
                </a:cubicBezTo>
                <a:cubicBezTo>
                  <a:pt x="17230" y="14356"/>
                  <a:pt x="17244" y="14358"/>
                  <a:pt x="17258" y="14358"/>
                </a:cubicBezTo>
                <a:cubicBezTo>
                  <a:pt x="17354" y="14358"/>
                  <a:pt x="17439" y="14290"/>
                  <a:pt x="17460" y="14193"/>
                </a:cubicBezTo>
                <a:cubicBezTo>
                  <a:pt x="17484" y="14081"/>
                  <a:pt x="17413" y="13971"/>
                  <a:pt x="17301" y="13948"/>
                </a:cubicBezTo>
                <a:cubicBezTo>
                  <a:pt x="17083" y="13902"/>
                  <a:pt x="16867" y="13856"/>
                  <a:pt x="16649" y="13810"/>
                </a:cubicBezTo>
                <a:lnTo>
                  <a:pt x="16433" y="13766"/>
                </a:lnTo>
                <a:cubicBezTo>
                  <a:pt x="16418" y="13763"/>
                  <a:pt x="16404" y="13761"/>
                  <a:pt x="16390" y="13761"/>
                </a:cubicBezTo>
                <a:close/>
                <a:moveTo>
                  <a:pt x="18123" y="14129"/>
                </a:moveTo>
                <a:cubicBezTo>
                  <a:pt x="18028" y="14129"/>
                  <a:pt x="17943" y="14195"/>
                  <a:pt x="17923" y="14292"/>
                </a:cubicBezTo>
                <a:cubicBezTo>
                  <a:pt x="17898" y="14404"/>
                  <a:pt x="17969" y="14514"/>
                  <a:pt x="18081" y="14538"/>
                </a:cubicBezTo>
                <a:cubicBezTo>
                  <a:pt x="18393" y="14606"/>
                  <a:pt x="18674" y="14668"/>
                  <a:pt x="18944" y="14730"/>
                </a:cubicBezTo>
                <a:cubicBezTo>
                  <a:pt x="18960" y="14733"/>
                  <a:pt x="18974" y="14735"/>
                  <a:pt x="18990" y="14735"/>
                </a:cubicBezTo>
                <a:cubicBezTo>
                  <a:pt x="19084" y="14735"/>
                  <a:pt x="19169" y="14669"/>
                  <a:pt x="19192" y="14574"/>
                </a:cubicBezTo>
                <a:cubicBezTo>
                  <a:pt x="19217" y="14464"/>
                  <a:pt x="19148" y="14352"/>
                  <a:pt x="19036" y="14327"/>
                </a:cubicBezTo>
                <a:cubicBezTo>
                  <a:pt x="18767" y="14265"/>
                  <a:pt x="18483" y="14202"/>
                  <a:pt x="18168" y="14134"/>
                </a:cubicBezTo>
                <a:cubicBezTo>
                  <a:pt x="18152" y="14131"/>
                  <a:pt x="18137" y="14129"/>
                  <a:pt x="18123" y="14129"/>
                </a:cubicBezTo>
                <a:close/>
                <a:moveTo>
                  <a:pt x="19852" y="14525"/>
                </a:moveTo>
                <a:cubicBezTo>
                  <a:pt x="19760" y="14525"/>
                  <a:pt x="19675" y="14588"/>
                  <a:pt x="19651" y="14684"/>
                </a:cubicBezTo>
                <a:cubicBezTo>
                  <a:pt x="19624" y="14794"/>
                  <a:pt x="19692" y="14907"/>
                  <a:pt x="19803" y="14934"/>
                </a:cubicBezTo>
                <a:cubicBezTo>
                  <a:pt x="20099" y="15006"/>
                  <a:pt x="20386" y="15079"/>
                  <a:pt x="20657" y="15151"/>
                </a:cubicBezTo>
                <a:cubicBezTo>
                  <a:pt x="20675" y="15157"/>
                  <a:pt x="20693" y="15159"/>
                  <a:pt x="20710" y="15159"/>
                </a:cubicBezTo>
                <a:cubicBezTo>
                  <a:pt x="20803" y="15159"/>
                  <a:pt x="20886" y="15098"/>
                  <a:pt x="20911" y="15006"/>
                </a:cubicBezTo>
                <a:cubicBezTo>
                  <a:pt x="20939" y="14896"/>
                  <a:pt x="20874" y="14783"/>
                  <a:pt x="20764" y="14753"/>
                </a:cubicBezTo>
                <a:cubicBezTo>
                  <a:pt x="20491" y="14680"/>
                  <a:pt x="20200" y="14606"/>
                  <a:pt x="19901" y="14531"/>
                </a:cubicBezTo>
                <a:cubicBezTo>
                  <a:pt x="19884" y="14527"/>
                  <a:pt x="19868" y="14525"/>
                  <a:pt x="19852" y="14525"/>
                </a:cubicBezTo>
                <a:close/>
                <a:moveTo>
                  <a:pt x="21565" y="14985"/>
                </a:moveTo>
                <a:cubicBezTo>
                  <a:pt x="21475" y="14985"/>
                  <a:pt x="21392" y="15043"/>
                  <a:pt x="21366" y="15134"/>
                </a:cubicBezTo>
                <a:cubicBezTo>
                  <a:pt x="21332" y="15244"/>
                  <a:pt x="21396" y="15359"/>
                  <a:pt x="21506" y="15391"/>
                </a:cubicBezTo>
                <a:cubicBezTo>
                  <a:pt x="21793" y="15476"/>
                  <a:pt x="22077" y="15564"/>
                  <a:pt x="22344" y="15653"/>
                </a:cubicBezTo>
                <a:cubicBezTo>
                  <a:pt x="22367" y="15660"/>
                  <a:pt x="22389" y="15664"/>
                  <a:pt x="22410" y="15664"/>
                </a:cubicBezTo>
                <a:cubicBezTo>
                  <a:pt x="22497" y="15664"/>
                  <a:pt x="22578" y="15607"/>
                  <a:pt x="22607" y="15520"/>
                </a:cubicBezTo>
                <a:cubicBezTo>
                  <a:pt x="22642" y="15412"/>
                  <a:pt x="22584" y="15295"/>
                  <a:pt x="22474" y="15260"/>
                </a:cubicBezTo>
                <a:cubicBezTo>
                  <a:pt x="22201" y="15169"/>
                  <a:pt x="21916" y="15081"/>
                  <a:pt x="21623" y="14994"/>
                </a:cubicBezTo>
                <a:cubicBezTo>
                  <a:pt x="21604" y="14988"/>
                  <a:pt x="21584" y="14985"/>
                  <a:pt x="21565" y="14985"/>
                </a:cubicBezTo>
                <a:close/>
                <a:moveTo>
                  <a:pt x="23248" y="15541"/>
                </a:moveTo>
                <a:cubicBezTo>
                  <a:pt x="23163" y="15541"/>
                  <a:pt x="23084" y="15593"/>
                  <a:pt x="23053" y="15676"/>
                </a:cubicBezTo>
                <a:cubicBezTo>
                  <a:pt x="23012" y="15784"/>
                  <a:pt x="23067" y="15903"/>
                  <a:pt x="23174" y="15942"/>
                </a:cubicBezTo>
                <a:cubicBezTo>
                  <a:pt x="23454" y="16045"/>
                  <a:pt x="23728" y="16153"/>
                  <a:pt x="23991" y="16264"/>
                </a:cubicBezTo>
                <a:cubicBezTo>
                  <a:pt x="24017" y="16275"/>
                  <a:pt x="24044" y="16280"/>
                  <a:pt x="24070" y="16280"/>
                </a:cubicBezTo>
                <a:cubicBezTo>
                  <a:pt x="24152" y="16280"/>
                  <a:pt x="24228" y="16232"/>
                  <a:pt x="24262" y="16153"/>
                </a:cubicBezTo>
                <a:cubicBezTo>
                  <a:pt x="24306" y="16048"/>
                  <a:pt x="24256" y="15926"/>
                  <a:pt x="24150" y="15882"/>
                </a:cubicBezTo>
                <a:cubicBezTo>
                  <a:pt x="23883" y="15770"/>
                  <a:pt x="23603" y="15660"/>
                  <a:pt x="23319" y="15554"/>
                </a:cubicBezTo>
                <a:cubicBezTo>
                  <a:pt x="23295" y="15545"/>
                  <a:pt x="23271" y="15541"/>
                  <a:pt x="23248" y="15541"/>
                </a:cubicBezTo>
                <a:close/>
                <a:moveTo>
                  <a:pt x="24880" y="16227"/>
                </a:moveTo>
                <a:cubicBezTo>
                  <a:pt x="24802" y="16227"/>
                  <a:pt x="24728" y="16270"/>
                  <a:pt x="24692" y="16344"/>
                </a:cubicBezTo>
                <a:cubicBezTo>
                  <a:pt x="24643" y="16449"/>
                  <a:pt x="24687" y="16571"/>
                  <a:pt x="24790" y="16621"/>
                </a:cubicBezTo>
                <a:cubicBezTo>
                  <a:pt x="25057" y="16746"/>
                  <a:pt x="25320" y="16879"/>
                  <a:pt x="25571" y="17016"/>
                </a:cubicBezTo>
                <a:cubicBezTo>
                  <a:pt x="25601" y="17032"/>
                  <a:pt x="25635" y="17041"/>
                  <a:pt x="25669" y="17041"/>
                </a:cubicBezTo>
                <a:cubicBezTo>
                  <a:pt x="25743" y="17041"/>
                  <a:pt x="25814" y="17002"/>
                  <a:pt x="25851" y="16932"/>
                </a:cubicBezTo>
                <a:cubicBezTo>
                  <a:pt x="25904" y="16831"/>
                  <a:pt x="25867" y="16706"/>
                  <a:pt x="25768" y="16652"/>
                </a:cubicBezTo>
                <a:cubicBezTo>
                  <a:pt x="25509" y="16512"/>
                  <a:pt x="25240" y="16376"/>
                  <a:pt x="24969" y="16247"/>
                </a:cubicBezTo>
                <a:cubicBezTo>
                  <a:pt x="24940" y="16233"/>
                  <a:pt x="24909" y="16227"/>
                  <a:pt x="24880" y="16227"/>
                </a:cubicBezTo>
                <a:close/>
                <a:moveTo>
                  <a:pt x="26437" y="17069"/>
                </a:moveTo>
                <a:cubicBezTo>
                  <a:pt x="26367" y="17069"/>
                  <a:pt x="26298" y="17104"/>
                  <a:pt x="26259" y="17168"/>
                </a:cubicBezTo>
                <a:cubicBezTo>
                  <a:pt x="26200" y="17264"/>
                  <a:pt x="26231" y="17391"/>
                  <a:pt x="26328" y="17452"/>
                </a:cubicBezTo>
                <a:cubicBezTo>
                  <a:pt x="26576" y="17604"/>
                  <a:pt x="26822" y="17765"/>
                  <a:pt x="27058" y="17930"/>
                </a:cubicBezTo>
                <a:cubicBezTo>
                  <a:pt x="27094" y="17957"/>
                  <a:pt x="27134" y="17967"/>
                  <a:pt x="27175" y="17967"/>
                </a:cubicBezTo>
                <a:cubicBezTo>
                  <a:pt x="27241" y="17967"/>
                  <a:pt x="27304" y="17937"/>
                  <a:pt x="27345" y="17881"/>
                </a:cubicBezTo>
                <a:cubicBezTo>
                  <a:pt x="27411" y="17787"/>
                  <a:pt x="27388" y="17657"/>
                  <a:pt x="27294" y="17592"/>
                </a:cubicBezTo>
                <a:cubicBezTo>
                  <a:pt x="27053" y="17422"/>
                  <a:pt x="26799" y="17257"/>
                  <a:pt x="26544" y="17099"/>
                </a:cubicBezTo>
                <a:cubicBezTo>
                  <a:pt x="26511" y="17079"/>
                  <a:pt x="26474" y="17069"/>
                  <a:pt x="26437" y="17069"/>
                </a:cubicBezTo>
                <a:close/>
                <a:moveTo>
                  <a:pt x="27887" y="18084"/>
                </a:moveTo>
                <a:cubicBezTo>
                  <a:pt x="27826" y="18084"/>
                  <a:pt x="27765" y="18111"/>
                  <a:pt x="27724" y="18162"/>
                </a:cubicBezTo>
                <a:cubicBezTo>
                  <a:pt x="27654" y="18251"/>
                  <a:pt x="27668" y="18382"/>
                  <a:pt x="27756" y="18453"/>
                </a:cubicBezTo>
                <a:lnTo>
                  <a:pt x="27790" y="18479"/>
                </a:lnTo>
                <a:cubicBezTo>
                  <a:pt x="28001" y="18648"/>
                  <a:pt x="28215" y="18829"/>
                  <a:pt x="28426" y="19015"/>
                </a:cubicBezTo>
                <a:cubicBezTo>
                  <a:pt x="28465" y="19050"/>
                  <a:pt x="28515" y="19068"/>
                  <a:pt x="28563" y="19068"/>
                </a:cubicBezTo>
                <a:cubicBezTo>
                  <a:pt x="28621" y="19068"/>
                  <a:pt x="28678" y="19043"/>
                  <a:pt x="28719" y="18997"/>
                </a:cubicBezTo>
                <a:cubicBezTo>
                  <a:pt x="28793" y="18912"/>
                  <a:pt x="28786" y="18781"/>
                  <a:pt x="28701" y="18706"/>
                </a:cubicBezTo>
                <a:cubicBezTo>
                  <a:pt x="28483" y="18515"/>
                  <a:pt x="28265" y="18329"/>
                  <a:pt x="28049" y="18155"/>
                </a:cubicBezTo>
                <a:lnTo>
                  <a:pt x="28015" y="18129"/>
                </a:lnTo>
                <a:cubicBezTo>
                  <a:pt x="27977" y="18099"/>
                  <a:pt x="27932" y="18084"/>
                  <a:pt x="27887" y="18084"/>
                </a:cubicBezTo>
                <a:close/>
                <a:moveTo>
                  <a:pt x="29213" y="19255"/>
                </a:moveTo>
                <a:cubicBezTo>
                  <a:pt x="29159" y="19255"/>
                  <a:pt x="29105" y="19276"/>
                  <a:pt x="29064" y="19318"/>
                </a:cubicBezTo>
                <a:cubicBezTo>
                  <a:pt x="28984" y="19401"/>
                  <a:pt x="28986" y="19530"/>
                  <a:pt x="29069" y="19610"/>
                </a:cubicBezTo>
                <a:cubicBezTo>
                  <a:pt x="29271" y="19807"/>
                  <a:pt x="29481" y="20016"/>
                  <a:pt x="29688" y="20232"/>
                </a:cubicBezTo>
                <a:cubicBezTo>
                  <a:pt x="29729" y="20275"/>
                  <a:pt x="29782" y="20296"/>
                  <a:pt x="29837" y="20296"/>
                </a:cubicBezTo>
                <a:cubicBezTo>
                  <a:pt x="29888" y="20296"/>
                  <a:pt x="29940" y="20276"/>
                  <a:pt x="29980" y="20239"/>
                </a:cubicBezTo>
                <a:cubicBezTo>
                  <a:pt x="30062" y="20159"/>
                  <a:pt x="30065" y="20028"/>
                  <a:pt x="29986" y="19947"/>
                </a:cubicBezTo>
                <a:cubicBezTo>
                  <a:pt x="29775" y="19725"/>
                  <a:pt x="29562" y="19513"/>
                  <a:pt x="29357" y="19312"/>
                </a:cubicBezTo>
                <a:cubicBezTo>
                  <a:pt x="29317" y="19274"/>
                  <a:pt x="29265" y="19255"/>
                  <a:pt x="29213" y="19255"/>
                </a:cubicBezTo>
                <a:close/>
                <a:moveTo>
                  <a:pt x="30441" y="20531"/>
                </a:moveTo>
                <a:cubicBezTo>
                  <a:pt x="30391" y="20531"/>
                  <a:pt x="30341" y="20549"/>
                  <a:pt x="30301" y="20585"/>
                </a:cubicBezTo>
                <a:cubicBezTo>
                  <a:pt x="30216" y="20661"/>
                  <a:pt x="30209" y="20792"/>
                  <a:pt x="30285" y="20877"/>
                </a:cubicBezTo>
                <a:cubicBezTo>
                  <a:pt x="30473" y="21083"/>
                  <a:pt x="30668" y="21306"/>
                  <a:pt x="30866" y="21538"/>
                </a:cubicBezTo>
                <a:cubicBezTo>
                  <a:pt x="30907" y="21586"/>
                  <a:pt x="30966" y="21609"/>
                  <a:pt x="31024" y="21609"/>
                </a:cubicBezTo>
                <a:cubicBezTo>
                  <a:pt x="31072" y="21609"/>
                  <a:pt x="31120" y="21593"/>
                  <a:pt x="31159" y="21559"/>
                </a:cubicBezTo>
                <a:cubicBezTo>
                  <a:pt x="31246" y="21485"/>
                  <a:pt x="31254" y="21356"/>
                  <a:pt x="31180" y="21269"/>
                </a:cubicBezTo>
                <a:cubicBezTo>
                  <a:pt x="30980" y="21035"/>
                  <a:pt x="30781" y="20810"/>
                  <a:pt x="30593" y="20599"/>
                </a:cubicBezTo>
                <a:cubicBezTo>
                  <a:pt x="30553" y="20554"/>
                  <a:pt x="30497" y="20531"/>
                  <a:pt x="30441" y="20531"/>
                </a:cubicBezTo>
                <a:close/>
                <a:moveTo>
                  <a:pt x="31593" y="21874"/>
                </a:moveTo>
                <a:cubicBezTo>
                  <a:pt x="31547" y="21874"/>
                  <a:pt x="31500" y="21889"/>
                  <a:pt x="31462" y="21921"/>
                </a:cubicBezTo>
                <a:cubicBezTo>
                  <a:pt x="31375" y="21994"/>
                  <a:pt x="31363" y="22125"/>
                  <a:pt x="31435" y="22212"/>
                </a:cubicBezTo>
                <a:cubicBezTo>
                  <a:pt x="31609" y="22422"/>
                  <a:pt x="31791" y="22647"/>
                  <a:pt x="31993" y="22897"/>
                </a:cubicBezTo>
                <a:cubicBezTo>
                  <a:pt x="32034" y="22947"/>
                  <a:pt x="32094" y="22974"/>
                  <a:pt x="32155" y="22974"/>
                </a:cubicBezTo>
                <a:cubicBezTo>
                  <a:pt x="32201" y="22974"/>
                  <a:pt x="32245" y="22958"/>
                  <a:pt x="32284" y="22927"/>
                </a:cubicBezTo>
                <a:cubicBezTo>
                  <a:pt x="32373" y="22857"/>
                  <a:pt x="32387" y="22725"/>
                  <a:pt x="32316" y="22637"/>
                </a:cubicBezTo>
                <a:cubicBezTo>
                  <a:pt x="32112" y="22385"/>
                  <a:pt x="31928" y="22160"/>
                  <a:pt x="31752" y="21949"/>
                </a:cubicBezTo>
                <a:cubicBezTo>
                  <a:pt x="31711" y="21899"/>
                  <a:pt x="31653" y="21874"/>
                  <a:pt x="31593" y="21874"/>
                </a:cubicBezTo>
                <a:close/>
                <a:moveTo>
                  <a:pt x="32708" y="23251"/>
                </a:moveTo>
                <a:cubicBezTo>
                  <a:pt x="32663" y="23251"/>
                  <a:pt x="32618" y="23266"/>
                  <a:pt x="32580" y="23296"/>
                </a:cubicBezTo>
                <a:cubicBezTo>
                  <a:pt x="32490" y="23367"/>
                  <a:pt x="32475" y="23498"/>
                  <a:pt x="32546" y="23587"/>
                </a:cubicBezTo>
                <a:cubicBezTo>
                  <a:pt x="32647" y="23714"/>
                  <a:pt x="32750" y="23842"/>
                  <a:pt x="32851" y="23969"/>
                </a:cubicBezTo>
                <a:lnTo>
                  <a:pt x="33099" y="24280"/>
                </a:lnTo>
                <a:cubicBezTo>
                  <a:pt x="33140" y="24331"/>
                  <a:pt x="33200" y="24358"/>
                  <a:pt x="33260" y="24358"/>
                </a:cubicBezTo>
                <a:cubicBezTo>
                  <a:pt x="33307" y="24358"/>
                  <a:pt x="33351" y="24343"/>
                  <a:pt x="33390" y="24313"/>
                </a:cubicBezTo>
                <a:cubicBezTo>
                  <a:pt x="33478" y="24242"/>
                  <a:pt x="33493" y="24111"/>
                  <a:pt x="33422" y="24023"/>
                </a:cubicBezTo>
                <a:lnTo>
                  <a:pt x="33174" y="23711"/>
                </a:lnTo>
                <a:cubicBezTo>
                  <a:pt x="33073" y="23583"/>
                  <a:pt x="32972" y="23457"/>
                  <a:pt x="32871" y="23330"/>
                </a:cubicBezTo>
                <a:cubicBezTo>
                  <a:pt x="32829" y="23278"/>
                  <a:pt x="32769" y="23251"/>
                  <a:pt x="32708" y="23251"/>
                </a:cubicBezTo>
                <a:close/>
                <a:moveTo>
                  <a:pt x="33814" y="24637"/>
                </a:moveTo>
                <a:cubicBezTo>
                  <a:pt x="33769" y="24637"/>
                  <a:pt x="33724" y="24651"/>
                  <a:pt x="33686" y="24682"/>
                </a:cubicBezTo>
                <a:cubicBezTo>
                  <a:pt x="33595" y="24754"/>
                  <a:pt x="33581" y="24884"/>
                  <a:pt x="33654" y="24972"/>
                </a:cubicBezTo>
                <a:cubicBezTo>
                  <a:pt x="33858" y="25226"/>
                  <a:pt x="34042" y="25453"/>
                  <a:pt x="34216" y="25662"/>
                </a:cubicBezTo>
                <a:cubicBezTo>
                  <a:pt x="34256" y="25711"/>
                  <a:pt x="34315" y="25738"/>
                  <a:pt x="34375" y="25738"/>
                </a:cubicBezTo>
                <a:cubicBezTo>
                  <a:pt x="34421" y="25738"/>
                  <a:pt x="34467" y="25722"/>
                  <a:pt x="34506" y="25690"/>
                </a:cubicBezTo>
                <a:cubicBezTo>
                  <a:pt x="34595" y="25617"/>
                  <a:pt x="34607" y="25488"/>
                  <a:pt x="34535" y="25399"/>
                </a:cubicBezTo>
                <a:cubicBezTo>
                  <a:pt x="34361" y="25190"/>
                  <a:pt x="34178" y="24965"/>
                  <a:pt x="33976" y="24714"/>
                </a:cubicBezTo>
                <a:cubicBezTo>
                  <a:pt x="33935" y="24663"/>
                  <a:pt x="33875" y="24637"/>
                  <a:pt x="33814" y="24637"/>
                </a:cubicBezTo>
                <a:close/>
                <a:moveTo>
                  <a:pt x="34945" y="26004"/>
                </a:moveTo>
                <a:cubicBezTo>
                  <a:pt x="34898" y="26004"/>
                  <a:pt x="34850" y="26020"/>
                  <a:pt x="34811" y="26053"/>
                </a:cubicBezTo>
                <a:cubicBezTo>
                  <a:pt x="34724" y="26128"/>
                  <a:pt x="34714" y="26257"/>
                  <a:pt x="34788" y="26344"/>
                </a:cubicBezTo>
                <a:cubicBezTo>
                  <a:pt x="34990" y="26580"/>
                  <a:pt x="35187" y="26805"/>
                  <a:pt x="35376" y="27016"/>
                </a:cubicBezTo>
                <a:cubicBezTo>
                  <a:pt x="35417" y="27062"/>
                  <a:pt x="35474" y="27085"/>
                  <a:pt x="35530" y="27085"/>
                </a:cubicBezTo>
                <a:cubicBezTo>
                  <a:pt x="35578" y="27085"/>
                  <a:pt x="35628" y="27067"/>
                  <a:pt x="35669" y="27032"/>
                </a:cubicBezTo>
                <a:cubicBezTo>
                  <a:pt x="35754" y="26955"/>
                  <a:pt x="35759" y="26824"/>
                  <a:pt x="35683" y="26739"/>
                </a:cubicBezTo>
                <a:cubicBezTo>
                  <a:pt x="35497" y="26532"/>
                  <a:pt x="35302" y="26309"/>
                  <a:pt x="35102" y="26076"/>
                </a:cubicBezTo>
                <a:cubicBezTo>
                  <a:pt x="35062" y="26029"/>
                  <a:pt x="35004" y="26004"/>
                  <a:pt x="34945" y="26004"/>
                </a:cubicBezTo>
                <a:close/>
                <a:moveTo>
                  <a:pt x="36132" y="27321"/>
                </a:moveTo>
                <a:cubicBezTo>
                  <a:pt x="36081" y="27321"/>
                  <a:pt x="36030" y="27340"/>
                  <a:pt x="35989" y="27379"/>
                </a:cubicBezTo>
                <a:cubicBezTo>
                  <a:pt x="35906" y="27457"/>
                  <a:pt x="35904" y="27588"/>
                  <a:pt x="35982" y="27671"/>
                </a:cubicBezTo>
                <a:cubicBezTo>
                  <a:pt x="36195" y="27893"/>
                  <a:pt x="36406" y="28105"/>
                  <a:pt x="36613" y="28306"/>
                </a:cubicBezTo>
                <a:cubicBezTo>
                  <a:pt x="36652" y="28345"/>
                  <a:pt x="36704" y="28364"/>
                  <a:pt x="36757" y="28364"/>
                </a:cubicBezTo>
                <a:cubicBezTo>
                  <a:pt x="36810" y="28364"/>
                  <a:pt x="36865" y="28345"/>
                  <a:pt x="36904" y="28302"/>
                </a:cubicBezTo>
                <a:cubicBezTo>
                  <a:pt x="36984" y="28221"/>
                  <a:pt x="36982" y="28090"/>
                  <a:pt x="36900" y="28010"/>
                </a:cubicBezTo>
                <a:cubicBezTo>
                  <a:pt x="36698" y="27813"/>
                  <a:pt x="36489" y="27602"/>
                  <a:pt x="36282" y="27386"/>
                </a:cubicBezTo>
                <a:cubicBezTo>
                  <a:pt x="36241" y="27343"/>
                  <a:pt x="36186" y="27321"/>
                  <a:pt x="36132" y="27321"/>
                </a:cubicBezTo>
                <a:close/>
                <a:moveTo>
                  <a:pt x="37406" y="28555"/>
                </a:moveTo>
                <a:cubicBezTo>
                  <a:pt x="37349" y="28555"/>
                  <a:pt x="37292" y="28579"/>
                  <a:pt x="37251" y="28625"/>
                </a:cubicBezTo>
                <a:cubicBezTo>
                  <a:pt x="37175" y="28710"/>
                  <a:pt x="37182" y="28841"/>
                  <a:pt x="37269" y="28917"/>
                </a:cubicBezTo>
                <a:cubicBezTo>
                  <a:pt x="37496" y="29119"/>
                  <a:pt x="37726" y="29312"/>
                  <a:pt x="37953" y="29495"/>
                </a:cubicBezTo>
                <a:cubicBezTo>
                  <a:pt x="37992" y="29525"/>
                  <a:pt x="38036" y="29539"/>
                  <a:pt x="38082" y="29539"/>
                </a:cubicBezTo>
                <a:cubicBezTo>
                  <a:pt x="38143" y="29539"/>
                  <a:pt x="38203" y="29513"/>
                  <a:pt x="38244" y="29463"/>
                </a:cubicBezTo>
                <a:cubicBezTo>
                  <a:pt x="38314" y="29373"/>
                  <a:pt x="38300" y="29243"/>
                  <a:pt x="38212" y="29172"/>
                </a:cubicBezTo>
                <a:cubicBezTo>
                  <a:pt x="37990" y="28995"/>
                  <a:pt x="37765" y="28804"/>
                  <a:pt x="37544" y="28607"/>
                </a:cubicBezTo>
                <a:cubicBezTo>
                  <a:pt x="37504" y="28572"/>
                  <a:pt x="37455" y="28555"/>
                  <a:pt x="37406" y="28555"/>
                </a:cubicBezTo>
                <a:close/>
                <a:moveTo>
                  <a:pt x="38789" y="29659"/>
                </a:moveTo>
                <a:cubicBezTo>
                  <a:pt x="38725" y="29659"/>
                  <a:pt x="38661" y="29689"/>
                  <a:pt x="38621" y="29746"/>
                </a:cubicBezTo>
                <a:cubicBezTo>
                  <a:pt x="38554" y="29840"/>
                  <a:pt x="38577" y="29968"/>
                  <a:pt x="38669" y="30035"/>
                </a:cubicBezTo>
                <a:cubicBezTo>
                  <a:pt x="38917" y="30209"/>
                  <a:pt x="39169" y="30376"/>
                  <a:pt x="39417" y="30530"/>
                </a:cubicBezTo>
                <a:cubicBezTo>
                  <a:pt x="39452" y="30551"/>
                  <a:pt x="39489" y="30562"/>
                  <a:pt x="39527" y="30562"/>
                </a:cubicBezTo>
                <a:cubicBezTo>
                  <a:pt x="39596" y="30562"/>
                  <a:pt x="39663" y="30526"/>
                  <a:pt x="39702" y="30462"/>
                </a:cubicBezTo>
                <a:cubicBezTo>
                  <a:pt x="39762" y="30365"/>
                  <a:pt x="39732" y="30239"/>
                  <a:pt x="39635" y="30179"/>
                </a:cubicBezTo>
                <a:cubicBezTo>
                  <a:pt x="39392" y="30028"/>
                  <a:pt x="39147" y="29867"/>
                  <a:pt x="38908" y="29697"/>
                </a:cubicBezTo>
                <a:cubicBezTo>
                  <a:pt x="38872" y="29671"/>
                  <a:pt x="38831" y="29659"/>
                  <a:pt x="38789" y="29659"/>
                </a:cubicBezTo>
                <a:close/>
                <a:moveTo>
                  <a:pt x="40295" y="30586"/>
                </a:moveTo>
                <a:cubicBezTo>
                  <a:pt x="40221" y="30586"/>
                  <a:pt x="40148" y="30626"/>
                  <a:pt x="40111" y="30696"/>
                </a:cubicBezTo>
                <a:cubicBezTo>
                  <a:pt x="40058" y="30797"/>
                  <a:pt x="40097" y="30923"/>
                  <a:pt x="40198" y="30976"/>
                </a:cubicBezTo>
                <a:cubicBezTo>
                  <a:pt x="40464" y="31116"/>
                  <a:pt x="40737" y="31247"/>
                  <a:pt x="41010" y="31366"/>
                </a:cubicBezTo>
                <a:cubicBezTo>
                  <a:pt x="41036" y="31377"/>
                  <a:pt x="41065" y="31382"/>
                  <a:pt x="41091" y="31382"/>
                </a:cubicBezTo>
                <a:cubicBezTo>
                  <a:pt x="41171" y="31382"/>
                  <a:pt x="41247" y="31336"/>
                  <a:pt x="41281" y="31258"/>
                </a:cubicBezTo>
                <a:cubicBezTo>
                  <a:pt x="41327" y="31153"/>
                  <a:pt x="41279" y="31031"/>
                  <a:pt x="41175" y="30987"/>
                </a:cubicBezTo>
                <a:cubicBezTo>
                  <a:pt x="40912" y="30872"/>
                  <a:pt x="40648" y="30746"/>
                  <a:pt x="40391" y="30609"/>
                </a:cubicBezTo>
                <a:cubicBezTo>
                  <a:pt x="40361" y="30593"/>
                  <a:pt x="40328" y="30586"/>
                  <a:pt x="40295" y="30586"/>
                </a:cubicBezTo>
                <a:close/>
                <a:moveTo>
                  <a:pt x="41916" y="31293"/>
                </a:moveTo>
                <a:cubicBezTo>
                  <a:pt x="41830" y="31293"/>
                  <a:pt x="41750" y="31346"/>
                  <a:pt x="41720" y="31430"/>
                </a:cubicBezTo>
                <a:cubicBezTo>
                  <a:pt x="41683" y="31538"/>
                  <a:pt x="41740" y="31657"/>
                  <a:pt x="41848" y="31694"/>
                </a:cubicBezTo>
                <a:cubicBezTo>
                  <a:pt x="42004" y="31749"/>
                  <a:pt x="42165" y="31802"/>
                  <a:pt x="42325" y="31850"/>
                </a:cubicBezTo>
                <a:cubicBezTo>
                  <a:pt x="42452" y="31889"/>
                  <a:pt x="42582" y="31926"/>
                  <a:pt x="42709" y="31960"/>
                </a:cubicBezTo>
                <a:cubicBezTo>
                  <a:pt x="42727" y="31965"/>
                  <a:pt x="42745" y="31967"/>
                  <a:pt x="42762" y="31967"/>
                </a:cubicBezTo>
                <a:cubicBezTo>
                  <a:pt x="42853" y="31967"/>
                  <a:pt x="42938" y="31907"/>
                  <a:pt x="42963" y="31814"/>
                </a:cubicBezTo>
                <a:cubicBezTo>
                  <a:pt x="42991" y="31703"/>
                  <a:pt x="42925" y="31589"/>
                  <a:pt x="42816" y="31561"/>
                </a:cubicBezTo>
                <a:cubicBezTo>
                  <a:pt x="42693" y="31527"/>
                  <a:pt x="42567" y="31492"/>
                  <a:pt x="42445" y="31455"/>
                </a:cubicBezTo>
                <a:cubicBezTo>
                  <a:pt x="42291" y="31409"/>
                  <a:pt x="42135" y="31357"/>
                  <a:pt x="41984" y="31304"/>
                </a:cubicBezTo>
                <a:cubicBezTo>
                  <a:pt x="41962" y="31296"/>
                  <a:pt x="41939" y="31293"/>
                  <a:pt x="41916" y="31293"/>
                </a:cubicBezTo>
                <a:close/>
                <a:moveTo>
                  <a:pt x="43627" y="31746"/>
                </a:moveTo>
                <a:cubicBezTo>
                  <a:pt x="43529" y="31746"/>
                  <a:pt x="43441" y="31816"/>
                  <a:pt x="43423" y="31917"/>
                </a:cubicBezTo>
                <a:cubicBezTo>
                  <a:pt x="43402" y="32029"/>
                  <a:pt x="43478" y="32137"/>
                  <a:pt x="43590" y="32156"/>
                </a:cubicBezTo>
                <a:cubicBezTo>
                  <a:pt x="43889" y="32210"/>
                  <a:pt x="44191" y="32250"/>
                  <a:pt x="44487" y="32277"/>
                </a:cubicBezTo>
                <a:cubicBezTo>
                  <a:pt x="44492" y="32277"/>
                  <a:pt x="44499" y="32279"/>
                  <a:pt x="44504" y="32279"/>
                </a:cubicBezTo>
                <a:cubicBezTo>
                  <a:pt x="44611" y="32279"/>
                  <a:pt x="44701" y="32197"/>
                  <a:pt x="44710" y="32089"/>
                </a:cubicBezTo>
                <a:cubicBezTo>
                  <a:pt x="44721" y="31976"/>
                  <a:pt x="44637" y="31875"/>
                  <a:pt x="44522" y="31866"/>
                </a:cubicBezTo>
                <a:cubicBezTo>
                  <a:pt x="44240" y="31841"/>
                  <a:pt x="43950" y="31802"/>
                  <a:pt x="43663" y="31749"/>
                </a:cubicBezTo>
                <a:cubicBezTo>
                  <a:pt x="43651" y="31747"/>
                  <a:pt x="43639" y="31746"/>
                  <a:pt x="43627" y="31746"/>
                </a:cubicBezTo>
                <a:close/>
                <a:moveTo>
                  <a:pt x="46273" y="31849"/>
                </a:moveTo>
                <a:cubicBezTo>
                  <a:pt x="46265" y="31849"/>
                  <a:pt x="46258" y="31849"/>
                  <a:pt x="46250" y="31850"/>
                </a:cubicBezTo>
                <a:cubicBezTo>
                  <a:pt x="45968" y="31882"/>
                  <a:pt x="45679" y="31900"/>
                  <a:pt x="45389" y="31901"/>
                </a:cubicBezTo>
                <a:cubicBezTo>
                  <a:pt x="45273" y="31901"/>
                  <a:pt x="45181" y="31995"/>
                  <a:pt x="45183" y="32110"/>
                </a:cubicBezTo>
                <a:cubicBezTo>
                  <a:pt x="45183" y="32224"/>
                  <a:pt x="45275" y="32314"/>
                  <a:pt x="45389" y="32314"/>
                </a:cubicBezTo>
                <a:lnTo>
                  <a:pt x="45390" y="32314"/>
                </a:lnTo>
                <a:cubicBezTo>
                  <a:pt x="45695" y="32312"/>
                  <a:pt x="46000" y="32295"/>
                  <a:pt x="46296" y="32261"/>
                </a:cubicBezTo>
                <a:cubicBezTo>
                  <a:pt x="46409" y="32249"/>
                  <a:pt x="46491" y="32146"/>
                  <a:pt x="46478" y="32032"/>
                </a:cubicBezTo>
                <a:cubicBezTo>
                  <a:pt x="46467" y="31927"/>
                  <a:pt x="46377" y="31849"/>
                  <a:pt x="46273" y="318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7841372" y="3929854"/>
            <a:ext cx="116103" cy="113152"/>
          </a:xfrm>
          <a:custGeom>
            <a:rect b="b" l="l" r="r" t="t"/>
            <a:pathLst>
              <a:path extrusionOk="0" h="2032" w="2085">
                <a:moveTo>
                  <a:pt x="1041" y="0"/>
                </a:moveTo>
                <a:cubicBezTo>
                  <a:pt x="504" y="0"/>
                  <a:pt x="56" y="421"/>
                  <a:pt x="29" y="964"/>
                </a:cubicBezTo>
                <a:cubicBezTo>
                  <a:pt x="0" y="1524"/>
                  <a:pt x="431" y="2000"/>
                  <a:pt x="991" y="2030"/>
                </a:cubicBezTo>
                <a:cubicBezTo>
                  <a:pt x="1008" y="2031"/>
                  <a:pt x="1026" y="2032"/>
                  <a:pt x="1043" y="2032"/>
                </a:cubicBezTo>
                <a:cubicBezTo>
                  <a:pt x="1580" y="2032"/>
                  <a:pt x="2028" y="1611"/>
                  <a:pt x="2056" y="1068"/>
                </a:cubicBezTo>
                <a:cubicBezTo>
                  <a:pt x="2084" y="508"/>
                  <a:pt x="1654" y="31"/>
                  <a:pt x="1094" y="1"/>
                </a:cubicBezTo>
                <a:cubicBezTo>
                  <a:pt x="1076" y="0"/>
                  <a:pt x="1059" y="0"/>
                  <a:pt x="1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8551078" y="3666576"/>
            <a:ext cx="116159" cy="113096"/>
          </a:xfrm>
          <a:custGeom>
            <a:rect b="b" l="l" r="r" t="t"/>
            <a:pathLst>
              <a:path extrusionOk="0" h="2031" w="2086">
                <a:moveTo>
                  <a:pt x="1043" y="0"/>
                </a:moveTo>
                <a:cubicBezTo>
                  <a:pt x="506" y="0"/>
                  <a:pt x="58" y="421"/>
                  <a:pt x="30" y="964"/>
                </a:cubicBezTo>
                <a:cubicBezTo>
                  <a:pt x="0" y="1524"/>
                  <a:pt x="431" y="2000"/>
                  <a:pt x="991" y="2029"/>
                </a:cubicBezTo>
                <a:cubicBezTo>
                  <a:pt x="1009" y="2030"/>
                  <a:pt x="1028" y="2030"/>
                  <a:pt x="1046" y="2030"/>
                </a:cubicBezTo>
                <a:cubicBezTo>
                  <a:pt x="1582" y="2030"/>
                  <a:pt x="2030" y="1610"/>
                  <a:pt x="2057" y="1068"/>
                </a:cubicBezTo>
                <a:cubicBezTo>
                  <a:pt x="2086" y="508"/>
                  <a:pt x="1655" y="30"/>
                  <a:pt x="1095" y="1"/>
                </a:cubicBezTo>
                <a:cubicBezTo>
                  <a:pt x="1078" y="1"/>
                  <a:pt x="1060"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8035267" y="3347389"/>
            <a:ext cx="375707" cy="375762"/>
          </a:xfrm>
          <a:custGeom>
            <a:rect b="b" l="l" r="r" t="t"/>
            <a:pathLst>
              <a:path extrusionOk="0" h="6748" w="6747">
                <a:moveTo>
                  <a:pt x="3373" y="1"/>
                </a:moveTo>
                <a:lnTo>
                  <a:pt x="2180" y="2180"/>
                </a:lnTo>
                <a:lnTo>
                  <a:pt x="0" y="3373"/>
                </a:lnTo>
                <a:lnTo>
                  <a:pt x="2180" y="4567"/>
                </a:lnTo>
                <a:lnTo>
                  <a:pt x="3373" y="6747"/>
                </a:lnTo>
                <a:lnTo>
                  <a:pt x="4565" y="4567"/>
                </a:lnTo>
                <a:lnTo>
                  <a:pt x="6747" y="3373"/>
                </a:lnTo>
                <a:lnTo>
                  <a:pt x="4565" y="2180"/>
                </a:lnTo>
                <a:lnTo>
                  <a:pt x="33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7706169" y="3535159"/>
            <a:ext cx="98061" cy="98061"/>
          </a:xfrm>
          <a:custGeom>
            <a:rect b="b" l="l" r="r" t="t"/>
            <a:pathLst>
              <a:path extrusionOk="0" h="1761" w="1761">
                <a:moveTo>
                  <a:pt x="881" y="1"/>
                </a:moveTo>
                <a:cubicBezTo>
                  <a:pt x="396" y="1"/>
                  <a:pt x="0" y="396"/>
                  <a:pt x="0" y="882"/>
                </a:cubicBezTo>
                <a:cubicBezTo>
                  <a:pt x="0" y="1367"/>
                  <a:pt x="396" y="1761"/>
                  <a:pt x="881" y="1761"/>
                </a:cubicBezTo>
                <a:cubicBezTo>
                  <a:pt x="1367" y="1761"/>
                  <a:pt x="1760" y="1367"/>
                  <a:pt x="1760" y="882"/>
                </a:cubicBezTo>
                <a:cubicBezTo>
                  <a:pt x="1760" y="396"/>
                  <a:pt x="1367" y="1"/>
                  <a:pt x="8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8609157" y="3152492"/>
            <a:ext cx="69662" cy="69662"/>
          </a:xfrm>
          <a:custGeom>
            <a:rect b="b" l="l" r="r" t="t"/>
            <a:pathLst>
              <a:path extrusionOk="0" h="1251" w="1251">
                <a:moveTo>
                  <a:pt x="625" y="1"/>
                </a:moveTo>
                <a:cubicBezTo>
                  <a:pt x="281" y="1"/>
                  <a:pt x="1" y="281"/>
                  <a:pt x="1" y="625"/>
                </a:cubicBezTo>
                <a:cubicBezTo>
                  <a:pt x="1" y="970"/>
                  <a:pt x="281" y="1250"/>
                  <a:pt x="625" y="1250"/>
                </a:cubicBezTo>
                <a:cubicBezTo>
                  <a:pt x="970" y="1250"/>
                  <a:pt x="1250" y="970"/>
                  <a:pt x="1250" y="625"/>
                </a:cubicBezTo>
                <a:cubicBezTo>
                  <a:pt x="1250" y="281"/>
                  <a:pt x="970" y="1"/>
                  <a:pt x="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4" name="Google Shape;4764;p71"/>
          <p:cNvGrpSpPr/>
          <p:nvPr/>
        </p:nvGrpSpPr>
        <p:grpSpPr>
          <a:xfrm>
            <a:off x="6637246" y="1216938"/>
            <a:ext cx="2041579" cy="1758811"/>
            <a:chOff x="1427671" y="364875"/>
            <a:chExt cx="2041579" cy="1758811"/>
          </a:xfrm>
        </p:grpSpPr>
        <p:sp>
          <p:nvSpPr>
            <p:cNvPr id="4765" name="Google Shape;4765;p71"/>
            <p:cNvSpPr/>
            <p:nvPr/>
          </p:nvSpPr>
          <p:spPr>
            <a:xfrm>
              <a:off x="1440757" y="513554"/>
              <a:ext cx="2015407" cy="1596879"/>
            </a:xfrm>
            <a:custGeom>
              <a:rect b="b" l="l" r="r" t="t"/>
              <a:pathLst>
                <a:path extrusionOk="0" h="28677" w="36193">
                  <a:moveTo>
                    <a:pt x="1" y="1"/>
                  </a:moveTo>
                  <a:lnTo>
                    <a:pt x="1" y="28271"/>
                  </a:lnTo>
                  <a:cubicBezTo>
                    <a:pt x="1" y="28496"/>
                    <a:pt x="183" y="28677"/>
                    <a:pt x="408" y="28677"/>
                  </a:cubicBezTo>
                  <a:lnTo>
                    <a:pt x="35785" y="28677"/>
                  </a:lnTo>
                  <a:cubicBezTo>
                    <a:pt x="36010" y="28677"/>
                    <a:pt x="36192" y="28496"/>
                    <a:pt x="36192" y="28271"/>
                  </a:cubicBezTo>
                  <a:lnTo>
                    <a:pt x="36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1440750" y="364875"/>
              <a:ext cx="2015407" cy="203477"/>
            </a:xfrm>
            <a:custGeom>
              <a:rect b="b" l="l" r="r" t="t"/>
              <a:pathLst>
                <a:path extrusionOk="0" h="2671" w="36193">
                  <a:moveTo>
                    <a:pt x="1073" y="0"/>
                  </a:moveTo>
                  <a:cubicBezTo>
                    <a:pt x="481" y="0"/>
                    <a:pt x="1" y="482"/>
                    <a:pt x="1" y="1074"/>
                  </a:cubicBezTo>
                  <a:lnTo>
                    <a:pt x="1" y="2671"/>
                  </a:lnTo>
                  <a:lnTo>
                    <a:pt x="36192" y="2671"/>
                  </a:lnTo>
                  <a:lnTo>
                    <a:pt x="36192" y="1074"/>
                  </a:lnTo>
                  <a:cubicBezTo>
                    <a:pt x="36192" y="482"/>
                    <a:pt x="35712" y="0"/>
                    <a:pt x="35120" y="0"/>
                  </a:cubicBezTo>
                  <a:lnTo>
                    <a:pt x="34365" y="0"/>
                  </a:lnTo>
                  <a:cubicBezTo>
                    <a:pt x="34365" y="411"/>
                    <a:pt x="34032" y="745"/>
                    <a:pt x="33621" y="745"/>
                  </a:cubicBezTo>
                  <a:cubicBezTo>
                    <a:pt x="33212" y="745"/>
                    <a:pt x="32878" y="411"/>
                    <a:pt x="32878" y="0"/>
                  </a:cubicBezTo>
                  <a:lnTo>
                    <a:pt x="31976" y="0"/>
                  </a:lnTo>
                  <a:cubicBezTo>
                    <a:pt x="31976" y="411"/>
                    <a:pt x="31643" y="745"/>
                    <a:pt x="31232" y="745"/>
                  </a:cubicBezTo>
                  <a:cubicBezTo>
                    <a:pt x="30823" y="745"/>
                    <a:pt x="30490" y="411"/>
                    <a:pt x="30490" y="0"/>
                  </a:cubicBezTo>
                  <a:lnTo>
                    <a:pt x="29588" y="0"/>
                  </a:lnTo>
                  <a:cubicBezTo>
                    <a:pt x="29588" y="411"/>
                    <a:pt x="29255" y="745"/>
                    <a:pt x="28843" y="745"/>
                  </a:cubicBezTo>
                  <a:cubicBezTo>
                    <a:pt x="28434" y="745"/>
                    <a:pt x="28101" y="411"/>
                    <a:pt x="28101" y="0"/>
                  </a:cubicBezTo>
                  <a:lnTo>
                    <a:pt x="27199" y="0"/>
                  </a:lnTo>
                  <a:cubicBezTo>
                    <a:pt x="27199" y="411"/>
                    <a:pt x="26866" y="745"/>
                    <a:pt x="26455" y="745"/>
                  </a:cubicBezTo>
                  <a:cubicBezTo>
                    <a:pt x="26045" y="745"/>
                    <a:pt x="25712" y="411"/>
                    <a:pt x="25712" y="0"/>
                  </a:cubicBezTo>
                  <a:lnTo>
                    <a:pt x="24812" y="0"/>
                  </a:lnTo>
                  <a:cubicBezTo>
                    <a:pt x="24812" y="411"/>
                    <a:pt x="24477" y="745"/>
                    <a:pt x="24068" y="745"/>
                  </a:cubicBezTo>
                  <a:cubicBezTo>
                    <a:pt x="23658" y="745"/>
                    <a:pt x="23323" y="411"/>
                    <a:pt x="23323" y="0"/>
                  </a:cubicBezTo>
                  <a:lnTo>
                    <a:pt x="22423" y="0"/>
                  </a:lnTo>
                  <a:cubicBezTo>
                    <a:pt x="22423" y="411"/>
                    <a:pt x="22090" y="745"/>
                    <a:pt x="21679" y="745"/>
                  </a:cubicBezTo>
                  <a:cubicBezTo>
                    <a:pt x="21269" y="745"/>
                    <a:pt x="20935" y="411"/>
                    <a:pt x="20935" y="0"/>
                  </a:cubicBezTo>
                  <a:lnTo>
                    <a:pt x="20034" y="0"/>
                  </a:lnTo>
                  <a:cubicBezTo>
                    <a:pt x="20034" y="411"/>
                    <a:pt x="19701" y="745"/>
                    <a:pt x="19290" y="745"/>
                  </a:cubicBezTo>
                  <a:cubicBezTo>
                    <a:pt x="18881" y="745"/>
                    <a:pt x="18548" y="411"/>
                    <a:pt x="18548" y="0"/>
                  </a:cubicBezTo>
                  <a:lnTo>
                    <a:pt x="17646" y="0"/>
                  </a:lnTo>
                  <a:cubicBezTo>
                    <a:pt x="17646" y="411"/>
                    <a:pt x="17312" y="745"/>
                    <a:pt x="16901" y="745"/>
                  </a:cubicBezTo>
                  <a:cubicBezTo>
                    <a:pt x="16492" y="745"/>
                    <a:pt x="16159" y="411"/>
                    <a:pt x="16159" y="0"/>
                  </a:cubicBezTo>
                  <a:lnTo>
                    <a:pt x="15257" y="0"/>
                  </a:lnTo>
                  <a:cubicBezTo>
                    <a:pt x="15257" y="411"/>
                    <a:pt x="14924" y="745"/>
                    <a:pt x="14512" y="745"/>
                  </a:cubicBezTo>
                  <a:cubicBezTo>
                    <a:pt x="14103" y="745"/>
                    <a:pt x="13770" y="411"/>
                    <a:pt x="13770" y="0"/>
                  </a:cubicBezTo>
                  <a:lnTo>
                    <a:pt x="12870" y="0"/>
                  </a:lnTo>
                  <a:cubicBezTo>
                    <a:pt x="12870" y="411"/>
                    <a:pt x="12535" y="745"/>
                    <a:pt x="12124" y="745"/>
                  </a:cubicBezTo>
                  <a:cubicBezTo>
                    <a:pt x="11714" y="745"/>
                    <a:pt x="11381" y="411"/>
                    <a:pt x="11381" y="0"/>
                  </a:cubicBezTo>
                  <a:lnTo>
                    <a:pt x="10481" y="0"/>
                  </a:lnTo>
                  <a:cubicBezTo>
                    <a:pt x="10481" y="411"/>
                    <a:pt x="10148" y="745"/>
                    <a:pt x="9737" y="745"/>
                  </a:cubicBezTo>
                  <a:cubicBezTo>
                    <a:pt x="9327" y="745"/>
                    <a:pt x="8992" y="411"/>
                    <a:pt x="8992" y="0"/>
                  </a:cubicBezTo>
                  <a:lnTo>
                    <a:pt x="8092" y="0"/>
                  </a:lnTo>
                  <a:cubicBezTo>
                    <a:pt x="8092" y="411"/>
                    <a:pt x="7759" y="745"/>
                    <a:pt x="7348" y="745"/>
                  </a:cubicBezTo>
                  <a:cubicBezTo>
                    <a:pt x="6939" y="745"/>
                    <a:pt x="6604" y="411"/>
                    <a:pt x="6604" y="0"/>
                  </a:cubicBezTo>
                  <a:lnTo>
                    <a:pt x="5703" y="0"/>
                  </a:lnTo>
                  <a:cubicBezTo>
                    <a:pt x="5703" y="411"/>
                    <a:pt x="5370" y="745"/>
                    <a:pt x="4959" y="745"/>
                  </a:cubicBezTo>
                  <a:cubicBezTo>
                    <a:pt x="4550" y="745"/>
                    <a:pt x="4217" y="411"/>
                    <a:pt x="4217" y="0"/>
                  </a:cubicBezTo>
                  <a:lnTo>
                    <a:pt x="3316" y="0"/>
                  </a:lnTo>
                  <a:cubicBezTo>
                    <a:pt x="3316" y="411"/>
                    <a:pt x="2981" y="745"/>
                    <a:pt x="2572" y="745"/>
                  </a:cubicBezTo>
                  <a:cubicBezTo>
                    <a:pt x="2161" y="745"/>
                    <a:pt x="1828" y="411"/>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1427671" y="1954404"/>
              <a:ext cx="205867" cy="169282"/>
            </a:xfrm>
            <a:custGeom>
              <a:rect b="b" l="l" r="r" t="t"/>
              <a:pathLst>
                <a:path extrusionOk="0" h="3040" w="3697">
                  <a:moveTo>
                    <a:pt x="236" y="0"/>
                  </a:moveTo>
                  <a:cubicBezTo>
                    <a:pt x="106" y="0"/>
                    <a:pt x="0" y="107"/>
                    <a:pt x="0" y="238"/>
                  </a:cubicBezTo>
                  <a:lnTo>
                    <a:pt x="0" y="2396"/>
                  </a:lnTo>
                  <a:cubicBezTo>
                    <a:pt x="0" y="2751"/>
                    <a:pt x="289" y="3039"/>
                    <a:pt x="643" y="3039"/>
                  </a:cubicBezTo>
                  <a:lnTo>
                    <a:pt x="3459" y="3039"/>
                  </a:lnTo>
                  <a:cubicBezTo>
                    <a:pt x="3590" y="3039"/>
                    <a:pt x="3697" y="2933"/>
                    <a:pt x="3697" y="2802"/>
                  </a:cubicBezTo>
                  <a:cubicBezTo>
                    <a:pt x="3697" y="2673"/>
                    <a:pt x="3590" y="2566"/>
                    <a:pt x="3459" y="2566"/>
                  </a:cubicBezTo>
                  <a:lnTo>
                    <a:pt x="643" y="2566"/>
                  </a:lnTo>
                  <a:cubicBezTo>
                    <a:pt x="549" y="2566"/>
                    <a:pt x="472" y="2490"/>
                    <a:pt x="472" y="2396"/>
                  </a:cubicBezTo>
                  <a:lnTo>
                    <a:pt x="472" y="238"/>
                  </a:lnTo>
                  <a:cubicBezTo>
                    <a:pt x="472" y="107"/>
                    <a:pt x="367"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3442856" y="1516274"/>
              <a:ext cx="26395" cy="329934"/>
            </a:xfrm>
            <a:custGeom>
              <a:rect b="b" l="l" r="r" t="t"/>
              <a:pathLst>
                <a:path extrusionOk="0" h="5925" w="474">
                  <a:moveTo>
                    <a:pt x="238" y="0"/>
                  </a:moveTo>
                  <a:cubicBezTo>
                    <a:pt x="107" y="0"/>
                    <a:pt x="1" y="106"/>
                    <a:pt x="1" y="236"/>
                  </a:cubicBezTo>
                  <a:lnTo>
                    <a:pt x="1" y="5689"/>
                  </a:lnTo>
                  <a:cubicBezTo>
                    <a:pt x="1" y="5820"/>
                    <a:pt x="107" y="5924"/>
                    <a:pt x="238" y="5924"/>
                  </a:cubicBezTo>
                  <a:cubicBezTo>
                    <a:pt x="368" y="5924"/>
                    <a:pt x="474" y="5820"/>
                    <a:pt x="474" y="5689"/>
                  </a:cubicBezTo>
                  <a:lnTo>
                    <a:pt x="474" y="236"/>
                  </a:lnTo>
                  <a:cubicBezTo>
                    <a:pt x="474" y="106"/>
                    <a:pt x="368"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71"/>
          <p:cNvGrpSpPr/>
          <p:nvPr/>
        </p:nvGrpSpPr>
        <p:grpSpPr>
          <a:xfrm>
            <a:off x="3984702" y="1263448"/>
            <a:ext cx="2553380" cy="1336551"/>
            <a:chOff x="4589514" y="3415886"/>
            <a:chExt cx="2553380" cy="1336551"/>
          </a:xfrm>
        </p:grpSpPr>
        <p:sp>
          <p:nvSpPr>
            <p:cNvPr id="4770" name="Google Shape;4770;p71"/>
            <p:cNvSpPr/>
            <p:nvPr/>
          </p:nvSpPr>
          <p:spPr>
            <a:xfrm>
              <a:off x="4589514" y="3603266"/>
              <a:ext cx="2540238" cy="1136030"/>
            </a:xfrm>
            <a:custGeom>
              <a:rect b="b" l="l" r="r" t="t"/>
              <a:pathLst>
                <a:path extrusionOk="0" h="20401" w="45618">
                  <a:moveTo>
                    <a:pt x="0" y="1"/>
                  </a:moveTo>
                  <a:lnTo>
                    <a:pt x="0" y="19993"/>
                  </a:lnTo>
                  <a:cubicBezTo>
                    <a:pt x="0" y="20218"/>
                    <a:pt x="183" y="20401"/>
                    <a:pt x="408" y="20401"/>
                  </a:cubicBezTo>
                  <a:lnTo>
                    <a:pt x="45210" y="20401"/>
                  </a:lnTo>
                  <a:cubicBezTo>
                    <a:pt x="45435" y="20401"/>
                    <a:pt x="45618" y="20218"/>
                    <a:pt x="45618" y="19993"/>
                  </a:cubicBezTo>
                  <a:lnTo>
                    <a:pt x="456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4589514" y="3415886"/>
              <a:ext cx="2540238" cy="187436"/>
            </a:xfrm>
            <a:custGeom>
              <a:rect b="b" l="l" r="r" t="t"/>
              <a:pathLst>
                <a:path extrusionOk="0" h="3366" w="45618">
                  <a:moveTo>
                    <a:pt x="1352" y="0"/>
                  </a:moveTo>
                  <a:cubicBezTo>
                    <a:pt x="605" y="0"/>
                    <a:pt x="0" y="606"/>
                    <a:pt x="0" y="1352"/>
                  </a:cubicBezTo>
                  <a:lnTo>
                    <a:pt x="0" y="3366"/>
                  </a:lnTo>
                  <a:lnTo>
                    <a:pt x="45618" y="3366"/>
                  </a:lnTo>
                  <a:lnTo>
                    <a:pt x="45618" y="1352"/>
                  </a:lnTo>
                  <a:cubicBezTo>
                    <a:pt x="45618" y="606"/>
                    <a:pt x="45013" y="0"/>
                    <a:pt x="44265" y="0"/>
                  </a:cubicBezTo>
                  <a:lnTo>
                    <a:pt x="43316" y="0"/>
                  </a:lnTo>
                  <a:cubicBezTo>
                    <a:pt x="43316" y="518"/>
                    <a:pt x="42896" y="940"/>
                    <a:pt x="42378" y="940"/>
                  </a:cubicBezTo>
                  <a:cubicBezTo>
                    <a:pt x="41861" y="940"/>
                    <a:pt x="41441" y="518"/>
                    <a:pt x="41441" y="0"/>
                  </a:cubicBezTo>
                  <a:lnTo>
                    <a:pt x="40305" y="0"/>
                  </a:lnTo>
                  <a:cubicBezTo>
                    <a:pt x="40305" y="518"/>
                    <a:pt x="39885" y="940"/>
                    <a:pt x="39367" y="940"/>
                  </a:cubicBezTo>
                  <a:cubicBezTo>
                    <a:pt x="38850" y="940"/>
                    <a:pt x="38430" y="518"/>
                    <a:pt x="38430" y="0"/>
                  </a:cubicBezTo>
                  <a:lnTo>
                    <a:pt x="37294" y="0"/>
                  </a:lnTo>
                  <a:cubicBezTo>
                    <a:pt x="37294" y="518"/>
                    <a:pt x="36874" y="940"/>
                    <a:pt x="36357" y="940"/>
                  </a:cubicBezTo>
                  <a:cubicBezTo>
                    <a:pt x="35839" y="940"/>
                    <a:pt x="35419" y="518"/>
                    <a:pt x="35419" y="0"/>
                  </a:cubicBezTo>
                  <a:lnTo>
                    <a:pt x="34283" y="0"/>
                  </a:lnTo>
                  <a:cubicBezTo>
                    <a:pt x="34283" y="518"/>
                    <a:pt x="33863" y="940"/>
                    <a:pt x="33346" y="940"/>
                  </a:cubicBezTo>
                  <a:cubicBezTo>
                    <a:pt x="32828" y="940"/>
                    <a:pt x="32408" y="518"/>
                    <a:pt x="32408" y="0"/>
                  </a:cubicBezTo>
                  <a:lnTo>
                    <a:pt x="31274" y="0"/>
                  </a:lnTo>
                  <a:cubicBezTo>
                    <a:pt x="31274" y="518"/>
                    <a:pt x="30852" y="940"/>
                    <a:pt x="30335" y="940"/>
                  </a:cubicBezTo>
                  <a:cubicBezTo>
                    <a:pt x="29819" y="940"/>
                    <a:pt x="29398" y="518"/>
                    <a:pt x="29398" y="0"/>
                  </a:cubicBezTo>
                  <a:lnTo>
                    <a:pt x="28263" y="0"/>
                  </a:lnTo>
                  <a:cubicBezTo>
                    <a:pt x="28263" y="518"/>
                    <a:pt x="27842" y="940"/>
                    <a:pt x="27324" y="940"/>
                  </a:cubicBezTo>
                  <a:cubicBezTo>
                    <a:pt x="26809" y="940"/>
                    <a:pt x="26387" y="518"/>
                    <a:pt x="26387" y="0"/>
                  </a:cubicBezTo>
                  <a:lnTo>
                    <a:pt x="25253" y="0"/>
                  </a:lnTo>
                  <a:cubicBezTo>
                    <a:pt x="25253" y="518"/>
                    <a:pt x="24831" y="940"/>
                    <a:pt x="24313" y="940"/>
                  </a:cubicBezTo>
                  <a:cubicBezTo>
                    <a:pt x="23798" y="940"/>
                    <a:pt x="23376" y="518"/>
                    <a:pt x="23376" y="0"/>
                  </a:cubicBezTo>
                  <a:lnTo>
                    <a:pt x="22242" y="0"/>
                  </a:lnTo>
                  <a:cubicBezTo>
                    <a:pt x="22242" y="518"/>
                    <a:pt x="21820" y="940"/>
                    <a:pt x="21303" y="940"/>
                  </a:cubicBezTo>
                  <a:cubicBezTo>
                    <a:pt x="20787" y="940"/>
                    <a:pt x="20365" y="518"/>
                    <a:pt x="20365" y="0"/>
                  </a:cubicBezTo>
                  <a:lnTo>
                    <a:pt x="19231" y="0"/>
                  </a:lnTo>
                  <a:cubicBezTo>
                    <a:pt x="19231" y="518"/>
                    <a:pt x="18809" y="940"/>
                    <a:pt x="18292" y="940"/>
                  </a:cubicBezTo>
                  <a:cubicBezTo>
                    <a:pt x="17776" y="940"/>
                    <a:pt x="17354" y="518"/>
                    <a:pt x="17354" y="0"/>
                  </a:cubicBezTo>
                  <a:lnTo>
                    <a:pt x="16220" y="0"/>
                  </a:lnTo>
                  <a:cubicBezTo>
                    <a:pt x="16220" y="518"/>
                    <a:pt x="15799" y="940"/>
                    <a:pt x="15281" y="940"/>
                  </a:cubicBezTo>
                  <a:cubicBezTo>
                    <a:pt x="14765" y="940"/>
                    <a:pt x="14344" y="518"/>
                    <a:pt x="14344" y="0"/>
                  </a:cubicBezTo>
                  <a:lnTo>
                    <a:pt x="13210" y="0"/>
                  </a:lnTo>
                  <a:cubicBezTo>
                    <a:pt x="13210" y="518"/>
                    <a:pt x="12790" y="940"/>
                    <a:pt x="12272" y="940"/>
                  </a:cubicBezTo>
                  <a:cubicBezTo>
                    <a:pt x="11755" y="940"/>
                    <a:pt x="11335" y="518"/>
                    <a:pt x="11335" y="0"/>
                  </a:cubicBezTo>
                  <a:lnTo>
                    <a:pt x="10199" y="0"/>
                  </a:lnTo>
                  <a:cubicBezTo>
                    <a:pt x="10199" y="518"/>
                    <a:pt x="9779" y="940"/>
                    <a:pt x="9261" y="940"/>
                  </a:cubicBezTo>
                  <a:cubicBezTo>
                    <a:pt x="8744" y="940"/>
                    <a:pt x="8324" y="518"/>
                    <a:pt x="8324" y="0"/>
                  </a:cubicBezTo>
                  <a:lnTo>
                    <a:pt x="7188" y="0"/>
                  </a:lnTo>
                  <a:cubicBezTo>
                    <a:pt x="7188" y="518"/>
                    <a:pt x="6768" y="940"/>
                    <a:pt x="6251" y="940"/>
                  </a:cubicBezTo>
                  <a:cubicBezTo>
                    <a:pt x="5733" y="940"/>
                    <a:pt x="5313" y="518"/>
                    <a:pt x="5313" y="0"/>
                  </a:cubicBezTo>
                  <a:lnTo>
                    <a:pt x="4179" y="0"/>
                  </a:lnTo>
                  <a:cubicBezTo>
                    <a:pt x="4179" y="518"/>
                    <a:pt x="3757" y="940"/>
                    <a:pt x="3242" y="940"/>
                  </a:cubicBezTo>
                  <a:cubicBezTo>
                    <a:pt x="2724" y="940"/>
                    <a:pt x="2302" y="518"/>
                    <a:pt x="2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6834455" y="4423562"/>
              <a:ext cx="308439" cy="328876"/>
            </a:xfrm>
            <a:custGeom>
              <a:rect b="b" l="l" r="r" t="t"/>
              <a:pathLst>
                <a:path extrusionOk="0" h="5906" w="5539">
                  <a:moveTo>
                    <a:pt x="5303" y="1"/>
                  </a:moveTo>
                  <a:cubicBezTo>
                    <a:pt x="5171" y="1"/>
                    <a:pt x="5067" y="107"/>
                    <a:pt x="5067" y="238"/>
                  </a:cubicBezTo>
                  <a:lnTo>
                    <a:pt x="5067" y="5262"/>
                  </a:lnTo>
                  <a:cubicBezTo>
                    <a:pt x="5067" y="5356"/>
                    <a:pt x="4989" y="5432"/>
                    <a:pt x="4895" y="5432"/>
                  </a:cubicBezTo>
                  <a:lnTo>
                    <a:pt x="236" y="5432"/>
                  </a:lnTo>
                  <a:cubicBezTo>
                    <a:pt x="105" y="5432"/>
                    <a:pt x="0" y="5539"/>
                    <a:pt x="0" y="5670"/>
                  </a:cubicBezTo>
                  <a:cubicBezTo>
                    <a:pt x="0" y="5799"/>
                    <a:pt x="105" y="5906"/>
                    <a:pt x="236" y="5906"/>
                  </a:cubicBezTo>
                  <a:lnTo>
                    <a:pt x="4895" y="5906"/>
                  </a:lnTo>
                  <a:cubicBezTo>
                    <a:pt x="5249" y="5906"/>
                    <a:pt x="5538" y="5617"/>
                    <a:pt x="5538" y="5262"/>
                  </a:cubicBezTo>
                  <a:lnTo>
                    <a:pt x="5538" y="238"/>
                  </a:lnTo>
                  <a:cubicBezTo>
                    <a:pt x="5538" y="107"/>
                    <a:pt x="5434" y="1"/>
                    <a:pt x="5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71"/>
          <p:cNvGrpSpPr/>
          <p:nvPr/>
        </p:nvGrpSpPr>
        <p:grpSpPr>
          <a:xfrm>
            <a:off x="5587810" y="3100154"/>
            <a:ext cx="1099620" cy="1017663"/>
            <a:chOff x="2977489" y="3443673"/>
            <a:chExt cx="1429935" cy="1323187"/>
          </a:xfrm>
        </p:grpSpPr>
        <p:sp>
          <p:nvSpPr>
            <p:cNvPr id="4774" name="Google Shape;4774;p71"/>
            <p:cNvSpPr/>
            <p:nvPr/>
          </p:nvSpPr>
          <p:spPr>
            <a:xfrm>
              <a:off x="3068478" y="3443673"/>
              <a:ext cx="1338946" cy="1309990"/>
            </a:xfrm>
            <a:custGeom>
              <a:rect b="b" l="l" r="r" t="t"/>
              <a:pathLst>
                <a:path extrusionOk="0" h="23525" w="24045">
                  <a:moveTo>
                    <a:pt x="13908" y="1"/>
                  </a:moveTo>
                  <a:cubicBezTo>
                    <a:pt x="13335" y="1"/>
                    <a:pt x="12758" y="219"/>
                    <a:pt x="12313" y="653"/>
                  </a:cubicBezTo>
                  <a:lnTo>
                    <a:pt x="918" y="11784"/>
                  </a:lnTo>
                  <a:cubicBezTo>
                    <a:pt x="0" y="12682"/>
                    <a:pt x="4" y="14146"/>
                    <a:pt x="927" y="15002"/>
                  </a:cubicBezTo>
                  <a:lnTo>
                    <a:pt x="9495" y="22941"/>
                  </a:lnTo>
                  <a:cubicBezTo>
                    <a:pt x="9917" y="23332"/>
                    <a:pt x="10453" y="23524"/>
                    <a:pt x="10992" y="23524"/>
                  </a:cubicBezTo>
                  <a:cubicBezTo>
                    <a:pt x="11608" y="23524"/>
                    <a:pt x="12227" y="23272"/>
                    <a:pt x="12680" y="22778"/>
                  </a:cubicBezTo>
                  <a:lnTo>
                    <a:pt x="23227" y="11250"/>
                  </a:lnTo>
                  <a:cubicBezTo>
                    <a:pt x="24044" y="10357"/>
                    <a:pt x="24019" y="8994"/>
                    <a:pt x="23170" y="8165"/>
                  </a:cubicBezTo>
                  <a:lnTo>
                    <a:pt x="15448" y="623"/>
                  </a:lnTo>
                  <a:cubicBezTo>
                    <a:pt x="15022" y="208"/>
                    <a:pt x="14467" y="1"/>
                    <a:pt x="13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3238874" y="3514393"/>
              <a:ext cx="648118" cy="654633"/>
            </a:xfrm>
            <a:custGeom>
              <a:rect b="b" l="l" r="r" t="t"/>
              <a:pathLst>
                <a:path extrusionOk="0" h="11756" w="11639">
                  <a:moveTo>
                    <a:pt x="11378" y="1"/>
                  </a:moveTo>
                  <a:cubicBezTo>
                    <a:pt x="11317" y="1"/>
                    <a:pt x="11256" y="24"/>
                    <a:pt x="11209" y="71"/>
                  </a:cubicBezTo>
                  <a:lnTo>
                    <a:pt x="93" y="11354"/>
                  </a:lnTo>
                  <a:cubicBezTo>
                    <a:pt x="1" y="11446"/>
                    <a:pt x="3" y="11596"/>
                    <a:pt x="95" y="11687"/>
                  </a:cubicBezTo>
                  <a:cubicBezTo>
                    <a:pt x="141" y="11733"/>
                    <a:pt x="201" y="11756"/>
                    <a:pt x="261" y="11756"/>
                  </a:cubicBezTo>
                  <a:cubicBezTo>
                    <a:pt x="321" y="11756"/>
                    <a:pt x="384" y="11731"/>
                    <a:pt x="430" y="11685"/>
                  </a:cubicBezTo>
                  <a:lnTo>
                    <a:pt x="11546" y="404"/>
                  </a:lnTo>
                  <a:cubicBezTo>
                    <a:pt x="11638" y="310"/>
                    <a:pt x="11636" y="161"/>
                    <a:pt x="11544" y="69"/>
                  </a:cubicBezTo>
                  <a:cubicBezTo>
                    <a:pt x="11498" y="23"/>
                    <a:pt x="11438" y="1"/>
                    <a:pt x="11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2977489" y="3920002"/>
              <a:ext cx="308829" cy="316736"/>
            </a:xfrm>
            <a:custGeom>
              <a:rect b="b" l="l" r="r" t="t"/>
              <a:pathLst>
                <a:path extrusionOk="0" h="5688" w="5546">
                  <a:moveTo>
                    <a:pt x="3034" y="0"/>
                  </a:moveTo>
                  <a:cubicBezTo>
                    <a:pt x="2963" y="0"/>
                    <a:pt x="2892" y="3"/>
                    <a:pt x="2820" y="8"/>
                  </a:cubicBezTo>
                  <a:cubicBezTo>
                    <a:pt x="1213" y="123"/>
                    <a:pt x="0" y="1523"/>
                    <a:pt x="116" y="3130"/>
                  </a:cubicBezTo>
                  <a:cubicBezTo>
                    <a:pt x="202" y="4337"/>
                    <a:pt x="1014" y="5321"/>
                    <a:pt x="2095" y="5688"/>
                  </a:cubicBezTo>
                  <a:cubicBezTo>
                    <a:pt x="2026" y="5526"/>
                    <a:pt x="1992" y="5342"/>
                    <a:pt x="1983" y="5149"/>
                  </a:cubicBezTo>
                  <a:cubicBezTo>
                    <a:pt x="1204" y="4780"/>
                    <a:pt x="638" y="4017"/>
                    <a:pt x="571" y="3097"/>
                  </a:cubicBezTo>
                  <a:cubicBezTo>
                    <a:pt x="474" y="1743"/>
                    <a:pt x="1498" y="561"/>
                    <a:pt x="2852" y="463"/>
                  </a:cubicBezTo>
                  <a:cubicBezTo>
                    <a:pt x="2912" y="459"/>
                    <a:pt x="2972" y="457"/>
                    <a:pt x="3031" y="457"/>
                  </a:cubicBezTo>
                  <a:cubicBezTo>
                    <a:pt x="3965" y="457"/>
                    <a:pt x="4794" y="987"/>
                    <a:pt x="5209" y="1777"/>
                  </a:cubicBezTo>
                  <a:cubicBezTo>
                    <a:pt x="5319" y="1661"/>
                    <a:pt x="5430" y="1550"/>
                    <a:pt x="5545" y="1440"/>
                  </a:cubicBezTo>
                  <a:cubicBezTo>
                    <a:pt x="5034" y="573"/>
                    <a:pt x="4090" y="0"/>
                    <a:pt x="3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3120989" y="3765476"/>
              <a:ext cx="300810" cy="286221"/>
            </a:xfrm>
            <a:custGeom>
              <a:rect b="b" l="l" r="r" t="t"/>
              <a:pathLst>
                <a:path extrusionOk="0" h="5140" w="5402">
                  <a:moveTo>
                    <a:pt x="3028" y="1"/>
                  </a:moveTo>
                  <a:cubicBezTo>
                    <a:pt x="2959" y="1"/>
                    <a:pt x="2889" y="3"/>
                    <a:pt x="2819" y="8"/>
                  </a:cubicBezTo>
                  <a:cubicBezTo>
                    <a:pt x="1212" y="125"/>
                    <a:pt x="0" y="1525"/>
                    <a:pt x="115" y="3132"/>
                  </a:cubicBezTo>
                  <a:cubicBezTo>
                    <a:pt x="174" y="3942"/>
                    <a:pt x="558" y="4651"/>
                    <a:pt x="1131" y="5140"/>
                  </a:cubicBezTo>
                  <a:cubicBezTo>
                    <a:pt x="1143" y="5129"/>
                    <a:pt x="1154" y="5120"/>
                    <a:pt x="1164" y="5110"/>
                  </a:cubicBezTo>
                  <a:cubicBezTo>
                    <a:pt x="1233" y="5041"/>
                    <a:pt x="1303" y="4975"/>
                    <a:pt x="1373" y="4911"/>
                  </a:cubicBezTo>
                  <a:cubicBezTo>
                    <a:pt x="1405" y="4883"/>
                    <a:pt x="1437" y="4855"/>
                    <a:pt x="1469" y="4826"/>
                  </a:cubicBezTo>
                  <a:cubicBezTo>
                    <a:pt x="964" y="4412"/>
                    <a:pt x="622" y="3800"/>
                    <a:pt x="571" y="3099"/>
                  </a:cubicBezTo>
                  <a:cubicBezTo>
                    <a:pt x="473" y="1745"/>
                    <a:pt x="1498" y="563"/>
                    <a:pt x="2851" y="465"/>
                  </a:cubicBezTo>
                  <a:cubicBezTo>
                    <a:pt x="2912" y="461"/>
                    <a:pt x="2972" y="459"/>
                    <a:pt x="3031" y="459"/>
                  </a:cubicBezTo>
                  <a:cubicBezTo>
                    <a:pt x="3789" y="459"/>
                    <a:pt x="4477" y="808"/>
                    <a:pt x="4932" y="1364"/>
                  </a:cubicBezTo>
                  <a:cubicBezTo>
                    <a:pt x="4974" y="1330"/>
                    <a:pt x="5017" y="1296"/>
                    <a:pt x="5061" y="1264"/>
                  </a:cubicBezTo>
                  <a:cubicBezTo>
                    <a:pt x="5115" y="1224"/>
                    <a:pt x="5170" y="1207"/>
                    <a:pt x="5221" y="1207"/>
                  </a:cubicBezTo>
                  <a:cubicBezTo>
                    <a:pt x="5270" y="1207"/>
                    <a:pt x="5317" y="1223"/>
                    <a:pt x="5357" y="1248"/>
                  </a:cubicBezTo>
                  <a:cubicBezTo>
                    <a:pt x="5359" y="1247"/>
                    <a:pt x="5362" y="1245"/>
                    <a:pt x="5364" y="1243"/>
                  </a:cubicBezTo>
                  <a:cubicBezTo>
                    <a:pt x="5377" y="1236"/>
                    <a:pt x="5389" y="1229"/>
                    <a:pt x="5401" y="1224"/>
                  </a:cubicBezTo>
                  <a:cubicBezTo>
                    <a:pt x="4867" y="479"/>
                    <a:pt x="3995" y="1"/>
                    <a:pt x="3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3264044" y="3606496"/>
              <a:ext cx="308940" cy="291678"/>
            </a:xfrm>
            <a:custGeom>
              <a:rect b="b" l="l" r="r" t="t"/>
              <a:pathLst>
                <a:path extrusionOk="0" h="5238" w="5548">
                  <a:moveTo>
                    <a:pt x="3030" y="1"/>
                  </a:moveTo>
                  <a:cubicBezTo>
                    <a:pt x="2961" y="1"/>
                    <a:pt x="2890" y="3"/>
                    <a:pt x="2820" y="8"/>
                  </a:cubicBezTo>
                  <a:cubicBezTo>
                    <a:pt x="1215" y="123"/>
                    <a:pt x="1" y="1525"/>
                    <a:pt x="118" y="3131"/>
                  </a:cubicBezTo>
                  <a:cubicBezTo>
                    <a:pt x="180" y="3995"/>
                    <a:pt x="614" y="4747"/>
                    <a:pt x="1252" y="5238"/>
                  </a:cubicBezTo>
                  <a:cubicBezTo>
                    <a:pt x="1353" y="5121"/>
                    <a:pt x="1459" y="5009"/>
                    <a:pt x="1569" y="4901"/>
                  </a:cubicBezTo>
                  <a:cubicBezTo>
                    <a:pt x="1011" y="4488"/>
                    <a:pt x="626" y="3845"/>
                    <a:pt x="573" y="3099"/>
                  </a:cubicBezTo>
                  <a:cubicBezTo>
                    <a:pt x="476" y="1743"/>
                    <a:pt x="1498" y="561"/>
                    <a:pt x="2854" y="464"/>
                  </a:cubicBezTo>
                  <a:cubicBezTo>
                    <a:pt x="2912" y="459"/>
                    <a:pt x="2971" y="457"/>
                    <a:pt x="3029" y="457"/>
                  </a:cubicBezTo>
                  <a:cubicBezTo>
                    <a:pt x="3963" y="457"/>
                    <a:pt x="4793" y="986"/>
                    <a:pt x="5211" y="1777"/>
                  </a:cubicBezTo>
                  <a:cubicBezTo>
                    <a:pt x="5320" y="1661"/>
                    <a:pt x="5432" y="1550"/>
                    <a:pt x="5547" y="1442"/>
                  </a:cubicBezTo>
                  <a:cubicBezTo>
                    <a:pt x="5035" y="574"/>
                    <a:pt x="4089" y="1"/>
                    <a:pt x="3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3408713" y="3452081"/>
              <a:ext cx="322249" cy="298861"/>
            </a:xfrm>
            <a:custGeom>
              <a:rect b="b" l="l" r="r" t="t"/>
              <a:pathLst>
                <a:path extrusionOk="0" h="5367" w="5787">
                  <a:moveTo>
                    <a:pt x="3035" y="0"/>
                  </a:moveTo>
                  <a:cubicBezTo>
                    <a:pt x="1575" y="0"/>
                    <a:pt x="310" y="1096"/>
                    <a:pt x="135" y="2579"/>
                  </a:cubicBezTo>
                  <a:cubicBezTo>
                    <a:pt x="1" y="3715"/>
                    <a:pt x="541" y="4778"/>
                    <a:pt x="1439" y="5367"/>
                  </a:cubicBezTo>
                  <a:cubicBezTo>
                    <a:pt x="1551" y="5264"/>
                    <a:pt x="1663" y="5159"/>
                    <a:pt x="1766" y="5046"/>
                  </a:cubicBezTo>
                  <a:cubicBezTo>
                    <a:pt x="1769" y="5042"/>
                    <a:pt x="1773" y="5039"/>
                    <a:pt x="1776" y="5035"/>
                  </a:cubicBezTo>
                  <a:cubicBezTo>
                    <a:pt x="968" y="4553"/>
                    <a:pt x="472" y="3626"/>
                    <a:pt x="589" y="2632"/>
                  </a:cubicBezTo>
                  <a:cubicBezTo>
                    <a:pt x="737" y="1381"/>
                    <a:pt x="1802" y="458"/>
                    <a:pt x="3034" y="458"/>
                  </a:cubicBezTo>
                  <a:cubicBezTo>
                    <a:pt x="3130" y="458"/>
                    <a:pt x="3227" y="464"/>
                    <a:pt x="3325" y="476"/>
                  </a:cubicBezTo>
                  <a:cubicBezTo>
                    <a:pt x="4326" y="593"/>
                    <a:pt x="5117" y="1300"/>
                    <a:pt x="5393" y="2207"/>
                  </a:cubicBezTo>
                  <a:cubicBezTo>
                    <a:pt x="5521" y="2115"/>
                    <a:pt x="5652" y="2026"/>
                    <a:pt x="5786" y="1941"/>
                  </a:cubicBezTo>
                  <a:cubicBezTo>
                    <a:pt x="5423" y="929"/>
                    <a:pt x="4516" y="155"/>
                    <a:pt x="3378" y="20"/>
                  </a:cubicBezTo>
                  <a:cubicBezTo>
                    <a:pt x="3263" y="7"/>
                    <a:pt x="3148" y="0"/>
                    <a:pt x="3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3243051" y="3981590"/>
              <a:ext cx="80855" cy="78015"/>
            </a:xfrm>
            <a:custGeom>
              <a:rect b="b" l="l" r="r" t="t"/>
              <a:pathLst>
                <a:path extrusionOk="0" h="1401" w="1452">
                  <a:moveTo>
                    <a:pt x="725" y="1"/>
                  </a:moveTo>
                  <a:cubicBezTo>
                    <a:pt x="708" y="1"/>
                    <a:pt x="692" y="1"/>
                    <a:pt x="675" y="3"/>
                  </a:cubicBezTo>
                  <a:cubicBezTo>
                    <a:pt x="291" y="31"/>
                    <a:pt x="0" y="366"/>
                    <a:pt x="29" y="752"/>
                  </a:cubicBezTo>
                  <a:cubicBezTo>
                    <a:pt x="54" y="1119"/>
                    <a:pt x="360" y="1401"/>
                    <a:pt x="724" y="1401"/>
                  </a:cubicBezTo>
                  <a:cubicBezTo>
                    <a:pt x="742" y="1401"/>
                    <a:pt x="759" y="1400"/>
                    <a:pt x="776" y="1399"/>
                  </a:cubicBezTo>
                  <a:cubicBezTo>
                    <a:pt x="1163" y="1372"/>
                    <a:pt x="1452" y="1037"/>
                    <a:pt x="1425" y="651"/>
                  </a:cubicBezTo>
                  <a:cubicBezTo>
                    <a:pt x="1398" y="281"/>
                    <a:pt x="1090" y="1"/>
                    <a:pt x="7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3388277" y="3821161"/>
              <a:ext cx="80966" cy="78015"/>
            </a:xfrm>
            <a:custGeom>
              <a:rect b="b" l="l" r="r" t="t"/>
              <a:pathLst>
                <a:path extrusionOk="0" h="1401" w="1454">
                  <a:moveTo>
                    <a:pt x="729" y="0"/>
                  </a:moveTo>
                  <a:cubicBezTo>
                    <a:pt x="712" y="0"/>
                    <a:pt x="695" y="1"/>
                    <a:pt x="678" y="2"/>
                  </a:cubicBezTo>
                  <a:cubicBezTo>
                    <a:pt x="291" y="30"/>
                    <a:pt x="1" y="365"/>
                    <a:pt x="29" y="750"/>
                  </a:cubicBezTo>
                  <a:cubicBezTo>
                    <a:pt x="56" y="1119"/>
                    <a:pt x="363" y="1400"/>
                    <a:pt x="725" y="1400"/>
                  </a:cubicBezTo>
                  <a:cubicBezTo>
                    <a:pt x="742" y="1400"/>
                    <a:pt x="760" y="1400"/>
                    <a:pt x="777" y="1399"/>
                  </a:cubicBezTo>
                  <a:cubicBezTo>
                    <a:pt x="1163" y="1370"/>
                    <a:pt x="1454" y="1035"/>
                    <a:pt x="1425" y="651"/>
                  </a:cubicBezTo>
                  <a:cubicBezTo>
                    <a:pt x="1398" y="282"/>
                    <a:pt x="1092" y="0"/>
                    <a:pt x="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1"/>
            <p:cNvSpPr/>
            <p:nvPr/>
          </p:nvSpPr>
          <p:spPr>
            <a:xfrm>
              <a:off x="3538682" y="3678051"/>
              <a:ext cx="80855" cy="78015"/>
            </a:xfrm>
            <a:custGeom>
              <a:rect b="b" l="l" r="r" t="t"/>
              <a:pathLst>
                <a:path extrusionOk="0" h="1401" w="1452">
                  <a:moveTo>
                    <a:pt x="728" y="1"/>
                  </a:moveTo>
                  <a:cubicBezTo>
                    <a:pt x="710" y="1"/>
                    <a:pt x="693" y="1"/>
                    <a:pt x="676" y="3"/>
                  </a:cubicBezTo>
                  <a:cubicBezTo>
                    <a:pt x="289" y="29"/>
                    <a:pt x="0" y="364"/>
                    <a:pt x="27" y="750"/>
                  </a:cubicBezTo>
                  <a:cubicBezTo>
                    <a:pt x="54" y="1119"/>
                    <a:pt x="362" y="1401"/>
                    <a:pt x="728" y="1401"/>
                  </a:cubicBezTo>
                  <a:cubicBezTo>
                    <a:pt x="744" y="1401"/>
                    <a:pt x="760" y="1400"/>
                    <a:pt x="777" y="1399"/>
                  </a:cubicBezTo>
                  <a:cubicBezTo>
                    <a:pt x="1161" y="1371"/>
                    <a:pt x="1452" y="1036"/>
                    <a:pt x="1423" y="649"/>
                  </a:cubicBezTo>
                  <a:cubicBezTo>
                    <a:pt x="1398" y="282"/>
                    <a:pt x="1091" y="1"/>
                    <a:pt x="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1"/>
            <p:cNvSpPr/>
            <p:nvPr/>
          </p:nvSpPr>
          <p:spPr>
            <a:xfrm>
              <a:off x="3677394" y="3546634"/>
              <a:ext cx="80910" cy="78015"/>
            </a:xfrm>
            <a:custGeom>
              <a:rect b="b" l="l" r="r" t="t"/>
              <a:pathLst>
                <a:path extrusionOk="0" h="1401" w="1453">
                  <a:moveTo>
                    <a:pt x="728" y="0"/>
                  </a:moveTo>
                  <a:cubicBezTo>
                    <a:pt x="711" y="0"/>
                    <a:pt x="694" y="1"/>
                    <a:pt x="676" y="2"/>
                  </a:cubicBezTo>
                  <a:cubicBezTo>
                    <a:pt x="292" y="29"/>
                    <a:pt x="1" y="365"/>
                    <a:pt x="29" y="750"/>
                  </a:cubicBezTo>
                  <a:cubicBezTo>
                    <a:pt x="55" y="1120"/>
                    <a:pt x="364" y="1400"/>
                    <a:pt x="728" y="1400"/>
                  </a:cubicBezTo>
                  <a:cubicBezTo>
                    <a:pt x="744" y="1400"/>
                    <a:pt x="761" y="1400"/>
                    <a:pt x="777" y="1399"/>
                  </a:cubicBezTo>
                  <a:cubicBezTo>
                    <a:pt x="1163" y="1370"/>
                    <a:pt x="1452" y="1035"/>
                    <a:pt x="1426" y="649"/>
                  </a:cubicBezTo>
                  <a:cubicBezTo>
                    <a:pt x="1399" y="282"/>
                    <a:pt x="1092" y="0"/>
                    <a:pt x="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3800068" y="3905357"/>
              <a:ext cx="77736" cy="69551"/>
            </a:xfrm>
            <a:custGeom>
              <a:rect b="b" l="l" r="r" t="t"/>
              <a:pathLst>
                <a:path extrusionOk="0" h="1249" w="1396">
                  <a:moveTo>
                    <a:pt x="699" y="1"/>
                  </a:moveTo>
                  <a:cubicBezTo>
                    <a:pt x="524" y="1"/>
                    <a:pt x="351" y="74"/>
                    <a:pt x="227" y="216"/>
                  </a:cubicBezTo>
                  <a:cubicBezTo>
                    <a:pt x="1" y="477"/>
                    <a:pt x="29" y="870"/>
                    <a:pt x="289" y="1095"/>
                  </a:cubicBezTo>
                  <a:cubicBezTo>
                    <a:pt x="408" y="1198"/>
                    <a:pt x="554" y="1248"/>
                    <a:pt x="699" y="1248"/>
                  </a:cubicBezTo>
                  <a:cubicBezTo>
                    <a:pt x="874" y="1248"/>
                    <a:pt x="1047" y="1175"/>
                    <a:pt x="1170" y="1033"/>
                  </a:cubicBezTo>
                  <a:cubicBezTo>
                    <a:pt x="1395" y="773"/>
                    <a:pt x="1367" y="377"/>
                    <a:pt x="1106" y="152"/>
                  </a:cubicBezTo>
                  <a:cubicBezTo>
                    <a:pt x="988" y="50"/>
                    <a:pt x="843" y="1"/>
                    <a:pt x="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1"/>
            <p:cNvSpPr/>
            <p:nvPr/>
          </p:nvSpPr>
          <p:spPr>
            <a:xfrm>
              <a:off x="3937721" y="4024467"/>
              <a:ext cx="77736" cy="69551"/>
            </a:xfrm>
            <a:custGeom>
              <a:rect b="b" l="l" r="r" t="t"/>
              <a:pathLst>
                <a:path extrusionOk="0" h="1249" w="1396">
                  <a:moveTo>
                    <a:pt x="698" y="1"/>
                  </a:moveTo>
                  <a:cubicBezTo>
                    <a:pt x="524" y="1"/>
                    <a:pt x="350" y="74"/>
                    <a:pt x="228" y="216"/>
                  </a:cubicBezTo>
                  <a:cubicBezTo>
                    <a:pt x="1" y="477"/>
                    <a:pt x="29" y="872"/>
                    <a:pt x="290" y="1097"/>
                  </a:cubicBezTo>
                  <a:cubicBezTo>
                    <a:pt x="407" y="1199"/>
                    <a:pt x="553" y="1249"/>
                    <a:pt x="698" y="1249"/>
                  </a:cubicBezTo>
                  <a:cubicBezTo>
                    <a:pt x="873" y="1249"/>
                    <a:pt x="1047" y="1176"/>
                    <a:pt x="1170" y="1033"/>
                  </a:cubicBezTo>
                  <a:cubicBezTo>
                    <a:pt x="1395" y="772"/>
                    <a:pt x="1367" y="379"/>
                    <a:pt x="1106" y="154"/>
                  </a:cubicBezTo>
                  <a:cubicBezTo>
                    <a:pt x="988" y="51"/>
                    <a:pt x="843" y="1"/>
                    <a:pt x="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1"/>
            <p:cNvSpPr/>
            <p:nvPr/>
          </p:nvSpPr>
          <p:spPr>
            <a:xfrm>
              <a:off x="3854249" y="3990165"/>
              <a:ext cx="63704" cy="55629"/>
            </a:xfrm>
            <a:custGeom>
              <a:rect b="b" l="l" r="r" t="t"/>
              <a:pathLst>
                <a:path extrusionOk="0" fill="none" h="999" w="1144">
                  <a:moveTo>
                    <a:pt x="61" y="1"/>
                  </a:moveTo>
                  <a:cubicBezTo>
                    <a:pt x="1" y="283"/>
                    <a:pt x="109" y="593"/>
                    <a:pt x="332" y="774"/>
                  </a:cubicBezTo>
                  <a:cubicBezTo>
                    <a:pt x="555" y="956"/>
                    <a:pt x="881" y="999"/>
                    <a:pt x="1144" y="882"/>
                  </a:cubicBezTo>
                </a:path>
              </a:pathLst>
            </a:custGeom>
            <a:noFill/>
            <a:ln cap="rnd" cmpd="sng" w="8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3729403" y="3956754"/>
              <a:ext cx="79128" cy="70776"/>
            </a:xfrm>
            <a:custGeom>
              <a:rect b="b" l="l" r="r" t="t"/>
              <a:pathLst>
                <a:path extrusionOk="0" h="1271" w="1421">
                  <a:moveTo>
                    <a:pt x="711" y="0"/>
                  </a:moveTo>
                  <a:cubicBezTo>
                    <a:pt x="533" y="0"/>
                    <a:pt x="356" y="74"/>
                    <a:pt x="229" y="220"/>
                  </a:cubicBezTo>
                  <a:cubicBezTo>
                    <a:pt x="1" y="484"/>
                    <a:pt x="29" y="886"/>
                    <a:pt x="295" y="1115"/>
                  </a:cubicBezTo>
                  <a:cubicBezTo>
                    <a:pt x="414" y="1219"/>
                    <a:pt x="562" y="1270"/>
                    <a:pt x="710" y="1270"/>
                  </a:cubicBezTo>
                  <a:cubicBezTo>
                    <a:pt x="888" y="1270"/>
                    <a:pt x="1065" y="1196"/>
                    <a:pt x="1190" y="1051"/>
                  </a:cubicBezTo>
                  <a:cubicBezTo>
                    <a:pt x="1420" y="785"/>
                    <a:pt x="1392" y="385"/>
                    <a:pt x="1126" y="154"/>
                  </a:cubicBezTo>
                  <a:cubicBezTo>
                    <a:pt x="1006" y="51"/>
                    <a:pt x="858" y="0"/>
                    <a:pt x="7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1"/>
            <p:cNvSpPr/>
            <p:nvPr/>
          </p:nvSpPr>
          <p:spPr>
            <a:xfrm>
              <a:off x="3885544" y="4102705"/>
              <a:ext cx="79073" cy="70720"/>
            </a:xfrm>
            <a:custGeom>
              <a:rect b="b" l="l" r="r" t="t"/>
              <a:pathLst>
                <a:path extrusionOk="0" h="1270" w="1420">
                  <a:moveTo>
                    <a:pt x="710" y="0"/>
                  </a:moveTo>
                  <a:cubicBezTo>
                    <a:pt x="532" y="0"/>
                    <a:pt x="355" y="74"/>
                    <a:pt x="229" y="220"/>
                  </a:cubicBezTo>
                  <a:cubicBezTo>
                    <a:pt x="0" y="484"/>
                    <a:pt x="29" y="886"/>
                    <a:pt x="294" y="1115"/>
                  </a:cubicBezTo>
                  <a:cubicBezTo>
                    <a:pt x="414" y="1219"/>
                    <a:pt x="562" y="1270"/>
                    <a:pt x="709" y="1270"/>
                  </a:cubicBezTo>
                  <a:cubicBezTo>
                    <a:pt x="887" y="1270"/>
                    <a:pt x="1064" y="1196"/>
                    <a:pt x="1189" y="1051"/>
                  </a:cubicBezTo>
                  <a:cubicBezTo>
                    <a:pt x="1420" y="785"/>
                    <a:pt x="1390" y="385"/>
                    <a:pt x="1126" y="154"/>
                  </a:cubicBezTo>
                  <a:cubicBezTo>
                    <a:pt x="1005" y="51"/>
                    <a:pt x="857" y="0"/>
                    <a:pt x="7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1"/>
            <p:cNvSpPr/>
            <p:nvPr/>
          </p:nvSpPr>
          <p:spPr>
            <a:xfrm>
              <a:off x="3582562" y="4056987"/>
              <a:ext cx="793957" cy="709872"/>
            </a:xfrm>
            <a:custGeom>
              <a:rect b="b" l="l" r="r" t="t"/>
              <a:pathLst>
                <a:path extrusionOk="0" h="12748" w="14258">
                  <a:moveTo>
                    <a:pt x="13994" y="0"/>
                  </a:moveTo>
                  <a:cubicBezTo>
                    <a:pt x="13930" y="0"/>
                    <a:pt x="13867" y="26"/>
                    <a:pt x="13820" y="77"/>
                  </a:cubicBezTo>
                  <a:lnTo>
                    <a:pt x="3272" y="11604"/>
                  </a:lnTo>
                  <a:cubicBezTo>
                    <a:pt x="2900" y="12012"/>
                    <a:pt x="2391" y="12249"/>
                    <a:pt x="1844" y="12272"/>
                  </a:cubicBezTo>
                  <a:cubicBezTo>
                    <a:pt x="1816" y="12274"/>
                    <a:pt x="1788" y="12274"/>
                    <a:pt x="1761" y="12274"/>
                  </a:cubicBezTo>
                  <a:cubicBezTo>
                    <a:pt x="1260" y="12274"/>
                    <a:pt x="789" y="12092"/>
                    <a:pt x="424" y="11755"/>
                  </a:cubicBezTo>
                  <a:cubicBezTo>
                    <a:pt x="379" y="11713"/>
                    <a:pt x="321" y="11692"/>
                    <a:pt x="264" y="11692"/>
                  </a:cubicBezTo>
                  <a:cubicBezTo>
                    <a:pt x="201" y="11692"/>
                    <a:pt x="138" y="11717"/>
                    <a:pt x="91" y="11767"/>
                  </a:cubicBezTo>
                  <a:cubicBezTo>
                    <a:pt x="1" y="11863"/>
                    <a:pt x="8" y="12012"/>
                    <a:pt x="104" y="12100"/>
                  </a:cubicBezTo>
                  <a:cubicBezTo>
                    <a:pt x="556" y="12520"/>
                    <a:pt x="1139" y="12747"/>
                    <a:pt x="1759" y="12747"/>
                  </a:cubicBezTo>
                  <a:cubicBezTo>
                    <a:pt x="1793" y="12747"/>
                    <a:pt x="1828" y="12746"/>
                    <a:pt x="1863" y="12744"/>
                  </a:cubicBezTo>
                  <a:cubicBezTo>
                    <a:pt x="2539" y="12717"/>
                    <a:pt x="3162" y="12425"/>
                    <a:pt x="3621" y="11923"/>
                  </a:cubicBezTo>
                  <a:lnTo>
                    <a:pt x="14169" y="396"/>
                  </a:lnTo>
                  <a:cubicBezTo>
                    <a:pt x="14257" y="300"/>
                    <a:pt x="14250" y="151"/>
                    <a:pt x="14155" y="63"/>
                  </a:cubicBezTo>
                  <a:cubicBezTo>
                    <a:pt x="14109" y="21"/>
                    <a:pt x="14051" y="0"/>
                    <a:pt x="13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71"/>
          <p:cNvGrpSpPr/>
          <p:nvPr/>
        </p:nvGrpSpPr>
        <p:grpSpPr>
          <a:xfrm>
            <a:off x="3976105" y="2892149"/>
            <a:ext cx="1165722" cy="1225685"/>
            <a:chOff x="4216981" y="2233637"/>
            <a:chExt cx="967805" cy="1017588"/>
          </a:xfrm>
        </p:grpSpPr>
        <p:sp>
          <p:nvSpPr>
            <p:cNvPr id="4791" name="Google Shape;4791;p71"/>
            <p:cNvSpPr/>
            <p:nvPr/>
          </p:nvSpPr>
          <p:spPr>
            <a:xfrm>
              <a:off x="4235524" y="2246835"/>
              <a:ext cx="872417" cy="908612"/>
            </a:xfrm>
            <a:custGeom>
              <a:rect b="b" l="l" r="r" t="t"/>
              <a:pathLst>
                <a:path extrusionOk="0" h="16317" w="15667">
                  <a:moveTo>
                    <a:pt x="3738" y="0"/>
                  </a:moveTo>
                  <a:lnTo>
                    <a:pt x="1" y="3470"/>
                  </a:lnTo>
                  <a:lnTo>
                    <a:pt x="11929" y="16316"/>
                  </a:lnTo>
                  <a:lnTo>
                    <a:pt x="15666" y="12848"/>
                  </a:lnTo>
                  <a:lnTo>
                    <a:pt x="37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1"/>
            <p:cNvSpPr/>
            <p:nvPr/>
          </p:nvSpPr>
          <p:spPr>
            <a:xfrm>
              <a:off x="4911373" y="2979984"/>
              <a:ext cx="273413" cy="271242"/>
            </a:xfrm>
            <a:custGeom>
              <a:rect b="b" l="l" r="r" t="t"/>
              <a:pathLst>
                <a:path extrusionOk="0" h="4871" w="4910">
                  <a:moveTo>
                    <a:pt x="3184" y="1"/>
                  </a:moveTo>
                  <a:lnTo>
                    <a:pt x="3184" y="1"/>
                  </a:lnTo>
                  <a:cubicBezTo>
                    <a:pt x="3184" y="1"/>
                    <a:pt x="3184" y="1"/>
                    <a:pt x="3184" y="1"/>
                  </a:cubicBezTo>
                  <a:lnTo>
                    <a:pt x="3184" y="1"/>
                  </a:lnTo>
                  <a:lnTo>
                    <a:pt x="3184" y="1"/>
                  </a:lnTo>
                  <a:cubicBezTo>
                    <a:pt x="3184" y="1"/>
                    <a:pt x="3184" y="1"/>
                    <a:pt x="3184" y="1"/>
                  </a:cubicBezTo>
                  <a:close/>
                  <a:moveTo>
                    <a:pt x="3184" y="1"/>
                  </a:moveTo>
                  <a:lnTo>
                    <a:pt x="3184" y="1"/>
                  </a:lnTo>
                  <a:cubicBezTo>
                    <a:pt x="3142" y="40"/>
                    <a:pt x="1" y="2955"/>
                    <a:pt x="1" y="2955"/>
                  </a:cubicBezTo>
                  <a:lnTo>
                    <a:pt x="444" y="3432"/>
                  </a:lnTo>
                  <a:lnTo>
                    <a:pt x="4165" y="4871"/>
                  </a:lnTo>
                  <a:lnTo>
                    <a:pt x="4910" y="4180"/>
                  </a:lnTo>
                  <a:lnTo>
                    <a:pt x="3605" y="453"/>
                  </a:lnTo>
                  <a:lnTo>
                    <a:pt x="31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1"/>
            <p:cNvSpPr/>
            <p:nvPr/>
          </p:nvSpPr>
          <p:spPr>
            <a:xfrm>
              <a:off x="4885146" y="2949078"/>
              <a:ext cx="237274" cy="219566"/>
            </a:xfrm>
            <a:custGeom>
              <a:rect b="b" l="l" r="r" t="t"/>
              <a:pathLst>
                <a:path extrusionOk="0" h="3943" w="4261">
                  <a:moveTo>
                    <a:pt x="3999" y="0"/>
                  </a:moveTo>
                  <a:cubicBezTo>
                    <a:pt x="3942" y="0"/>
                    <a:pt x="3884" y="21"/>
                    <a:pt x="3839" y="63"/>
                  </a:cubicBezTo>
                  <a:lnTo>
                    <a:pt x="102" y="3533"/>
                  </a:lnTo>
                  <a:cubicBezTo>
                    <a:pt x="6" y="3622"/>
                    <a:pt x="1" y="3771"/>
                    <a:pt x="89" y="3866"/>
                  </a:cubicBezTo>
                  <a:cubicBezTo>
                    <a:pt x="137" y="3916"/>
                    <a:pt x="199" y="3942"/>
                    <a:pt x="263" y="3942"/>
                  </a:cubicBezTo>
                  <a:cubicBezTo>
                    <a:pt x="320" y="3942"/>
                    <a:pt x="378" y="3921"/>
                    <a:pt x="424" y="3879"/>
                  </a:cubicBezTo>
                  <a:lnTo>
                    <a:pt x="4160" y="409"/>
                  </a:lnTo>
                  <a:cubicBezTo>
                    <a:pt x="4255" y="320"/>
                    <a:pt x="4261" y="171"/>
                    <a:pt x="4172" y="76"/>
                  </a:cubicBezTo>
                  <a:cubicBezTo>
                    <a:pt x="4126" y="26"/>
                    <a:pt x="4063" y="0"/>
                    <a:pt x="3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4761135" y="2821059"/>
              <a:ext cx="237274" cy="219622"/>
            </a:xfrm>
            <a:custGeom>
              <a:rect b="b" l="l" r="r" t="t"/>
              <a:pathLst>
                <a:path extrusionOk="0" h="3944" w="4261">
                  <a:moveTo>
                    <a:pt x="3999" y="1"/>
                  </a:moveTo>
                  <a:cubicBezTo>
                    <a:pt x="3942" y="1"/>
                    <a:pt x="3884" y="22"/>
                    <a:pt x="3838" y="64"/>
                  </a:cubicBezTo>
                  <a:lnTo>
                    <a:pt x="101" y="3534"/>
                  </a:lnTo>
                  <a:cubicBezTo>
                    <a:pt x="5" y="3622"/>
                    <a:pt x="0" y="3771"/>
                    <a:pt x="89" y="3867"/>
                  </a:cubicBezTo>
                  <a:cubicBezTo>
                    <a:pt x="135" y="3918"/>
                    <a:pt x="199" y="3943"/>
                    <a:pt x="262" y="3943"/>
                  </a:cubicBezTo>
                  <a:cubicBezTo>
                    <a:pt x="319" y="3943"/>
                    <a:pt x="377" y="3922"/>
                    <a:pt x="422" y="3879"/>
                  </a:cubicBezTo>
                  <a:lnTo>
                    <a:pt x="4159" y="411"/>
                  </a:lnTo>
                  <a:cubicBezTo>
                    <a:pt x="4255" y="323"/>
                    <a:pt x="4260" y="172"/>
                    <a:pt x="4172" y="76"/>
                  </a:cubicBezTo>
                  <a:cubicBezTo>
                    <a:pt x="4125" y="26"/>
                    <a:pt x="4062" y="1"/>
                    <a:pt x="39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4691251" y="2733967"/>
              <a:ext cx="237274" cy="219455"/>
            </a:xfrm>
            <a:custGeom>
              <a:rect b="b" l="l" r="r" t="t"/>
              <a:pathLst>
                <a:path extrusionOk="0" h="3941" w="4261">
                  <a:moveTo>
                    <a:pt x="3999" y="0"/>
                  </a:moveTo>
                  <a:cubicBezTo>
                    <a:pt x="3942" y="0"/>
                    <a:pt x="3884" y="21"/>
                    <a:pt x="3839" y="63"/>
                  </a:cubicBezTo>
                  <a:lnTo>
                    <a:pt x="101" y="3531"/>
                  </a:lnTo>
                  <a:cubicBezTo>
                    <a:pt x="6" y="3620"/>
                    <a:pt x="0" y="3770"/>
                    <a:pt x="89" y="3866"/>
                  </a:cubicBezTo>
                  <a:cubicBezTo>
                    <a:pt x="135" y="3916"/>
                    <a:pt x="199" y="3941"/>
                    <a:pt x="263" y="3941"/>
                  </a:cubicBezTo>
                  <a:cubicBezTo>
                    <a:pt x="319" y="3941"/>
                    <a:pt x="378" y="3921"/>
                    <a:pt x="422" y="3879"/>
                  </a:cubicBezTo>
                  <a:lnTo>
                    <a:pt x="4159" y="409"/>
                  </a:lnTo>
                  <a:cubicBezTo>
                    <a:pt x="4255" y="320"/>
                    <a:pt x="4260" y="171"/>
                    <a:pt x="4172" y="76"/>
                  </a:cubicBezTo>
                  <a:cubicBezTo>
                    <a:pt x="4125" y="25"/>
                    <a:pt x="4062" y="0"/>
                    <a:pt x="3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4216981" y="2233637"/>
              <a:ext cx="408004" cy="623282"/>
            </a:xfrm>
            <a:custGeom>
              <a:rect b="b" l="l" r="r" t="t"/>
              <a:pathLst>
                <a:path extrusionOk="0" h="11193" w="7327">
                  <a:moveTo>
                    <a:pt x="4071" y="1"/>
                  </a:moveTo>
                  <a:cubicBezTo>
                    <a:pt x="4013" y="1"/>
                    <a:pt x="3955" y="22"/>
                    <a:pt x="3910" y="64"/>
                  </a:cubicBezTo>
                  <a:lnTo>
                    <a:pt x="1" y="3695"/>
                  </a:lnTo>
                  <a:lnTo>
                    <a:pt x="6891" y="11116"/>
                  </a:lnTo>
                  <a:cubicBezTo>
                    <a:pt x="6937" y="11166"/>
                    <a:pt x="7000" y="11192"/>
                    <a:pt x="7064" y="11192"/>
                  </a:cubicBezTo>
                  <a:cubicBezTo>
                    <a:pt x="7121" y="11192"/>
                    <a:pt x="7179" y="11171"/>
                    <a:pt x="7226" y="11129"/>
                  </a:cubicBezTo>
                  <a:cubicBezTo>
                    <a:pt x="7321" y="11040"/>
                    <a:pt x="7327" y="10889"/>
                    <a:pt x="7238" y="10794"/>
                  </a:cubicBezTo>
                  <a:lnTo>
                    <a:pt x="669" y="3720"/>
                  </a:lnTo>
                  <a:lnTo>
                    <a:pt x="4232" y="411"/>
                  </a:lnTo>
                  <a:cubicBezTo>
                    <a:pt x="4328" y="322"/>
                    <a:pt x="4333" y="172"/>
                    <a:pt x="4245" y="76"/>
                  </a:cubicBezTo>
                  <a:cubicBezTo>
                    <a:pt x="4198" y="26"/>
                    <a:pt x="4135" y="1"/>
                    <a:pt x="4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4936042" y="3171039"/>
              <a:ext cx="207315" cy="80186"/>
            </a:xfrm>
            <a:custGeom>
              <a:rect b="b" l="l" r="r" t="t"/>
              <a:pathLst>
                <a:path extrusionOk="0" h="1440" w="3723">
                  <a:moveTo>
                    <a:pt x="3722" y="1440"/>
                  </a:moveTo>
                  <a:lnTo>
                    <a:pt x="1" y="1"/>
                  </a:lnTo>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71"/>
          <p:cNvGrpSpPr/>
          <p:nvPr/>
        </p:nvGrpSpPr>
        <p:grpSpPr>
          <a:xfrm>
            <a:off x="4696127" y="2731869"/>
            <a:ext cx="1019119" cy="695486"/>
            <a:chOff x="3187802" y="1604669"/>
            <a:chExt cx="1019119" cy="695486"/>
          </a:xfrm>
        </p:grpSpPr>
        <p:sp>
          <p:nvSpPr>
            <p:cNvPr id="4799" name="Google Shape;4799;p71"/>
            <p:cNvSpPr/>
            <p:nvPr/>
          </p:nvSpPr>
          <p:spPr>
            <a:xfrm>
              <a:off x="3501516" y="1930116"/>
              <a:ext cx="314036" cy="310730"/>
            </a:xfrm>
            <a:custGeom>
              <a:rect b="b" l="l" r="r" t="t"/>
              <a:pathLst>
                <a:path extrusionOk="0" h="5826" w="5888">
                  <a:moveTo>
                    <a:pt x="2288" y="0"/>
                  </a:moveTo>
                  <a:cubicBezTo>
                    <a:pt x="1915" y="0"/>
                    <a:pt x="1542" y="44"/>
                    <a:pt x="1235" y="233"/>
                  </a:cubicBezTo>
                  <a:cubicBezTo>
                    <a:pt x="727" y="547"/>
                    <a:pt x="482" y="1118"/>
                    <a:pt x="351" y="1678"/>
                  </a:cubicBezTo>
                  <a:cubicBezTo>
                    <a:pt x="186" y="2385"/>
                    <a:pt x="94" y="3115"/>
                    <a:pt x="11" y="3834"/>
                  </a:cubicBezTo>
                  <a:cubicBezTo>
                    <a:pt x="0" y="3925"/>
                    <a:pt x="61" y="3976"/>
                    <a:pt x="130" y="3990"/>
                  </a:cubicBezTo>
                  <a:cubicBezTo>
                    <a:pt x="112" y="4267"/>
                    <a:pt x="105" y="4543"/>
                    <a:pt x="114" y="4819"/>
                  </a:cubicBezTo>
                  <a:cubicBezTo>
                    <a:pt x="117" y="4974"/>
                    <a:pt x="126" y="5128"/>
                    <a:pt x="139" y="5280"/>
                  </a:cubicBezTo>
                  <a:cubicBezTo>
                    <a:pt x="149" y="5411"/>
                    <a:pt x="146" y="5569"/>
                    <a:pt x="215" y="5684"/>
                  </a:cubicBezTo>
                  <a:cubicBezTo>
                    <a:pt x="275" y="5785"/>
                    <a:pt x="367" y="5826"/>
                    <a:pt x="465" y="5826"/>
                  </a:cubicBezTo>
                  <a:cubicBezTo>
                    <a:pt x="548" y="5826"/>
                    <a:pt x="635" y="5796"/>
                    <a:pt x="709" y="5748"/>
                  </a:cubicBezTo>
                  <a:cubicBezTo>
                    <a:pt x="961" y="5587"/>
                    <a:pt x="1172" y="5323"/>
                    <a:pt x="1386" y="5117"/>
                  </a:cubicBezTo>
                  <a:cubicBezTo>
                    <a:pt x="2355" y="4180"/>
                    <a:pt x="3327" y="3242"/>
                    <a:pt x="4296" y="2307"/>
                  </a:cubicBezTo>
                  <a:lnTo>
                    <a:pt x="5044" y="1584"/>
                  </a:lnTo>
                  <a:cubicBezTo>
                    <a:pt x="5271" y="1364"/>
                    <a:pt x="5527" y="1155"/>
                    <a:pt x="5733" y="914"/>
                  </a:cubicBezTo>
                  <a:cubicBezTo>
                    <a:pt x="5869" y="756"/>
                    <a:pt x="5887" y="543"/>
                    <a:pt x="5689" y="428"/>
                  </a:cubicBezTo>
                  <a:cubicBezTo>
                    <a:pt x="5590" y="370"/>
                    <a:pt x="5462" y="356"/>
                    <a:pt x="5352" y="331"/>
                  </a:cubicBezTo>
                  <a:cubicBezTo>
                    <a:pt x="5182" y="295"/>
                    <a:pt x="5012" y="262"/>
                    <a:pt x="4842" y="232"/>
                  </a:cubicBezTo>
                  <a:cubicBezTo>
                    <a:pt x="4229" y="123"/>
                    <a:pt x="3608" y="54"/>
                    <a:pt x="2985" y="28"/>
                  </a:cubicBezTo>
                  <a:cubicBezTo>
                    <a:pt x="2764" y="18"/>
                    <a:pt x="2526" y="0"/>
                    <a:pt x="2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3187802" y="1604669"/>
              <a:ext cx="999178" cy="679061"/>
            </a:xfrm>
            <a:custGeom>
              <a:rect b="b" l="l" r="r" t="t"/>
              <a:pathLst>
                <a:path extrusionOk="0" h="12732" w="18734">
                  <a:moveTo>
                    <a:pt x="18149" y="0"/>
                  </a:moveTo>
                  <a:cubicBezTo>
                    <a:pt x="18103" y="9"/>
                    <a:pt x="18055" y="20"/>
                    <a:pt x="18009" y="27"/>
                  </a:cubicBezTo>
                  <a:cubicBezTo>
                    <a:pt x="12129" y="1088"/>
                    <a:pt x="6118" y="1972"/>
                    <a:pt x="279" y="3266"/>
                  </a:cubicBezTo>
                  <a:cubicBezTo>
                    <a:pt x="13" y="3326"/>
                    <a:pt x="1" y="3704"/>
                    <a:pt x="263" y="3780"/>
                  </a:cubicBezTo>
                  <a:cubicBezTo>
                    <a:pt x="1822" y="4235"/>
                    <a:pt x="3277" y="4911"/>
                    <a:pt x="4789" y="5396"/>
                  </a:cubicBezTo>
                  <a:cubicBezTo>
                    <a:pt x="4812" y="5405"/>
                    <a:pt x="4833" y="5414"/>
                    <a:pt x="4855" y="5428"/>
                  </a:cubicBezTo>
                  <a:cubicBezTo>
                    <a:pt x="4915" y="5467"/>
                    <a:pt x="4959" y="5531"/>
                    <a:pt x="4970" y="5605"/>
                  </a:cubicBezTo>
                  <a:lnTo>
                    <a:pt x="5937" y="11567"/>
                  </a:lnTo>
                  <a:cubicBezTo>
                    <a:pt x="5961" y="11713"/>
                    <a:pt x="6081" y="11789"/>
                    <a:pt x="6200" y="11789"/>
                  </a:cubicBezTo>
                  <a:cubicBezTo>
                    <a:pt x="6312" y="11789"/>
                    <a:pt x="6424" y="11723"/>
                    <a:pt x="6458" y="11588"/>
                  </a:cubicBezTo>
                  <a:cubicBezTo>
                    <a:pt x="6834" y="10110"/>
                    <a:pt x="7148" y="8643"/>
                    <a:pt x="7456" y="7175"/>
                  </a:cubicBezTo>
                  <a:cubicBezTo>
                    <a:pt x="7483" y="7042"/>
                    <a:pt x="7599" y="6964"/>
                    <a:pt x="7718" y="6964"/>
                  </a:cubicBezTo>
                  <a:cubicBezTo>
                    <a:pt x="7737" y="6964"/>
                    <a:pt x="7756" y="6966"/>
                    <a:pt x="7775" y="6970"/>
                  </a:cubicBezTo>
                  <a:cubicBezTo>
                    <a:pt x="7825" y="6980"/>
                    <a:pt x="7871" y="7005"/>
                    <a:pt x="7908" y="7046"/>
                  </a:cubicBezTo>
                  <a:lnTo>
                    <a:pt x="13268" y="12649"/>
                  </a:lnTo>
                  <a:cubicBezTo>
                    <a:pt x="13322" y="12705"/>
                    <a:pt x="13391" y="12731"/>
                    <a:pt x="13460" y="12731"/>
                  </a:cubicBezTo>
                  <a:cubicBezTo>
                    <a:pt x="13567" y="12731"/>
                    <a:pt x="13673" y="12667"/>
                    <a:pt x="13713" y="12552"/>
                  </a:cubicBezTo>
                  <a:cubicBezTo>
                    <a:pt x="13832" y="12204"/>
                    <a:pt x="17183" y="4494"/>
                    <a:pt x="18627" y="1007"/>
                  </a:cubicBezTo>
                  <a:cubicBezTo>
                    <a:pt x="18629" y="1005"/>
                    <a:pt x="18631" y="1003"/>
                    <a:pt x="18629" y="1001"/>
                  </a:cubicBezTo>
                  <a:cubicBezTo>
                    <a:pt x="18643" y="973"/>
                    <a:pt x="18656" y="945"/>
                    <a:pt x="18666" y="916"/>
                  </a:cubicBezTo>
                  <a:cubicBezTo>
                    <a:pt x="18712" y="766"/>
                    <a:pt x="18734" y="599"/>
                    <a:pt x="18693" y="447"/>
                  </a:cubicBezTo>
                  <a:cubicBezTo>
                    <a:pt x="18680" y="392"/>
                    <a:pt x="18659" y="339"/>
                    <a:pt x="18629" y="291"/>
                  </a:cubicBezTo>
                  <a:cubicBezTo>
                    <a:pt x="18574" y="199"/>
                    <a:pt x="18503" y="129"/>
                    <a:pt x="18415" y="76"/>
                  </a:cubicBezTo>
                  <a:cubicBezTo>
                    <a:pt x="18399" y="66"/>
                    <a:pt x="18381" y="57"/>
                    <a:pt x="18363" y="48"/>
                  </a:cubicBezTo>
                  <a:cubicBezTo>
                    <a:pt x="18299" y="18"/>
                    <a:pt x="18223" y="0"/>
                    <a:pt x="18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3446688" y="1608722"/>
              <a:ext cx="738103" cy="624713"/>
            </a:xfrm>
            <a:custGeom>
              <a:rect b="b" l="l" r="r" t="t"/>
              <a:pathLst>
                <a:path extrusionOk="0" h="11713" w="13839">
                  <a:moveTo>
                    <a:pt x="13561" y="0"/>
                  </a:moveTo>
                  <a:cubicBezTo>
                    <a:pt x="9697" y="1639"/>
                    <a:pt x="6660" y="2687"/>
                    <a:pt x="2721" y="4267"/>
                  </a:cubicBezTo>
                  <a:cubicBezTo>
                    <a:pt x="1815" y="4631"/>
                    <a:pt x="908" y="4994"/>
                    <a:pt x="1" y="5352"/>
                  </a:cubicBezTo>
                  <a:cubicBezTo>
                    <a:pt x="61" y="5391"/>
                    <a:pt x="105" y="5455"/>
                    <a:pt x="116" y="5529"/>
                  </a:cubicBezTo>
                  <a:lnTo>
                    <a:pt x="1083" y="11491"/>
                  </a:lnTo>
                  <a:cubicBezTo>
                    <a:pt x="1107" y="11637"/>
                    <a:pt x="1227" y="11713"/>
                    <a:pt x="1346" y="11713"/>
                  </a:cubicBezTo>
                  <a:cubicBezTo>
                    <a:pt x="1458" y="11713"/>
                    <a:pt x="1570" y="11647"/>
                    <a:pt x="1604" y="11512"/>
                  </a:cubicBezTo>
                  <a:cubicBezTo>
                    <a:pt x="1980" y="10034"/>
                    <a:pt x="2294" y="8567"/>
                    <a:pt x="2602" y="7099"/>
                  </a:cubicBezTo>
                  <a:cubicBezTo>
                    <a:pt x="2629" y="6966"/>
                    <a:pt x="2745" y="6888"/>
                    <a:pt x="2864" y="6888"/>
                  </a:cubicBezTo>
                  <a:cubicBezTo>
                    <a:pt x="2883" y="6888"/>
                    <a:pt x="2902" y="6890"/>
                    <a:pt x="2921" y="6894"/>
                  </a:cubicBezTo>
                  <a:cubicBezTo>
                    <a:pt x="4356" y="5843"/>
                    <a:pt x="5859" y="4886"/>
                    <a:pt x="7422" y="4037"/>
                  </a:cubicBezTo>
                  <a:cubicBezTo>
                    <a:pt x="8237" y="3594"/>
                    <a:pt x="9081" y="3204"/>
                    <a:pt x="9889" y="2749"/>
                  </a:cubicBezTo>
                  <a:cubicBezTo>
                    <a:pt x="10160" y="2596"/>
                    <a:pt x="10420" y="2428"/>
                    <a:pt x="10676" y="2254"/>
                  </a:cubicBezTo>
                  <a:cubicBezTo>
                    <a:pt x="12026" y="1436"/>
                    <a:pt x="12451" y="1221"/>
                    <a:pt x="13800" y="404"/>
                  </a:cubicBezTo>
                  <a:cubicBezTo>
                    <a:pt x="13814" y="394"/>
                    <a:pt x="13828" y="383"/>
                    <a:pt x="13839" y="371"/>
                  </a:cubicBezTo>
                  <a:cubicBezTo>
                    <a:pt x="13826" y="316"/>
                    <a:pt x="13805" y="263"/>
                    <a:pt x="13775" y="215"/>
                  </a:cubicBezTo>
                  <a:cubicBezTo>
                    <a:pt x="13720" y="123"/>
                    <a:pt x="13649" y="53"/>
                    <a:pt x="13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3764562" y="1983931"/>
              <a:ext cx="300756" cy="316223"/>
            </a:xfrm>
            <a:custGeom>
              <a:rect b="b" l="l" r="r" t="t"/>
              <a:pathLst>
                <a:path extrusionOk="0" h="5929" w="5639">
                  <a:moveTo>
                    <a:pt x="5161" y="1"/>
                  </a:moveTo>
                  <a:cubicBezTo>
                    <a:pt x="5028" y="1"/>
                    <a:pt x="4898" y="69"/>
                    <a:pt x="4838" y="233"/>
                  </a:cubicBezTo>
                  <a:cubicBezTo>
                    <a:pt x="4349" y="1551"/>
                    <a:pt x="3856" y="2875"/>
                    <a:pt x="3199" y="4121"/>
                  </a:cubicBezTo>
                  <a:cubicBezTo>
                    <a:pt x="3048" y="4406"/>
                    <a:pt x="2896" y="4705"/>
                    <a:pt x="2702" y="4964"/>
                  </a:cubicBezTo>
                  <a:cubicBezTo>
                    <a:pt x="2608" y="5091"/>
                    <a:pt x="2523" y="5173"/>
                    <a:pt x="2420" y="5173"/>
                  </a:cubicBezTo>
                  <a:cubicBezTo>
                    <a:pt x="2361" y="5173"/>
                    <a:pt x="2297" y="5147"/>
                    <a:pt x="2222" y="5088"/>
                  </a:cubicBezTo>
                  <a:cubicBezTo>
                    <a:pt x="1965" y="4884"/>
                    <a:pt x="1747" y="4611"/>
                    <a:pt x="1519" y="4376"/>
                  </a:cubicBezTo>
                  <a:cubicBezTo>
                    <a:pt x="1251" y="4101"/>
                    <a:pt x="984" y="3826"/>
                    <a:pt x="716" y="3550"/>
                  </a:cubicBezTo>
                  <a:cubicBezTo>
                    <a:pt x="635" y="3467"/>
                    <a:pt x="527" y="3418"/>
                    <a:pt x="418" y="3418"/>
                  </a:cubicBezTo>
                  <a:cubicBezTo>
                    <a:pt x="340" y="3418"/>
                    <a:pt x="261" y="3444"/>
                    <a:pt x="191" y="3500"/>
                  </a:cubicBezTo>
                  <a:cubicBezTo>
                    <a:pt x="46" y="3621"/>
                    <a:pt x="0" y="3880"/>
                    <a:pt x="142" y="4025"/>
                  </a:cubicBezTo>
                  <a:cubicBezTo>
                    <a:pt x="599" y="4496"/>
                    <a:pt x="1053" y="4971"/>
                    <a:pt x="1513" y="5439"/>
                  </a:cubicBezTo>
                  <a:cubicBezTo>
                    <a:pt x="1705" y="5632"/>
                    <a:pt x="1910" y="5822"/>
                    <a:pt x="2178" y="5896"/>
                  </a:cubicBezTo>
                  <a:cubicBezTo>
                    <a:pt x="2257" y="5918"/>
                    <a:pt x="2337" y="5928"/>
                    <a:pt x="2415" y="5928"/>
                  </a:cubicBezTo>
                  <a:cubicBezTo>
                    <a:pt x="2646" y="5928"/>
                    <a:pt x="2869" y="5839"/>
                    <a:pt x="3050" y="5684"/>
                  </a:cubicBezTo>
                  <a:cubicBezTo>
                    <a:pt x="3266" y="5496"/>
                    <a:pt x="3411" y="5249"/>
                    <a:pt x="3555" y="5003"/>
                  </a:cubicBezTo>
                  <a:cubicBezTo>
                    <a:pt x="3716" y="4723"/>
                    <a:pt x="3870" y="4438"/>
                    <a:pt x="4017" y="4149"/>
                  </a:cubicBezTo>
                  <a:cubicBezTo>
                    <a:pt x="4297" y="3598"/>
                    <a:pt x="4547" y="3031"/>
                    <a:pt x="4781" y="2458"/>
                  </a:cubicBezTo>
                  <a:cubicBezTo>
                    <a:pt x="5045" y="1810"/>
                    <a:pt x="5290" y="1156"/>
                    <a:pt x="5533" y="500"/>
                  </a:cubicBezTo>
                  <a:cubicBezTo>
                    <a:pt x="5639" y="213"/>
                    <a:pt x="5395" y="1"/>
                    <a:pt x="5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3878431" y="1611816"/>
              <a:ext cx="328490" cy="202033"/>
            </a:xfrm>
            <a:custGeom>
              <a:rect b="b" l="l" r="r" t="t"/>
              <a:pathLst>
                <a:path extrusionOk="0" h="3788" w="6159">
                  <a:moveTo>
                    <a:pt x="5767" y="0"/>
                  </a:moveTo>
                  <a:cubicBezTo>
                    <a:pt x="5681" y="0"/>
                    <a:pt x="5594" y="29"/>
                    <a:pt x="5517" y="81"/>
                  </a:cubicBezTo>
                  <a:cubicBezTo>
                    <a:pt x="3805" y="1218"/>
                    <a:pt x="1882" y="1994"/>
                    <a:pt x="169" y="3132"/>
                  </a:cubicBezTo>
                  <a:cubicBezTo>
                    <a:pt x="2" y="3244"/>
                    <a:pt x="0" y="3513"/>
                    <a:pt x="119" y="3657"/>
                  </a:cubicBezTo>
                  <a:cubicBezTo>
                    <a:pt x="195" y="3747"/>
                    <a:pt x="292" y="3787"/>
                    <a:pt x="392" y="3787"/>
                  </a:cubicBezTo>
                  <a:cubicBezTo>
                    <a:pt x="478" y="3787"/>
                    <a:pt x="566" y="3758"/>
                    <a:pt x="644" y="3706"/>
                  </a:cubicBezTo>
                  <a:cubicBezTo>
                    <a:pt x="2356" y="2570"/>
                    <a:pt x="4278" y="1792"/>
                    <a:pt x="5990" y="655"/>
                  </a:cubicBezTo>
                  <a:cubicBezTo>
                    <a:pt x="6158" y="545"/>
                    <a:pt x="6158" y="275"/>
                    <a:pt x="6041" y="132"/>
                  </a:cubicBezTo>
                  <a:cubicBezTo>
                    <a:pt x="5966" y="41"/>
                    <a:pt x="5868" y="0"/>
                    <a:pt x="5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3499329" y="1920410"/>
              <a:ext cx="180219" cy="337504"/>
            </a:xfrm>
            <a:custGeom>
              <a:rect b="b" l="l" r="r" t="t"/>
              <a:pathLst>
                <a:path extrusionOk="0" h="6328" w="3379">
                  <a:moveTo>
                    <a:pt x="2968" y="1"/>
                  </a:moveTo>
                  <a:cubicBezTo>
                    <a:pt x="2915" y="1"/>
                    <a:pt x="2861" y="9"/>
                    <a:pt x="2808" y="25"/>
                  </a:cubicBezTo>
                  <a:cubicBezTo>
                    <a:pt x="2356" y="164"/>
                    <a:pt x="1881" y="328"/>
                    <a:pt x="1533" y="669"/>
                  </a:cubicBezTo>
                  <a:cubicBezTo>
                    <a:pt x="1096" y="1099"/>
                    <a:pt x="1048" y="1675"/>
                    <a:pt x="949" y="2251"/>
                  </a:cubicBezTo>
                  <a:cubicBezTo>
                    <a:pt x="740" y="3460"/>
                    <a:pt x="451" y="4651"/>
                    <a:pt x="89" y="5822"/>
                  </a:cubicBezTo>
                  <a:cubicBezTo>
                    <a:pt x="0" y="6113"/>
                    <a:pt x="249" y="6328"/>
                    <a:pt x="478" y="6328"/>
                  </a:cubicBezTo>
                  <a:cubicBezTo>
                    <a:pt x="609" y="6328"/>
                    <a:pt x="733" y="6258"/>
                    <a:pt x="784" y="6091"/>
                  </a:cubicBezTo>
                  <a:cubicBezTo>
                    <a:pt x="1129" y="4971"/>
                    <a:pt x="1413" y="3830"/>
                    <a:pt x="1626" y="2678"/>
                  </a:cubicBezTo>
                  <a:cubicBezTo>
                    <a:pt x="1679" y="2395"/>
                    <a:pt x="1723" y="2109"/>
                    <a:pt x="1773" y="1826"/>
                  </a:cubicBezTo>
                  <a:cubicBezTo>
                    <a:pt x="1808" y="1617"/>
                    <a:pt x="1859" y="1413"/>
                    <a:pt x="2003" y="1250"/>
                  </a:cubicBezTo>
                  <a:cubicBezTo>
                    <a:pt x="2276" y="942"/>
                    <a:pt x="2740" y="818"/>
                    <a:pt x="3119" y="702"/>
                  </a:cubicBezTo>
                  <a:cubicBezTo>
                    <a:pt x="3311" y="644"/>
                    <a:pt x="3378" y="375"/>
                    <a:pt x="3302" y="208"/>
                  </a:cubicBezTo>
                  <a:cubicBezTo>
                    <a:pt x="3235" y="61"/>
                    <a:pt x="3107" y="1"/>
                    <a:pt x="29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3242790" y="1706324"/>
              <a:ext cx="282836" cy="76109"/>
            </a:xfrm>
            <a:custGeom>
              <a:rect b="b" l="l" r="r" t="t"/>
              <a:pathLst>
                <a:path extrusionOk="0" h="1427" w="5303">
                  <a:moveTo>
                    <a:pt x="4780" y="1"/>
                  </a:moveTo>
                  <a:cubicBezTo>
                    <a:pt x="4762" y="1"/>
                    <a:pt x="4744" y="2"/>
                    <a:pt x="4726" y="4"/>
                  </a:cubicBezTo>
                  <a:cubicBezTo>
                    <a:pt x="3290" y="185"/>
                    <a:pt x="1862" y="412"/>
                    <a:pt x="442" y="685"/>
                  </a:cubicBezTo>
                  <a:cubicBezTo>
                    <a:pt x="0" y="770"/>
                    <a:pt x="78" y="1427"/>
                    <a:pt x="482" y="1427"/>
                  </a:cubicBezTo>
                  <a:cubicBezTo>
                    <a:pt x="507" y="1427"/>
                    <a:pt x="533" y="1424"/>
                    <a:pt x="561" y="1419"/>
                  </a:cubicBezTo>
                  <a:cubicBezTo>
                    <a:pt x="1982" y="1147"/>
                    <a:pt x="3411" y="919"/>
                    <a:pt x="4844" y="738"/>
                  </a:cubicBezTo>
                  <a:cubicBezTo>
                    <a:pt x="5302" y="682"/>
                    <a:pt x="5209" y="1"/>
                    <a:pt x="47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71"/>
          <p:cNvGrpSpPr/>
          <p:nvPr/>
        </p:nvGrpSpPr>
        <p:grpSpPr>
          <a:xfrm>
            <a:off x="6868277" y="3174971"/>
            <a:ext cx="657044" cy="868017"/>
            <a:chOff x="1159117" y="469868"/>
            <a:chExt cx="463425" cy="612228"/>
          </a:xfrm>
        </p:grpSpPr>
        <p:sp>
          <p:nvSpPr>
            <p:cNvPr id="4807" name="Google Shape;4807;p71"/>
            <p:cNvSpPr/>
            <p:nvPr/>
          </p:nvSpPr>
          <p:spPr>
            <a:xfrm>
              <a:off x="1166263" y="573018"/>
              <a:ext cx="445241" cy="502522"/>
            </a:xfrm>
            <a:custGeom>
              <a:rect b="b" l="l" r="r" t="t"/>
              <a:pathLst>
                <a:path extrusionOk="0" h="9422" w="8348">
                  <a:moveTo>
                    <a:pt x="6562" y="1"/>
                  </a:moveTo>
                  <a:cubicBezTo>
                    <a:pt x="6339" y="1"/>
                    <a:pt x="6117" y="21"/>
                    <a:pt x="5916" y="33"/>
                  </a:cubicBezTo>
                  <a:cubicBezTo>
                    <a:pt x="5288" y="66"/>
                    <a:pt x="4659" y="100"/>
                    <a:pt x="4032" y="134"/>
                  </a:cubicBezTo>
                  <a:cubicBezTo>
                    <a:pt x="4021" y="135"/>
                    <a:pt x="4011" y="135"/>
                    <a:pt x="4000" y="139"/>
                  </a:cubicBezTo>
                  <a:cubicBezTo>
                    <a:pt x="3993" y="138"/>
                    <a:pt x="3985" y="136"/>
                    <a:pt x="3977" y="136"/>
                  </a:cubicBezTo>
                  <a:cubicBezTo>
                    <a:pt x="3974" y="136"/>
                    <a:pt x="3970" y="137"/>
                    <a:pt x="3966" y="137"/>
                  </a:cubicBezTo>
                  <a:cubicBezTo>
                    <a:pt x="3337" y="150"/>
                    <a:pt x="2708" y="164"/>
                    <a:pt x="2079" y="178"/>
                  </a:cubicBezTo>
                  <a:cubicBezTo>
                    <a:pt x="1643" y="187"/>
                    <a:pt x="1101" y="158"/>
                    <a:pt x="699" y="382"/>
                  </a:cubicBezTo>
                  <a:cubicBezTo>
                    <a:pt x="605" y="435"/>
                    <a:pt x="518" y="500"/>
                    <a:pt x="442" y="584"/>
                  </a:cubicBezTo>
                  <a:cubicBezTo>
                    <a:pt x="263" y="780"/>
                    <a:pt x="179" y="1075"/>
                    <a:pt x="100" y="1323"/>
                  </a:cubicBezTo>
                  <a:cubicBezTo>
                    <a:pt x="15" y="1587"/>
                    <a:pt x="0" y="1849"/>
                    <a:pt x="9" y="2122"/>
                  </a:cubicBezTo>
                  <a:cubicBezTo>
                    <a:pt x="9" y="2150"/>
                    <a:pt x="11" y="2180"/>
                    <a:pt x="13" y="2210"/>
                  </a:cubicBezTo>
                  <a:cubicBezTo>
                    <a:pt x="41" y="2834"/>
                    <a:pt x="71" y="3458"/>
                    <a:pt x="100" y="4082"/>
                  </a:cubicBezTo>
                  <a:cubicBezTo>
                    <a:pt x="109" y="4243"/>
                    <a:pt x="116" y="4404"/>
                    <a:pt x="123" y="4564"/>
                  </a:cubicBezTo>
                  <a:cubicBezTo>
                    <a:pt x="128" y="4667"/>
                    <a:pt x="132" y="4771"/>
                    <a:pt x="137" y="4874"/>
                  </a:cubicBezTo>
                  <a:cubicBezTo>
                    <a:pt x="144" y="5131"/>
                    <a:pt x="153" y="5388"/>
                    <a:pt x="160" y="5647"/>
                  </a:cubicBezTo>
                  <a:cubicBezTo>
                    <a:pt x="178" y="6270"/>
                    <a:pt x="195" y="6896"/>
                    <a:pt x="213" y="7520"/>
                  </a:cubicBezTo>
                  <a:cubicBezTo>
                    <a:pt x="222" y="7824"/>
                    <a:pt x="252" y="8113"/>
                    <a:pt x="367" y="8399"/>
                  </a:cubicBezTo>
                  <a:cubicBezTo>
                    <a:pt x="467" y="8640"/>
                    <a:pt x="573" y="8927"/>
                    <a:pt x="766" y="9109"/>
                  </a:cubicBezTo>
                  <a:cubicBezTo>
                    <a:pt x="1036" y="9365"/>
                    <a:pt x="1410" y="9422"/>
                    <a:pt x="1784" y="9422"/>
                  </a:cubicBezTo>
                  <a:cubicBezTo>
                    <a:pt x="2006" y="9422"/>
                    <a:pt x="2229" y="9402"/>
                    <a:pt x="2428" y="9391"/>
                  </a:cubicBezTo>
                  <a:cubicBezTo>
                    <a:pt x="3057" y="9357"/>
                    <a:pt x="3686" y="9322"/>
                    <a:pt x="4314" y="9288"/>
                  </a:cubicBezTo>
                  <a:cubicBezTo>
                    <a:pt x="4324" y="9288"/>
                    <a:pt x="4335" y="9286"/>
                    <a:pt x="4346" y="9283"/>
                  </a:cubicBezTo>
                  <a:cubicBezTo>
                    <a:pt x="4352" y="9285"/>
                    <a:pt x="4358" y="9286"/>
                    <a:pt x="4364" y="9286"/>
                  </a:cubicBezTo>
                  <a:cubicBezTo>
                    <a:pt x="4369" y="9286"/>
                    <a:pt x="4373" y="9285"/>
                    <a:pt x="4378" y="9285"/>
                  </a:cubicBezTo>
                  <a:cubicBezTo>
                    <a:pt x="5008" y="9272"/>
                    <a:pt x="5638" y="9258"/>
                    <a:pt x="6267" y="9246"/>
                  </a:cubicBezTo>
                  <a:cubicBezTo>
                    <a:pt x="6804" y="9233"/>
                    <a:pt x="7505" y="9278"/>
                    <a:pt x="7902" y="8838"/>
                  </a:cubicBezTo>
                  <a:cubicBezTo>
                    <a:pt x="8081" y="8641"/>
                    <a:pt x="8166" y="8349"/>
                    <a:pt x="8246" y="8099"/>
                  </a:cubicBezTo>
                  <a:cubicBezTo>
                    <a:pt x="8338" y="7807"/>
                    <a:pt x="8347" y="7516"/>
                    <a:pt x="8333" y="7211"/>
                  </a:cubicBezTo>
                  <a:cubicBezTo>
                    <a:pt x="8305" y="6588"/>
                    <a:pt x="8274" y="5964"/>
                    <a:pt x="8244" y="5340"/>
                  </a:cubicBezTo>
                  <a:cubicBezTo>
                    <a:pt x="8232" y="5076"/>
                    <a:pt x="8219" y="4812"/>
                    <a:pt x="8209" y="4550"/>
                  </a:cubicBezTo>
                  <a:cubicBezTo>
                    <a:pt x="8205" y="4458"/>
                    <a:pt x="8203" y="4367"/>
                    <a:pt x="8200" y="4277"/>
                  </a:cubicBezTo>
                  <a:cubicBezTo>
                    <a:pt x="8195" y="4108"/>
                    <a:pt x="8189" y="3944"/>
                    <a:pt x="8186" y="3777"/>
                  </a:cubicBezTo>
                  <a:cubicBezTo>
                    <a:pt x="8166" y="3151"/>
                    <a:pt x="8149" y="2528"/>
                    <a:pt x="8131" y="1902"/>
                  </a:cubicBezTo>
                  <a:lnTo>
                    <a:pt x="8129" y="1849"/>
                  </a:lnTo>
                  <a:cubicBezTo>
                    <a:pt x="8118" y="1564"/>
                    <a:pt x="8085" y="1293"/>
                    <a:pt x="7977" y="1023"/>
                  </a:cubicBezTo>
                  <a:cubicBezTo>
                    <a:pt x="7879" y="782"/>
                    <a:pt x="7773" y="497"/>
                    <a:pt x="7580" y="313"/>
                  </a:cubicBezTo>
                  <a:cubicBezTo>
                    <a:pt x="7496" y="236"/>
                    <a:pt x="7406" y="176"/>
                    <a:pt x="7307" y="132"/>
                  </a:cubicBezTo>
                  <a:cubicBezTo>
                    <a:pt x="7082" y="29"/>
                    <a:pt x="6822" y="1"/>
                    <a:pt x="6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1201038" y="471895"/>
              <a:ext cx="354944" cy="121497"/>
            </a:xfrm>
            <a:custGeom>
              <a:rect b="b" l="l" r="r" t="t"/>
              <a:pathLst>
                <a:path extrusionOk="0" h="2278" w="6655">
                  <a:moveTo>
                    <a:pt x="5391" y="0"/>
                  </a:moveTo>
                  <a:cubicBezTo>
                    <a:pt x="5201" y="0"/>
                    <a:pt x="5011" y="16"/>
                    <a:pt x="4840" y="25"/>
                  </a:cubicBezTo>
                  <a:cubicBezTo>
                    <a:pt x="4326" y="52"/>
                    <a:pt x="3812" y="77"/>
                    <a:pt x="3300" y="103"/>
                  </a:cubicBezTo>
                  <a:cubicBezTo>
                    <a:pt x="3291" y="105"/>
                    <a:pt x="3284" y="105"/>
                    <a:pt x="3275" y="107"/>
                  </a:cubicBezTo>
                  <a:cubicBezTo>
                    <a:pt x="3271" y="106"/>
                    <a:pt x="3267" y="106"/>
                    <a:pt x="3262" y="106"/>
                  </a:cubicBezTo>
                  <a:cubicBezTo>
                    <a:pt x="3257" y="106"/>
                    <a:pt x="3252" y="106"/>
                    <a:pt x="3247" y="107"/>
                  </a:cubicBezTo>
                  <a:cubicBezTo>
                    <a:pt x="2735" y="118"/>
                    <a:pt x="2221" y="132"/>
                    <a:pt x="1707" y="144"/>
                  </a:cubicBezTo>
                  <a:cubicBezTo>
                    <a:pt x="1269" y="153"/>
                    <a:pt x="697" y="128"/>
                    <a:pt x="369" y="426"/>
                  </a:cubicBezTo>
                  <a:cubicBezTo>
                    <a:pt x="224" y="559"/>
                    <a:pt x="153" y="757"/>
                    <a:pt x="87" y="924"/>
                  </a:cubicBezTo>
                  <a:cubicBezTo>
                    <a:pt x="9" y="1122"/>
                    <a:pt x="1" y="1317"/>
                    <a:pt x="11" y="1523"/>
                  </a:cubicBezTo>
                  <a:cubicBezTo>
                    <a:pt x="22" y="1774"/>
                    <a:pt x="36" y="2026"/>
                    <a:pt x="48" y="2278"/>
                  </a:cubicBezTo>
                  <a:cubicBezTo>
                    <a:pt x="449" y="2054"/>
                    <a:pt x="991" y="2083"/>
                    <a:pt x="1427" y="2074"/>
                  </a:cubicBezTo>
                  <a:cubicBezTo>
                    <a:pt x="2056" y="2060"/>
                    <a:pt x="2685" y="2046"/>
                    <a:pt x="3314" y="2033"/>
                  </a:cubicBezTo>
                  <a:cubicBezTo>
                    <a:pt x="3318" y="2033"/>
                    <a:pt x="3322" y="2032"/>
                    <a:pt x="3325" y="2032"/>
                  </a:cubicBezTo>
                  <a:cubicBezTo>
                    <a:pt x="3333" y="2032"/>
                    <a:pt x="3341" y="2034"/>
                    <a:pt x="3348" y="2035"/>
                  </a:cubicBezTo>
                  <a:cubicBezTo>
                    <a:pt x="3359" y="2031"/>
                    <a:pt x="3369" y="2031"/>
                    <a:pt x="3380" y="2030"/>
                  </a:cubicBezTo>
                  <a:cubicBezTo>
                    <a:pt x="4007" y="1996"/>
                    <a:pt x="4636" y="1962"/>
                    <a:pt x="5265" y="1929"/>
                  </a:cubicBezTo>
                  <a:cubicBezTo>
                    <a:pt x="5466" y="1917"/>
                    <a:pt x="5688" y="1897"/>
                    <a:pt x="5910" y="1897"/>
                  </a:cubicBezTo>
                  <a:cubicBezTo>
                    <a:pt x="6170" y="1897"/>
                    <a:pt x="6430" y="1925"/>
                    <a:pt x="6655" y="2028"/>
                  </a:cubicBezTo>
                  <a:cubicBezTo>
                    <a:pt x="6650" y="1776"/>
                    <a:pt x="6642" y="1523"/>
                    <a:pt x="6635" y="1271"/>
                  </a:cubicBezTo>
                  <a:cubicBezTo>
                    <a:pt x="6630" y="1067"/>
                    <a:pt x="6607" y="872"/>
                    <a:pt x="6515" y="681"/>
                  </a:cubicBezTo>
                  <a:cubicBezTo>
                    <a:pt x="6437" y="520"/>
                    <a:pt x="6350" y="327"/>
                    <a:pt x="6194" y="204"/>
                  </a:cubicBezTo>
                  <a:cubicBezTo>
                    <a:pt x="5981" y="39"/>
                    <a:pt x="5687" y="0"/>
                    <a:pt x="53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1166743" y="670887"/>
              <a:ext cx="436867" cy="145551"/>
            </a:xfrm>
            <a:custGeom>
              <a:rect b="b" l="l" r="r" t="t"/>
              <a:pathLst>
                <a:path extrusionOk="0" h="2729" w="8191">
                  <a:moveTo>
                    <a:pt x="6414" y="0"/>
                  </a:moveTo>
                  <a:cubicBezTo>
                    <a:pt x="4269" y="0"/>
                    <a:pt x="2127" y="71"/>
                    <a:pt x="0" y="287"/>
                  </a:cubicBezTo>
                  <a:cubicBezTo>
                    <a:pt x="0" y="315"/>
                    <a:pt x="2" y="345"/>
                    <a:pt x="4" y="375"/>
                  </a:cubicBezTo>
                  <a:cubicBezTo>
                    <a:pt x="32" y="999"/>
                    <a:pt x="62" y="1623"/>
                    <a:pt x="91" y="2247"/>
                  </a:cubicBezTo>
                  <a:cubicBezTo>
                    <a:pt x="100" y="2408"/>
                    <a:pt x="107" y="2569"/>
                    <a:pt x="114" y="2729"/>
                  </a:cubicBezTo>
                  <a:cubicBezTo>
                    <a:pt x="2113" y="2494"/>
                    <a:pt x="4148" y="2421"/>
                    <a:pt x="6182" y="2421"/>
                  </a:cubicBezTo>
                  <a:cubicBezTo>
                    <a:pt x="6852" y="2421"/>
                    <a:pt x="7522" y="2429"/>
                    <a:pt x="8191" y="2442"/>
                  </a:cubicBezTo>
                  <a:cubicBezTo>
                    <a:pt x="8186" y="2273"/>
                    <a:pt x="8180" y="2109"/>
                    <a:pt x="8177" y="1942"/>
                  </a:cubicBezTo>
                  <a:cubicBezTo>
                    <a:pt x="8157" y="1316"/>
                    <a:pt x="8140" y="693"/>
                    <a:pt x="8122" y="67"/>
                  </a:cubicBezTo>
                  <a:lnTo>
                    <a:pt x="8120" y="14"/>
                  </a:lnTo>
                  <a:cubicBezTo>
                    <a:pt x="7551" y="5"/>
                    <a:pt x="6983" y="0"/>
                    <a:pt x="64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1448670" y="568484"/>
              <a:ext cx="73229" cy="25227"/>
            </a:xfrm>
            <a:custGeom>
              <a:rect b="b" l="l" r="r" t="t"/>
              <a:pathLst>
                <a:path extrusionOk="0" h="473" w="1373">
                  <a:moveTo>
                    <a:pt x="1108" y="1"/>
                  </a:moveTo>
                  <a:cubicBezTo>
                    <a:pt x="807" y="1"/>
                    <a:pt x="509" y="20"/>
                    <a:pt x="211" y="54"/>
                  </a:cubicBezTo>
                  <a:cubicBezTo>
                    <a:pt x="103" y="68"/>
                    <a:pt x="0" y="153"/>
                    <a:pt x="9" y="270"/>
                  </a:cubicBezTo>
                  <a:cubicBezTo>
                    <a:pt x="18" y="371"/>
                    <a:pt x="101" y="473"/>
                    <a:pt x="209" y="473"/>
                  </a:cubicBezTo>
                  <a:cubicBezTo>
                    <a:pt x="215" y="473"/>
                    <a:pt x="221" y="473"/>
                    <a:pt x="227" y="472"/>
                  </a:cubicBezTo>
                  <a:cubicBezTo>
                    <a:pt x="537" y="435"/>
                    <a:pt x="849" y="417"/>
                    <a:pt x="1163" y="417"/>
                  </a:cubicBezTo>
                  <a:cubicBezTo>
                    <a:pt x="1273" y="417"/>
                    <a:pt x="1372" y="311"/>
                    <a:pt x="1363" y="201"/>
                  </a:cubicBezTo>
                  <a:cubicBezTo>
                    <a:pt x="1354" y="84"/>
                    <a:pt x="1264" y="1"/>
                    <a:pt x="1147" y="1"/>
                  </a:cubicBezTo>
                  <a:cubicBezTo>
                    <a:pt x="1134" y="1"/>
                    <a:pt x="1121" y="1"/>
                    <a:pt x="1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1462537" y="855638"/>
              <a:ext cx="160005" cy="220647"/>
            </a:xfrm>
            <a:custGeom>
              <a:rect b="b" l="l" r="r" t="t"/>
              <a:pathLst>
                <a:path extrusionOk="0" h="4137" w="3000">
                  <a:moveTo>
                    <a:pt x="2749" y="1"/>
                  </a:moveTo>
                  <a:cubicBezTo>
                    <a:pt x="2641" y="1"/>
                    <a:pt x="2534" y="72"/>
                    <a:pt x="2540" y="211"/>
                  </a:cubicBezTo>
                  <a:cubicBezTo>
                    <a:pt x="2574" y="920"/>
                    <a:pt x="2611" y="1639"/>
                    <a:pt x="2489" y="2343"/>
                  </a:cubicBezTo>
                  <a:cubicBezTo>
                    <a:pt x="2439" y="2625"/>
                    <a:pt x="2372" y="2915"/>
                    <a:pt x="2213" y="3160"/>
                  </a:cubicBezTo>
                  <a:cubicBezTo>
                    <a:pt x="2042" y="3419"/>
                    <a:pt x="1771" y="3505"/>
                    <a:pt x="1482" y="3571"/>
                  </a:cubicBezTo>
                  <a:cubicBezTo>
                    <a:pt x="1082" y="3661"/>
                    <a:pt x="671" y="3690"/>
                    <a:pt x="261" y="3720"/>
                  </a:cubicBezTo>
                  <a:cubicBezTo>
                    <a:pt x="0" y="3739"/>
                    <a:pt x="9" y="4137"/>
                    <a:pt x="259" y="4137"/>
                  </a:cubicBezTo>
                  <a:cubicBezTo>
                    <a:pt x="265" y="4137"/>
                    <a:pt x="271" y="4137"/>
                    <a:pt x="277" y="4136"/>
                  </a:cubicBezTo>
                  <a:cubicBezTo>
                    <a:pt x="678" y="4106"/>
                    <a:pt x="1077" y="4074"/>
                    <a:pt x="1472" y="3996"/>
                  </a:cubicBezTo>
                  <a:cubicBezTo>
                    <a:pt x="1828" y="3927"/>
                    <a:pt x="2190" y="3824"/>
                    <a:pt x="2441" y="3544"/>
                  </a:cubicBezTo>
                  <a:cubicBezTo>
                    <a:pt x="2657" y="3302"/>
                    <a:pt x="2776" y="2986"/>
                    <a:pt x="2849" y="2673"/>
                  </a:cubicBezTo>
                  <a:cubicBezTo>
                    <a:pt x="2936" y="2295"/>
                    <a:pt x="2971" y="1905"/>
                    <a:pt x="2983" y="1521"/>
                  </a:cubicBezTo>
                  <a:cubicBezTo>
                    <a:pt x="2999" y="1078"/>
                    <a:pt x="2978" y="636"/>
                    <a:pt x="2957" y="195"/>
                  </a:cubicBezTo>
                  <a:cubicBezTo>
                    <a:pt x="2951" y="64"/>
                    <a:pt x="2850" y="1"/>
                    <a:pt x="2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1159117" y="781823"/>
              <a:ext cx="29388" cy="155525"/>
            </a:xfrm>
            <a:custGeom>
              <a:rect b="b" l="l" r="r" t="t"/>
              <a:pathLst>
                <a:path extrusionOk="0" h="2916" w="551">
                  <a:moveTo>
                    <a:pt x="217" y="1"/>
                  </a:moveTo>
                  <a:cubicBezTo>
                    <a:pt x="110" y="1"/>
                    <a:pt x="1" y="72"/>
                    <a:pt x="3" y="211"/>
                  </a:cubicBezTo>
                  <a:cubicBezTo>
                    <a:pt x="21" y="1049"/>
                    <a:pt x="60" y="1886"/>
                    <a:pt x="122" y="2722"/>
                  </a:cubicBezTo>
                  <a:cubicBezTo>
                    <a:pt x="132" y="2852"/>
                    <a:pt x="236" y="2916"/>
                    <a:pt x="338" y="2916"/>
                  </a:cubicBezTo>
                  <a:cubicBezTo>
                    <a:pt x="445" y="2916"/>
                    <a:pt x="550" y="2845"/>
                    <a:pt x="540" y="2706"/>
                  </a:cubicBezTo>
                  <a:cubicBezTo>
                    <a:pt x="478" y="1870"/>
                    <a:pt x="438" y="1033"/>
                    <a:pt x="420" y="195"/>
                  </a:cubicBezTo>
                  <a:cubicBezTo>
                    <a:pt x="417" y="64"/>
                    <a:pt x="318" y="1"/>
                    <a:pt x="2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1185837" y="469868"/>
              <a:ext cx="118350" cy="103843"/>
            </a:xfrm>
            <a:custGeom>
              <a:rect b="b" l="l" r="r" t="t"/>
              <a:pathLst>
                <a:path extrusionOk="0" h="1947" w="2219">
                  <a:moveTo>
                    <a:pt x="2014" y="1"/>
                  </a:moveTo>
                  <a:cubicBezTo>
                    <a:pt x="2008" y="1"/>
                    <a:pt x="2003" y="1"/>
                    <a:pt x="1997" y="1"/>
                  </a:cubicBezTo>
                  <a:cubicBezTo>
                    <a:pt x="1723" y="23"/>
                    <a:pt x="1445" y="37"/>
                    <a:pt x="1172" y="72"/>
                  </a:cubicBezTo>
                  <a:cubicBezTo>
                    <a:pt x="904" y="108"/>
                    <a:pt x="660" y="196"/>
                    <a:pt x="452" y="372"/>
                  </a:cubicBezTo>
                  <a:cubicBezTo>
                    <a:pt x="46" y="715"/>
                    <a:pt x="0" y="1256"/>
                    <a:pt x="20" y="1752"/>
                  </a:cubicBezTo>
                  <a:cubicBezTo>
                    <a:pt x="24" y="1883"/>
                    <a:pt x="124" y="1946"/>
                    <a:pt x="225" y="1946"/>
                  </a:cubicBezTo>
                  <a:cubicBezTo>
                    <a:pt x="333" y="1946"/>
                    <a:pt x="441" y="1875"/>
                    <a:pt x="436" y="1736"/>
                  </a:cubicBezTo>
                  <a:cubicBezTo>
                    <a:pt x="424" y="1373"/>
                    <a:pt x="424" y="933"/>
                    <a:pt x="730" y="680"/>
                  </a:cubicBezTo>
                  <a:cubicBezTo>
                    <a:pt x="885" y="552"/>
                    <a:pt x="1074" y="501"/>
                    <a:pt x="1271" y="480"/>
                  </a:cubicBezTo>
                  <a:cubicBezTo>
                    <a:pt x="1517" y="455"/>
                    <a:pt x="1765" y="439"/>
                    <a:pt x="2013" y="418"/>
                  </a:cubicBezTo>
                  <a:cubicBezTo>
                    <a:pt x="2125" y="409"/>
                    <a:pt x="2219" y="317"/>
                    <a:pt x="2214" y="202"/>
                  </a:cubicBezTo>
                  <a:cubicBezTo>
                    <a:pt x="2210" y="97"/>
                    <a:pt x="2120" y="1"/>
                    <a:pt x="20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1331174" y="1054736"/>
              <a:ext cx="85229" cy="27361"/>
            </a:xfrm>
            <a:custGeom>
              <a:rect b="b" l="l" r="r" t="t"/>
              <a:pathLst>
                <a:path extrusionOk="0" h="513" w="1598">
                  <a:moveTo>
                    <a:pt x="1383" y="1"/>
                  </a:moveTo>
                  <a:cubicBezTo>
                    <a:pt x="1379" y="1"/>
                    <a:pt x="1375" y="1"/>
                    <a:pt x="1371" y="1"/>
                  </a:cubicBezTo>
                  <a:cubicBezTo>
                    <a:pt x="984" y="22"/>
                    <a:pt x="598" y="52"/>
                    <a:pt x="212" y="93"/>
                  </a:cubicBezTo>
                  <a:cubicBezTo>
                    <a:pt x="104" y="106"/>
                    <a:pt x="1" y="192"/>
                    <a:pt x="11" y="309"/>
                  </a:cubicBezTo>
                  <a:cubicBezTo>
                    <a:pt x="20" y="411"/>
                    <a:pt x="102" y="512"/>
                    <a:pt x="211" y="512"/>
                  </a:cubicBezTo>
                  <a:cubicBezTo>
                    <a:pt x="217" y="512"/>
                    <a:pt x="222" y="512"/>
                    <a:pt x="228" y="511"/>
                  </a:cubicBezTo>
                  <a:cubicBezTo>
                    <a:pt x="614" y="471"/>
                    <a:pt x="1000" y="439"/>
                    <a:pt x="1387" y="417"/>
                  </a:cubicBezTo>
                  <a:cubicBezTo>
                    <a:pt x="1496" y="412"/>
                    <a:pt x="1597" y="315"/>
                    <a:pt x="1587" y="201"/>
                  </a:cubicBezTo>
                  <a:cubicBezTo>
                    <a:pt x="1578" y="94"/>
                    <a:pt x="1494" y="1"/>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5" name="Google Shape;4815;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t>resources</a:t>
            </a:r>
            <a:endParaRPr/>
          </a:p>
        </p:txBody>
      </p:sp>
      <p:sp>
        <p:nvSpPr>
          <p:cNvPr id="4816" name="Google Shape;4816;p71"/>
          <p:cNvSpPr txBox="1"/>
          <p:nvPr/>
        </p:nvSpPr>
        <p:spPr>
          <a:xfrm>
            <a:off x="713225" y="1315575"/>
            <a:ext cx="3124500" cy="3288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Varela Round"/>
                <a:ea typeface="Varela Round"/>
                <a:cs typeface="Varela Round"/>
                <a:sym typeface="Varela Round"/>
              </a:rPr>
              <a:t>Here’s an assortment of alternative resources whose style fits that of this template:</a:t>
            </a:r>
            <a:endParaRPr>
              <a:solidFill>
                <a:schemeClr val="dk1"/>
              </a:solidFill>
              <a:latin typeface="Varela Round"/>
              <a:ea typeface="Varela Round"/>
              <a:cs typeface="Varela Round"/>
              <a:sym typeface="Varela Round"/>
            </a:endParaRPr>
          </a:p>
          <a:p>
            <a:pPr indent="0" lvl="0" marL="0" rtl="0" algn="l">
              <a:lnSpc>
                <a:spcPct val="115000"/>
              </a:lnSpc>
              <a:spcBef>
                <a:spcPts val="0"/>
              </a:spcBef>
              <a:spcAft>
                <a:spcPts val="0"/>
              </a:spcAft>
              <a:buNone/>
            </a:pPr>
            <a:r>
              <a:t/>
            </a:r>
            <a:endParaRPr>
              <a:solidFill>
                <a:schemeClr val="dk1"/>
              </a:solidFill>
              <a:latin typeface="Varela Round"/>
              <a:ea typeface="Varela Round"/>
              <a:cs typeface="Varela Round"/>
              <a:sym typeface="Varela Round"/>
            </a:endParaRPr>
          </a:p>
          <a:p>
            <a:pPr indent="0" lvl="0" marL="0" rtl="0" algn="l">
              <a:lnSpc>
                <a:spcPct val="115000"/>
              </a:lnSpc>
              <a:spcBef>
                <a:spcPts val="0"/>
              </a:spcBef>
              <a:spcAft>
                <a:spcPts val="0"/>
              </a:spcAft>
              <a:buNone/>
            </a:pPr>
            <a:r>
              <a:rPr b="1" lang="en" sz="2000">
                <a:solidFill>
                  <a:schemeClr val="dk1"/>
                </a:solidFill>
                <a:latin typeface="Varela Round"/>
                <a:ea typeface="Varela Round"/>
                <a:cs typeface="Varela Round"/>
                <a:sym typeface="Varela Round"/>
              </a:rPr>
              <a:t>Vectors</a:t>
            </a:r>
            <a:endParaRPr b="1" sz="2000">
              <a:solidFill>
                <a:schemeClr val="dk1"/>
              </a:solidFill>
              <a:latin typeface="Varela Round"/>
              <a:ea typeface="Varela Round"/>
              <a:cs typeface="Varela Round"/>
              <a:sym typeface="Varela Round"/>
            </a:endParaRPr>
          </a:p>
          <a:p>
            <a:pPr indent="-317500" lvl="0" marL="457200" rtl="0" algn="l">
              <a:lnSpc>
                <a:spcPct val="115000"/>
              </a:lnSpc>
              <a:spcBef>
                <a:spcPts val="0"/>
              </a:spcBef>
              <a:spcAft>
                <a:spcPts val="0"/>
              </a:spcAft>
              <a:buClr>
                <a:schemeClr val="dk1"/>
              </a:buClr>
              <a:buSzPts val="1400"/>
              <a:buFont typeface="Varela Round"/>
              <a:buChar char="●"/>
            </a:pPr>
            <a:r>
              <a:rPr lang="en">
                <a:solidFill>
                  <a:schemeClr val="dk1"/>
                </a:solidFill>
                <a:uFill>
                  <a:noFill/>
                </a:uFill>
                <a:latin typeface="Varela Round"/>
                <a:ea typeface="Varela Round"/>
                <a:cs typeface="Varela Round"/>
                <a:sym typeface="Varela Round"/>
                <a:hlinkClick r:id="rId3">
                  <a:extLst>
                    <a:ext uri="{A12FA001-AC4F-418D-AE19-62706E023703}">
                      <ahyp:hlinkClr val="tx"/>
                    </a:ext>
                  </a:extLst>
                </a:hlinkClick>
              </a:rPr>
              <a:t>Free vector flat back to school instagram stories collection</a:t>
            </a:r>
            <a:endParaRPr>
              <a:solidFill>
                <a:schemeClr val="dk1"/>
              </a:solidFill>
              <a:latin typeface="Varela Round"/>
              <a:ea typeface="Varela Round"/>
              <a:cs typeface="Varela Round"/>
              <a:sym typeface="Varela Round"/>
            </a:endParaRPr>
          </a:p>
          <a:p>
            <a:pPr indent="-317500" lvl="0" marL="457200" rtl="0" algn="l">
              <a:lnSpc>
                <a:spcPct val="115000"/>
              </a:lnSpc>
              <a:spcBef>
                <a:spcPts val="0"/>
              </a:spcBef>
              <a:spcAft>
                <a:spcPts val="0"/>
              </a:spcAft>
              <a:buClr>
                <a:schemeClr val="dk1"/>
              </a:buClr>
              <a:buSzPts val="1400"/>
              <a:buFont typeface="Varela Round"/>
              <a:buChar char="●"/>
            </a:pPr>
            <a:r>
              <a:rPr lang="en">
                <a:solidFill>
                  <a:schemeClr val="dk1"/>
                </a:solidFill>
                <a:uFill>
                  <a:noFill/>
                </a:uFill>
                <a:latin typeface="Varela Round"/>
                <a:ea typeface="Varela Round"/>
                <a:cs typeface="Varela Round"/>
                <a:sym typeface="Varela Round"/>
                <a:hlinkClick r:id="rId4">
                  <a:extLst>
                    <a:ext uri="{A12FA001-AC4F-418D-AE19-62706E023703}">
                      <ahyp:hlinkClr val="tx"/>
                    </a:ext>
                  </a:extLst>
                </a:hlinkClick>
              </a:rPr>
              <a:t>Free vector flat instagram posts collection for celebration of international day of education</a:t>
            </a:r>
            <a:endParaRPr>
              <a:solidFill>
                <a:schemeClr val="dk1"/>
              </a:solidFill>
              <a:latin typeface="Varela Round"/>
              <a:ea typeface="Varela Round"/>
              <a:cs typeface="Varela Round"/>
              <a:sym typeface="Varela Round"/>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0" name="Shape 4820"/>
        <p:cNvGrpSpPr/>
        <p:nvPr/>
      </p:nvGrpSpPr>
      <p:grpSpPr>
        <a:xfrm>
          <a:off x="0" y="0"/>
          <a:ext cx="0" cy="0"/>
          <a:chOff x="0" y="0"/>
          <a:chExt cx="0" cy="0"/>
        </a:xfrm>
      </p:grpSpPr>
      <p:sp>
        <p:nvSpPr>
          <p:cNvPr id="4821" name="Google Shape;4821;p72"/>
          <p:cNvSpPr txBox="1"/>
          <p:nvPr>
            <p:ph idx="1" type="body"/>
          </p:nvPr>
        </p:nvSpPr>
        <p:spPr>
          <a:xfrm>
            <a:off x="720000" y="1149000"/>
            <a:ext cx="3885300" cy="34551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Did you like the resources on this template? Get them for free at our other websites:</a:t>
            </a:r>
            <a:endParaRPr/>
          </a:p>
          <a:p>
            <a:pPr indent="0" lvl="0" marL="0" rtl="0" algn="l">
              <a:lnSpc>
                <a:spcPct val="115000"/>
              </a:lnSpc>
              <a:spcBef>
                <a:spcPts val="1000"/>
              </a:spcBef>
              <a:spcAft>
                <a:spcPts val="0"/>
              </a:spcAft>
              <a:buNone/>
            </a:pPr>
            <a:r>
              <a:rPr b="1" lang="en" sz="2000"/>
              <a:t>Photos</a:t>
            </a:r>
            <a:endParaRPr b="1" sz="2000"/>
          </a:p>
          <a:p>
            <a:pPr indent="-317500" lvl="0" marL="457200" rtl="0" algn="l">
              <a:lnSpc>
                <a:spcPct val="115000"/>
              </a:lnSpc>
              <a:spcBef>
                <a:spcPts val="0"/>
              </a:spcBef>
              <a:spcAft>
                <a:spcPts val="0"/>
              </a:spcAft>
              <a:buClr>
                <a:schemeClr val="dk1"/>
              </a:buClr>
              <a:buSzPts val="1400"/>
              <a:buFont typeface="Varela Round"/>
              <a:buChar char="●"/>
            </a:pPr>
            <a:r>
              <a:rPr lang="en">
                <a:uFill>
                  <a:noFill/>
                </a:uFill>
                <a:hlinkClick r:id="rId3"/>
              </a:rPr>
              <a:t>Free photo front view woman reading something for her students</a:t>
            </a:r>
            <a:endParaRPr/>
          </a:p>
          <a:p>
            <a:pPr indent="-317500" lvl="0" marL="457200" rtl="0" algn="l">
              <a:lnSpc>
                <a:spcPct val="115000"/>
              </a:lnSpc>
              <a:spcBef>
                <a:spcPts val="0"/>
              </a:spcBef>
              <a:spcAft>
                <a:spcPts val="0"/>
              </a:spcAft>
              <a:buClr>
                <a:schemeClr val="dk1"/>
              </a:buClr>
              <a:buSzPts val="1400"/>
              <a:buFont typeface="Varela Round"/>
              <a:buChar char="●"/>
            </a:pPr>
            <a:r>
              <a:rPr lang="en">
                <a:uFill>
                  <a:noFill/>
                </a:uFill>
                <a:hlinkClick r:id="rId4"/>
              </a:rPr>
              <a:t>Free photo little girl learning how to read</a:t>
            </a:r>
            <a:endParaRPr/>
          </a:p>
          <a:p>
            <a:pPr indent="0" lvl="0" marL="0" rtl="0" algn="l">
              <a:lnSpc>
                <a:spcPct val="115000"/>
              </a:lnSpc>
              <a:spcBef>
                <a:spcPts val="1000"/>
              </a:spcBef>
              <a:spcAft>
                <a:spcPts val="0"/>
              </a:spcAft>
              <a:buNone/>
            </a:pPr>
            <a:r>
              <a:rPr b="1" lang="en" sz="2000"/>
              <a:t>Vectors</a:t>
            </a:r>
            <a:endParaRPr b="1" sz="2000"/>
          </a:p>
          <a:p>
            <a:pPr indent="-317500" lvl="0" marL="457200" rtl="0" algn="l">
              <a:lnSpc>
                <a:spcPct val="115000"/>
              </a:lnSpc>
              <a:spcBef>
                <a:spcPts val="1000"/>
              </a:spcBef>
              <a:spcAft>
                <a:spcPts val="0"/>
              </a:spcAft>
              <a:buClr>
                <a:schemeClr val="dk1"/>
              </a:buClr>
              <a:buSzPts val="1400"/>
              <a:buFont typeface="Varela Round"/>
              <a:buChar char="●"/>
            </a:pPr>
            <a:r>
              <a:rPr lang="en">
                <a:uFill>
                  <a:noFill/>
                </a:uFill>
                <a:hlinkClick r:id="rId5"/>
              </a:rPr>
              <a:t>Free vector flat instagram posts collection for celebration of international day of education</a:t>
            </a:r>
            <a:endParaRPr/>
          </a:p>
          <a:p>
            <a:pPr indent="0" lvl="0" marL="0" rtl="0" algn="l">
              <a:spcBef>
                <a:spcPts val="1000"/>
              </a:spcBef>
              <a:spcAft>
                <a:spcPts val="0"/>
              </a:spcAft>
              <a:buNone/>
            </a:pPr>
            <a:r>
              <a:t/>
            </a:r>
            <a:endParaRPr/>
          </a:p>
        </p:txBody>
      </p:sp>
      <p:sp>
        <p:nvSpPr>
          <p:cNvPr id="4822" name="Google Shape;4822;p72"/>
          <p:cNvSpPr txBox="1"/>
          <p:nvPr>
            <p:ph idx="2" type="body"/>
          </p:nvPr>
        </p:nvSpPr>
        <p:spPr>
          <a:xfrm>
            <a:off x="4680100" y="1149000"/>
            <a:ext cx="3750600" cy="34551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dk1"/>
              </a:buClr>
              <a:buSzPts val="1400"/>
              <a:buFont typeface="Nunito"/>
              <a:buChar char="●"/>
            </a:pPr>
            <a:r>
              <a:rPr lang="en">
                <a:uFill>
                  <a:noFill/>
                </a:uFill>
                <a:hlinkClick r:id="rId6"/>
              </a:rPr>
              <a:t>Free vector flat horizontal banners set for international day of education celebration</a:t>
            </a:r>
            <a:endParaRPr/>
          </a:p>
          <a:p>
            <a:pPr indent="-317500" lvl="0" marL="457200" rtl="0" algn="l">
              <a:lnSpc>
                <a:spcPct val="115000"/>
              </a:lnSpc>
              <a:spcBef>
                <a:spcPts val="0"/>
              </a:spcBef>
              <a:spcAft>
                <a:spcPts val="0"/>
              </a:spcAft>
              <a:buClr>
                <a:schemeClr val="dk1"/>
              </a:buClr>
              <a:buSzPts val="1400"/>
              <a:buFont typeface="Varela Round"/>
              <a:buChar char="●"/>
            </a:pPr>
            <a:r>
              <a:rPr lang="en">
                <a:uFill>
                  <a:noFill/>
                </a:uFill>
                <a:hlinkClick r:id="rId7"/>
              </a:rPr>
              <a:t>Free vector flat illustration for international day of education celebration</a:t>
            </a:r>
            <a:endParaRPr/>
          </a:p>
          <a:p>
            <a:pPr indent="0" lvl="0" marL="0" rtl="0" algn="l">
              <a:lnSpc>
                <a:spcPct val="115000"/>
              </a:lnSpc>
              <a:spcBef>
                <a:spcPts val="1000"/>
              </a:spcBef>
              <a:spcAft>
                <a:spcPts val="0"/>
              </a:spcAft>
              <a:buNone/>
            </a:pPr>
            <a:r>
              <a:rPr b="1" lang="en" sz="2000"/>
              <a:t>Icons</a:t>
            </a:r>
            <a:endParaRPr b="1" sz="2000"/>
          </a:p>
          <a:p>
            <a:pPr indent="-317500" lvl="0" marL="457200" rtl="0" algn="l">
              <a:lnSpc>
                <a:spcPct val="115000"/>
              </a:lnSpc>
              <a:spcBef>
                <a:spcPts val="1000"/>
              </a:spcBef>
              <a:spcAft>
                <a:spcPts val="0"/>
              </a:spcAft>
              <a:buClr>
                <a:schemeClr val="dk1"/>
              </a:buClr>
              <a:buSzPts val="1400"/>
              <a:buFont typeface="Varela Round"/>
              <a:buChar char="●"/>
            </a:pPr>
            <a:r>
              <a:rPr lang="en">
                <a:uFill>
                  <a:noFill/>
                </a:uFill>
                <a:hlinkClick r:id="rId8"/>
              </a:rPr>
              <a:t>Icon Pack: Education | Flat</a:t>
            </a:r>
            <a:endParaRPr/>
          </a:p>
          <a:p>
            <a:pPr indent="0" lvl="0" marL="0" rtl="0" algn="l">
              <a:spcBef>
                <a:spcPts val="1000"/>
              </a:spcBef>
              <a:spcAft>
                <a:spcPts val="0"/>
              </a:spcAft>
              <a:buNone/>
            </a:pPr>
            <a:r>
              <a:t/>
            </a:r>
            <a:endParaRPr/>
          </a:p>
        </p:txBody>
      </p:sp>
      <p:sp>
        <p:nvSpPr>
          <p:cNvPr id="4823" name="Google Shape;4823;p72"/>
          <p:cNvSpPr txBox="1"/>
          <p:nvPr>
            <p:ph type="title"/>
          </p:nvPr>
        </p:nvSpPr>
        <p:spPr>
          <a:xfrm>
            <a:off x="720000" y="445025"/>
            <a:ext cx="7002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27" name="Shape 4827"/>
        <p:cNvGrpSpPr/>
        <p:nvPr/>
      </p:nvGrpSpPr>
      <p:grpSpPr>
        <a:xfrm>
          <a:off x="0" y="0"/>
          <a:ext cx="0" cy="0"/>
          <a:chOff x="0" y="0"/>
          <a:chExt cx="0" cy="0"/>
        </a:xfrm>
      </p:grpSpPr>
      <p:sp>
        <p:nvSpPr>
          <p:cNvPr id="4828" name="Google Shape;4828;p7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829" name="Google Shape;4829;p7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3" name="Shape 4833"/>
        <p:cNvGrpSpPr/>
        <p:nvPr/>
      </p:nvGrpSpPr>
      <p:grpSpPr>
        <a:xfrm>
          <a:off x="0" y="0"/>
          <a:ext cx="0" cy="0"/>
          <a:chOff x="0" y="0"/>
          <a:chExt cx="0" cy="0"/>
        </a:xfrm>
      </p:grpSpPr>
      <p:sp>
        <p:nvSpPr>
          <p:cNvPr id="4834" name="Google Shape;4834;p7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4835" name="Google Shape;4835;p7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9" name="Shape 4839"/>
        <p:cNvGrpSpPr/>
        <p:nvPr/>
      </p:nvGrpSpPr>
      <p:grpSpPr>
        <a:xfrm>
          <a:off x="0" y="0"/>
          <a:ext cx="0" cy="0"/>
          <a:chOff x="0" y="0"/>
          <a:chExt cx="0" cy="0"/>
        </a:xfrm>
      </p:grpSpPr>
      <p:sp>
        <p:nvSpPr>
          <p:cNvPr id="4840" name="Google Shape;4840;p75"/>
          <p:cNvSpPr txBox="1"/>
          <p:nvPr/>
        </p:nvSpPr>
        <p:spPr>
          <a:xfrm>
            <a:off x="716700" y="1188000"/>
            <a:ext cx="7710600" cy="94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Varela Round</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https://fonts.google.com/specimen/Varela+Round</a:t>
            </a:r>
            <a:r>
              <a:rPr lang="en" sz="1300">
                <a:solidFill>
                  <a:schemeClr val="lt1"/>
                </a:solidFill>
              </a:rPr>
              <a:t>)</a:t>
            </a:r>
            <a:endParaRPr sz="1100">
              <a:solidFill>
                <a:schemeClr val="lt1"/>
              </a:solidFill>
            </a:endParaRPr>
          </a:p>
        </p:txBody>
      </p:sp>
      <p:sp>
        <p:nvSpPr>
          <p:cNvPr id="4841" name="Google Shape;4841;p7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4842" name="Google Shape;4842;p75"/>
          <p:cNvSpPr/>
          <p:nvPr/>
        </p:nvSpPr>
        <p:spPr>
          <a:xfrm>
            <a:off x="2583563" y="2620375"/>
            <a:ext cx="791400" cy="754200"/>
          </a:xfrm>
          <a:prstGeom prst="roundRect">
            <a:avLst>
              <a:gd fmla="val 16667" name="adj"/>
            </a:avLst>
          </a:prstGeom>
          <a:solidFill>
            <a:srgbClr val="646B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5"/>
          <p:cNvSpPr/>
          <p:nvPr/>
        </p:nvSpPr>
        <p:spPr>
          <a:xfrm>
            <a:off x="3645382" y="2620375"/>
            <a:ext cx="791400" cy="754200"/>
          </a:xfrm>
          <a:prstGeom prst="roundRect">
            <a:avLst>
              <a:gd fmla="val 16667" name="adj"/>
            </a:avLst>
          </a:prstGeom>
          <a:solidFill>
            <a:srgbClr val="D5D9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5"/>
          <p:cNvSpPr/>
          <p:nvPr/>
        </p:nvSpPr>
        <p:spPr>
          <a:xfrm>
            <a:off x="4707202" y="2620375"/>
            <a:ext cx="791400" cy="754200"/>
          </a:xfrm>
          <a:prstGeom prst="roundRect">
            <a:avLst>
              <a:gd fmla="val 16667" name="adj"/>
            </a:avLst>
          </a:prstGeom>
          <a:solidFill>
            <a:srgbClr val="FBDC7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5"/>
          <p:cNvSpPr txBox="1"/>
          <p:nvPr/>
        </p:nvSpPr>
        <p:spPr>
          <a:xfrm>
            <a:off x="2583563" y="2777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#646b96</a:t>
            </a:r>
            <a:endParaRPr sz="1000">
              <a:solidFill>
                <a:srgbClr val="FFFFFF"/>
              </a:solidFill>
            </a:endParaRPr>
          </a:p>
        </p:txBody>
      </p:sp>
      <p:sp>
        <p:nvSpPr>
          <p:cNvPr id="4846" name="Google Shape;4846;p75"/>
          <p:cNvSpPr txBox="1"/>
          <p:nvPr/>
        </p:nvSpPr>
        <p:spPr>
          <a:xfrm>
            <a:off x="3645388" y="2777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#d5d9ee</a:t>
            </a:r>
            <a:endParaRPr sz="1000">
              <a:solidFill>
                <a:schemeClr val="dk1"/>
              </a:solidFill>
            </a:endParaRPr>
          </a:p>
        </p:txBody>
      </p:sp>
      <p:sp>
        <p:nvSpPr>
          <p:cNvPr id="4847" name="Google Shape;4847;p75"/>
          <p:cNvSpPr txBox="1"/>
          <p:nvPr/>
        </p:nvSpPr>
        <p:spPr>
          <a:xfrm>
            <a:off x="4707213" y="2777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#fbdc77</a:t>
            </a:r>
            <a:endParaRPr sz="1000">
              <a:solidFill>
                <a:schemeClr val="dk1"/>
              </a:solidFill>
            </a:endParaRPr>
          </a:p>
        </p:txBody>
      </p:sp>
      <p:sp>
        <p:nvSpPr>
          <p:cNvPr id="4848" name="Google Shape;4848;p75"/>
          <p:cNvSpPr/>
          <p:nvPr/>
        </p:nvSpPr>
        <p:spPr>
          <a:xfrm>
            <a:off x="5769038" y="2620375"/>
            <a:ext cx="791400" cy="754200"/>
          </a:xfrm>
          <a:prstGeom prst="roundRect">
            <a:avLst>
              <a:gd fmla="val 16667" name="adj"/>
            </a:avLst>
          </a:prstGeom>
          <a:solidFill>
            <a:srgbClr val="F172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5"/>
          <p:cNvSpPr txBox="1"/>
          <p:nvPr/>
        </p:nvSpPr>
        <p:spPr>
          <a:xfrm>
            <a:off x="5769038" y="2777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#f172ac</a:t>
            </a:r>
            <a:endParaRPr sz="1000">
              <a:solidFill>
                <a:schemeClr val="dk1"/>
              </a:solidFill>
            </a:endParaRPr>
          </a:p>
        </p:txBody>
      </p:sp>
      <p:sp>
        <p:nvSpPr>
          <p:cNvPr id="4850" name="Google Shape;4850;p75"/>
          <p:cNvSpPr/>
          <p:nvPr/>
        </p:nvSpPr>
        <p:spPr>
          <a:xfrm>
            <a:off x="3114472" y="3554050"/>
            <a:ext cx="791400" cy="754200"/>
          </a:xfrm>
          <a:prstGeom prst="roundRect">
            <a:avLst>
              <a:gd fmla="val 16667" name="adj"/>
            </a:avLst>
          </a:prstGeom>
          <a:solidFill>
            <a:srgbClr val="FBBE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5"/>
          <p:cNvSpPr/>
          <p:nvPr/>
        </p:nvSpPr>
        <p:spPr>
          <a:xfrm>
            <a:off x="4176292" y="3554050"/>
            <a:ext cx="791400" cy="754200"/>
          </a:xfrm>
          <a:prstGeom prst="roundRect">
            <a:avLst>
              <a:gd fmla="val 16667" name="adj"/>
            </a:avLst>
          </a:prstGeom>
          <a:solidFill>
            <a:srgbClr val="DADA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5"/>
          <p:cNvSpPr txBox="1"/>
          <p:nvPr/>
        </p:nvSpPr>
        <p:spPr>
          <a:xfrm>
            <a:off x="3114478" y="3711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#fbbee6</a:t>
            </a:r>
            <a:endParaRPr sz="1000">
              <a:solidFill>
                <a:schemeClr val="dk1"/>
              </a:solidFill>
            </a:endParaRPr>
          </a:p>
        </p:txBody>
      </p:sp>
      <p:sp>
        <p:nvSpPr>
          <p:cNvPr id="4853" name="Google Shape;4853;p75"/>
          <p:cNvSpPr txBox="1"/>
          <p:nvPr/>
        </p:nvSpPr>
        <p:spPr>
          <a:xfrm>
            <a:off x="4176303" y="3711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#dadada</a:t>
            </a:r>
            <a:endParaRPr sz="1000">
              <a:solidFill>
                <a:schemeClr val="dk1"/>
              </a:solidFill>
            </a:endParaRPr>
          </a:p>
        </p:txBody>
      </p:sp>
      <p:sp>
        <p:nvSpPr>
          <p:cNvPr id="4854" name="Google Shape;4854;p75"/>
          <p:cNvSpPr/>
          <p:nvPr/>
        </p:nvSpPr>
        <p:spPr>
          <a:xfrm>
            <a:off x="5238128" y="3554050"/>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5"/>
          <p:cNvSpPr txBox="1"/>
          <p:nvPr/>
        </p:nvSpPr>
        <p:spPr>
          <a:xfrm>
            <a:off x="5238128" y="37111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59" name="Shape 4859"/>
        <p:cNvGrpSpPr/>
        <p:nvPr/>
      </p:nvGrpSpPr>
      <p:grpSpPr>
        <a:xfrm>
          <a:off x="0" y="0"/>
          <a:ext cx="0" cy="0"/>
          <a:chOff x="0" y="0"/>
          <a:chExt cx="0" cy="0"/>
        </a:xfrm>
      </p:grpSpPr>
      <p:sp>
        <p:nvSpPr>
          <p:cNvPr id="4860" name="Google Shape;4860;p76"/>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4861" name="Google Shape;4861;p7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862" name="Google Shape;4862;p7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863" name="Google Shape;4863;p7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4864" name="Google Shape;4864;p7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4865" name="Google Shape;4865;p7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4866" name="Google Shape;4866;p7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4867" name="Google Shape;4867;p7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868" name="Google Shape;4868;p7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869" name="Google Shape;4869;p7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870" name="Google Shape;4870;p7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871" name="Google Shape;4871;p7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75" name="Shape 4875"/>
        <p:cNvGrpSpPr/>
        <p:nvPr/>
      </p:nvGrpSpPr>
      <p:grpSpPr>
        <a:xfrm>
          <a:off x="0" y="0"/>
          <a:ext cx="0" cy="0"/>
          <a:chOff x="0" y="0"/>
          <a:chExt cx="0" cy="0"/>
        </a:xfrm>
      </p:grpSpPr>
      <p:sp>
        <p:nvSpPr>
          <p:cNvPr id="4876" name="Google Shape;4876;p77"/>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4877" name="Google Shape;4877;p7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4878" name="Google Shape;4878;p77"/>
          <p:cNvGrpSpPr/>
          <p:nvPr/>
        </p:nvGrpSpPr>
        <p:grpSpPr>
          <a:xfrm>
            <a:off x="5048544" y="3019584"/>
            <a:ext cx="442841" cy="514271"/>
            <a:chOff x="4727025" y="1332775"/>
            <a:chExt cx="59900" cy="69625"/>
          </a:xfrm>
        </p:grpSpPr>
        <p:sp>
          <p:nvSpPr>
            <p:cNvPr id="4879" name="Google Shape;4879;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77"/>
          <p:cNvGrpSpPr/>
          <p:nvPr/>
        </p:nvGrpSpPr>
        <p:grpSpPr>
          <a:xfrm>
            <a:off x="5723860" y="2267072"/>
            <a:ext cx="500909" cy="500899"/>
            <a:chOff x="4820425" y="1329900"/>
            <a:chExt cx="70175" cy="70350"/>
          </a:xfrm>
        </p:grpSpPr>
        <p:sp>
          <p:nvSpPr>
            <p:cNvPr id="4882" name="Google Shape;4882;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77"/>
          <p:cNvGrpSpPr/>
          <p:nvPr/>
        </p:nvGrpSpPr>
        <p:grpSpPr>
          <a:xfrm>
            <a:off x="6376484" y="2278862"/>
            <a:ext cx="538135" cy="493119"/>
            <a:chOff x="4903200" y="1331525"/>
            <a:chExt cx="73575" cy="67425"/>
          </a:xfrm>
        </p:grpSpPr>
        <p:sp>
          <p:nvSpPr>
            <p:cNvPr id="4887" name="Google Shape;4887;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888" name="Google Shape;4888;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77"/>
          <p:cNvGrpSpPr/>
          <p:nvPr/>
        </p:nvGrpSpPr>
        <p:grpSpPr>
          <a:xfrm>
            <a:off x="5636435" y="3020840"/>
            <a:ext cx="544563" cy="511895"/>
            <a:chOff x="4815575" y="1416800"/>
            <a:chExt cx="73750" cy="71400"/>
          </a:xfrm>
        </p:grpSpPr>
        <p:sp>
          <p:nvSpPr>
            <p:cNvPr id="4890" name="Google Shape;4890;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77"/>
          <p:cNvGrpSpPr/>
          <p:nvPr/>
        </p:nvGrpSpPr>
        <p:grpSpPr>
          <a:xfrm>
            <a:off x="6333060" y="3020546"/>
            <a:ext cx="602914" cy="512477"/>
            <a:chOff x="4902475" y="1418875"/>
            <a:chExt cx="74500" cy="63775"/>
          </a:xfrm>
        </p:grpSpPr>
        <p:sp>
          <p:nvSpPr>
            <p:cNvPr id="4894" name="Google Shape;4894;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77"/>
          <p:cNvGrpSpPr/>
          <p:nvPr/>
        </p:nvGrpSpPr>
        <p:grpSpPr>
          <a:xfrm>
            <a:off x="5748932" y="3759785"/>
            <a:ext cx="515391" cy="525699"/>
            <a:chOff x="4818100" y="1507675"/>
            <a:chExt cx="71225" cy="71625"/>
          </a:xfrm>
        </p:grpSpPr>
        <p:sp>
          <p:nvSpPr>
            <p:cNvPr id="4897" name="Google Shape;4897;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77"/>
          <p:cNvGrpSpPr/>
          <p:nvPr/>
        </p:nvGrpSpPr>
        <p:grpSpPr>
          <a:xfrm>
            <a:off x="5087034" y="3781317"/>
            <a:ext cx="522956" cy="489869"/>
            <a:chOff x="4721450" y="1509475"/>
            <a:chExt cx="79350" cy="74325"/>
          </a:xfrm>
        </p:grpSpPr>
        <p:sp>
          <p:nvSpPr>
            <p:cNvPr id="4902" name="Google Shape;4902;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77"/>
          <p:cNvGrpSpPr/>
          <p:nvPr/>
        </p:nvGrpSpPr>
        <p:grpSpPr>
          <a:xfrm>
            <a:off x="6410277" y="3761069"/>
            <a:ext cx="525704" cy="535436"/>
            <a:chOff x="4906800" y="1507500"/>
            <a:chExt cx="70350" cy="71075"/>
          </a:xfrm>
        </p:grpSpPr>
        <p:sp>
          <p:nvSpPr>
            <p:cNvPr id="4907" name="Google Shape;4907;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77"/>
          <p:cNvGrpSpPr/>
          <p:nvPr/>
        </p:nvGrpSpPr>
        <p:grpSpPr>
          <a:xfrm>
            <a:off x="4443099" y="2267050"/>
            <a:ext cx="508054" cy="508095"/>
            <a:chOff x="3736598" y="2170606"/>
            <a:chExt cx="404889" cy="404889"/>
          </a:xfrm>
        </p:grpSpPr>
        <p:sp>
          <p:nvSpPr>
            <p:cNvPr id="4913" name="Google Shape;4913;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77"/>
          <p:cNvGrpSpPr/>
          <p:nvPr/>
        </p:nvGrpSpPr>
        <p:grpSpPr>
          <a:xfrm>
            <a:off x="3731139" y="2267145"/>
            <a:ext cx="575790" cy="507904"/>
            <a:chOff x="3161917" y="2170682"/>
            <a:chExt cx="458870" cy="404737"/>
          </a:xfrm>
        </p:grpSpPr>
        <p:sp>
          <p:nvSpPr>
            <p:cNvPr id="4918" name="Google Shape;4918;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19" name="Google Shape;4919;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77"/>
          <p:cNvGrpSpPr/>
          <p:nvPr/>
        </p:nvGrpSpPr>
        <p:grpSpPr>
          <a:xfrm>
            <a:off x="3758669" y="3027517"/>
            <a:ext cx="520730" cy="498567"/>
            <a:chOff x="3179914" y="2889488"/>
            <a:chExt cx="422876" cy="404911"/>
          </a:xfrm>
        </p:grpSpPr>
        <p:sp>
          <p:nvSpPr>
            <p:cNvPr id="4922" name="Google Shape;4922;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77"/>
          <p:cNvGrpSpPr/>
          <p:nvPr/>
        </p:nvGrpSpPr>
        <p:grpSpPr>
          <a:xfrm>
            <a:off x="4387349" y="3027477"/>
            <a:ext cx="516145" cy="498648"/>
            <a:chOff x="3729467" y="2889422"/>
            <a:chExt cx="419153" cy="404977"/>
          </a:xfrm>
        </p:grpSpPr>
        <p:sp>
          <p:nvSpPr>
            <p:cNvPr id="4929" name="Google Shape;4929;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7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0" name="Google Shape;4940;p77"/>
          <p:cNvGrpSpPr/>
          <p:nvPr/>
        </p:nvGrpSpPr>
        <p:grpSpPr>
          <a:xfrm>
            <a:off x="7107677" y="2474362"/>
            <a:ext cx="166473" cy="141497"/>
            <a:chOff x="4660325" y="1866850"/>
            <a:chExt cx="68350" cy="58100"/>
          </a:xfrm>
        </p:grpSpPr>
        <p:sp>
          <p:nvSpPr>
            <p:cNvPr id="4941" name="Google Shape;4941;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77"/>
          <p:cNvGrpSpPr/>
          <p:nvPr/>
        </p:nvGrpSpPr>
        <p:grpSpPr>
          <a:xfrm>
            <a:off x="7417022" y="2500086"/>
            <a:ext cx="162515" cy="90049"/>
            <a:chOff x="4791775" y="1877500"/>
            <a:chExt cx="66725" cy="36975"/>
          </a:xfrm>
        </p:grpSpPr>
        <p:sp>
          <p:nvSpPr>
            <p:cNvPr id="4944" name="Google Shape;4944;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77"/>
          <p:cNvGrpSpPr/>
          <p:nvPr/>
        </p:nvGrpSpPr>
        <p:grpSpPr>
          <a:xfrm>
            <a:off x="7738734" y="2500086"/>
            <a:ext cx="144979" cy="90049"/>
            <a:chOff x="4923925" y="1877500"/>
            <a:chExt cx="59525" cy="36975"/>
          </a:xfrm>
        </p:grpSpPr>
        <p:sp>
          <p:nvSpPr>
            <p:cNvPr id="4947" name="Google Shape;4947;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77"/>
          <p:cNvGrpSpPr/>
          <p:nvPr/>
        </p:nvGrpSpPr>
        <p:grpSpPr>
          <a:xfrm>
            <a:off x="8033226" y="2482277"/>
            <a:ext cx="141447" cy="125667"/>
            <a:chOff x="5058450" y="1870100"/>
            <a:chExt cx="58075" cy="51600"/>
          </a:xfrm>
        </p:grpSpPr>
        <p:sp>
          <p:nvSpPr>
            <p:cNvPr id="4950" name="Google Shape;4950;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77"/>
          <p:cNvGrpSpPr/>
          <p:nvPr/>
        </p:nvGrpSpPr>
        <p:grpSpPr>
          <a:xfrm>
            <a:off x="7447741" y="2904685"/>
            <a:ext cx="101077" cy="107645"/>
            <a:chOff x="4811425" y="2065025"/>
            <a:chExt cx="41500" cy="44200"/>
          </a:xfrm>
        </p:grpSpPr>
        <p:sp>
          <p:nvSpPr>
            <p:cNvPr id="4953" name="Google Shape;4953;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77"/>
          <p:cNvGrpSpPr/>
          <p:nvPr/>
        </p:nvGrpSpPr>
        <p:grpSpPr>
          <a:xfrm>
            <a:off x="7740178" y="2904898"/>
            <a:ext cx="120867" cy="107218"/>
            <a:chOff x="4929875" y="2065025"/>
            <a:chExt cx="49625" cy="44025"/>
          </a:xfrm>
        </p:grpSpPr>
        <p:sp>
          <p:nvSpPr>
            <p:cNvPr id="4956" name="Google Shape;4956;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77"/>
          <p:cNvGrpSpPr/>
          <p:nvPr/>
        </p:nvGrpSpPr>
        <p:grpSpPr>
          <a:xfrm>
            <a:off x="8068847" y="2907912"/>
            <a:ext cx="70206" cy="101191"/>
            <a:chOff x="5083925" y="2066350"/>
            <a:chExt cx="28825" cy="41550"/>
          </a:xfrm>
        </p:grpSpPr>
        <p:sp>
          <p:nvSpPr>
            <p:cNvPr id="4959" name="Google Shape;4959;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77"/>
          <p:cNvGrpSpPr/>
          <p:nvPr/>
        </p:nvGrpSpPr>
        <p:grpSpPr>
          <a:xfrm>
            <a:off x="7100401" y="2923559"/>
            <a:ext cx="181026" cy="69896"/>
            <a:chOff x="4659775" y="2072775"/>
            <a:chExt cx="74325" cy="28700"/>
          </a:xfrm>
        </p:grpSpPr>
        <p:sp>
          <p:nvSpPr>
            <p:cNvPr id="4962" name="Google Shape;4962;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77"/>
          <p:cNvGrpSpPr/>
          <p:nvPr/>
        </p:nvGrpSpPr>
        <p:grpSpPr>
          <a:xfrm>
            <a:off x="8020257" y="2714124"/>
            <a:ext cx="167387" cy="89197"/>
            <a:chOff x="4662475" y="1976500"/>
            <a:chExt cx="68725" cy="36625"/>
          </a:xfrm>
        </p:grpSpPr>
        <p:sp>
          <p:nvSpPr>
            <p:cNvPr id="4966" name="Google Shape;4966;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77"/>
          <p:cNvGrpSpPr/>
          <p:nvPr/>
        </p:nvGrpSpPr>
        <p:grpSpPr>
          <a:xfrm>
            <a:off x="7717162" y="2717564"/>
            <a:ext cx="166899" cy="82317"/>
            <a:chOff x="4920150" y="1977875"/>
            <a:chExt cx="68525" cy="33800"/>
          </a:xfrm>
        </p:grpSpPr>
        <p:sp>
          <p:nvSpPr>
            <p:cNvPr id="4970" name="Google Shape;4970;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77"/>
          <p:cNvGrpSpPr/>
          <p:nvPr/>
        </p:nvGrpSpPr>
        <p:grpSpPr>
          <a:xfrm>
            <a:off x="7128319" y="3121482"/>
            <a:ext cx="125190" cy="127858"/>
            <a:chOff x="4676550" y="2160575"/>
            <a:chExt cx="51400" cy="52500"/>
          </a:xfrm>
        </p:grpSpPr>
        <p:sp>
          <p:nvSpPr>
            <p:cNvPr id="4974" name="Google Shape;4974;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77"/>
          <p:cNvGrpSpPr/>
          <p:nvPr/>
        </p:nvGrpSpPr>
        <p:grpSpPr>
          <a:xfrm>
            <a:off x="7425577" y="3128514"/>
            <a:ext cx="145405" cy="113794"/>
            <a:chOff x="4768325" y="2163475"/>
            <a:chExt cx="59700" cy="46725"/>
          </a:xfrm>
        </p:grpSpPr>
        <p:sp>
          <p:nvSpPr>
            <p:cNvPr id="4978" name="Google Shape;4978;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0" name="Google Shape;4980;p7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77"/>
          <p:cNvGrpSpPr/>
          <p:nvPr/>
        </p:nvGrpSpPr>
        <p:grpSpPr>
          <a:xfrm>
            <a:off x="7441895" y="3383608"/>
            <a:ext cx="112768" cy="106853"/>
            <a:chOff x="4768575" y="2253950"/>
            <a:chExt cx="46300" cy="43875"/>
          </a:xfrm>
        </p:grpSpPr>
        <p:sp>
          <p:nvSpPr>
            <p:cNvPr id="4987" name="Google Shape;4987;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77"/>
          <p:cNvGrpSpPr/>
          <p:nvPr/>
        </p:nvGrpSpPr>
        <p:grpSpPr>
          <a:xfrm>
            <a:off x="7741518" y="3872634"/>
            <a:ext cx="118187" cy="146246"/>
            <a:chOff x="4960900" y="2433225"/>
            <a:chExt cx="48525" cy="60050"/>
          </a:xfrm>
        </p:grpSpPr>
        <p:sp>
          <p:nvSpPr>
            <p:cNvPr id="4990" name="Google Shape;4990;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77"/>
          <p:cNvGrpSpPr/>
          <p:nvPr/>
        </p:nvGrpSpPr>
        <p:grpSpPr>
          <a:xfrm>
            <a:off x="7430083" y="4136695"/>
            <a:ext cx="136394" cy="143810"/>
            <a:chOff x="4854075" y="2527625"/>
            <a:chExt cx="56000" cy="59050"/>
          </a:xfrm>
        </p:grpSpPr>
        <p:sp>
          <p:nvSpPr>
            <p:cNvPr id="4993" name="Google Shape;4993;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5" name="Google Shape;4995;p7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8" name="Google Shape;4998;p77"/>
          <p:cNvGrpSpPr/>
          <p:nvPr/>
        </p:nvGrpSpPr>
        <p:grpSpPr>
          <a:xfrm>
            <a:off x="8054294" y="3600439"/>
            <a:ext cx="99312" cy="160797"/>
            <a:chOff x="5059700" y="2334775"/>
            <a:chExt cx="40775" cy="66025"/>
          </a:xfrm>
        </p:grpSpPr>
        <p:sp>
          <p:nvSpPr>
            <p:cNvPr id="4999" name="Google Shape;4999;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77"/>
          <p:cNvGrpSpPr/>
          <p:nvPr/>
        </p:nvGrpSpPr>
        <p:grpSpPr>
          <a:xfrm>
            <a:off x="8011458" y="3865571"/>
            <a:ext cx="184984" cy="160371"/>
            <a:chOff x="5037700" y="2430325"/>
            <a:chExt cx="75950" cy="65850"/>
          </a:xfrm>
        </p:grpSpPr>
        <p:sp>
          <p:nvSpPr>
            <p:cNvPr id="5009" name="Google Shape;5009;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77"/>
          <p:cNvGrpSpPr/>
          <p:nvPr/>
        </p:nvGrpSpPr>
        <p:grpSpPr>
          <a:xfrm>
            <a:off x="7430964" y="3632023"/>
            <a:ext cx="173014" cy="97629"/>
            <a:chOff x="4756975" y="2341800"/>
            <a:chExt cx="91975" cy="51925"/>
          </a:xfrm>
        </p:grpSpPr>
        <p:sp>
          <p:nvSpPr>
            <p:cNvPr id="5012" name="Google Shape;5012;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77"/>
          <p:cNvGrpSpPr/>
          <p:nvPr/>
        </p:nvGrpSpPr>
        <p:grpSpPr>
          <a:xfrm>
            <a:off x="7697901" y="4120720"/>
            <a:ext cx="212497" cy="175761"/>
            <a:chOff x="4943575" y="2516350"/>
            <a:chExt cx="98675" cy="81700"/>
          </a:xfrm>
        </p:grpSpPr>
        <p:sp>
          <p:nvSpPr>
            <p:cNvPr id="5033" name="Google Shape;5033;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7"/>
          <p:cNvGrpSpPr/>
          <p:nvPr/>
        </p:nvGrpSpPr>
        <p:grpSpPr>
          <a:xfrm>
            <a:off x="1955962" y="3346963"/>
            <a:ext cx="965351" cy="134611"/>
            <a:chOff x="4411970" y="2962952"/>
            <a:chExt cx="706544" cy="104212"/>
          </a:xfrm>
        </p:grpSpPr>
        <p:sp>
          <p:nvSpPr>
            <p:cNvPr id="5112" name="Google Shape;5112;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77"/>
          <p:cNvGrpSpPr/>
          <p:nvPr/>
        </p:nvGrpSpPr>
        <p:grpSpPr>
          <a:xfrm>
            <a:off x="1955962" y="2935877"/>
            <a:ext cx="960158" cy="289172"/>
            <a:chOff x="4411970" y="2726085"/>
            <a:chExt cx="643107" cy="193659"/>
          </a:xfrm>
        </p:grpSpPr>
        <p:sp>
          <p:nvSpPr>
            <p:cNvPr id="5117" name="Google Shape;5117;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77"/>
          <p:cNvGrpSpPr/>
          <p:nvPr/>
        </p:nvGrpSpPr>
        <p:grpSpPr>
          <a:xfrm>
            <a:off x="958854" y="3201987"/>
            <a:ext cx="833173" cy="259209"/>
            <a:chOff x="4411970" y="4340222"/>
            <a:chExt cx="779467" cy="242683"/>
          </a:xfrm>
        </p:grpSpPr>
        <p:sp>
          <p:nvSpPr>
            <p:cNvPr id="5121" name="Google Shape;5121;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7"/>
          <p:cNvGrpSpPr/>
          <p:nvPr/>
        </p:nvGrpSpPr>
        <p:grpSpPr>
          <a:xfrm>
            <a:off x="1955962" y="2597733"/>
            <a:ext cx="965160" cy="216230"/>
            <a:chOff x="4411970" y="2468674"/>
            <a:chExt cx="747317" cy="167425"/>
          </a:xfrm>
        </p:grpSpPr>
        <p:sp>
          <p:nvSpPr>
            <p:cNvPr id="5125" name="Google Shape;5125;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77"/>
          <p:cNvGrpSpPr/>
          <p:nvPr/>
        </p:nvGrpSpPr>
        <p:grpSpPr>
          <a:xfrm>
            <a:off x="954709" y="2502450"/>
            <a:ext cx="810451" cy="319148"/>
            <a:chOff x="4411970" y="3686602"/>
            <a:chExt cx="797845" cy="314215"/>
          </a:xfrm>
        </p:grpSpPr>
        <p:sp>
          <p:nvSpPr>
            <p:cNvPr id="5128" name="Google Shape;5128;p7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3" name="Google Shape;5133;p7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4" name="Google Shape;5134;p77"/>
          <p:cNvGrpSpPr/>
          <p:nvPr/>
        </p:nvGrpSpPr>
        <p:grpSpPr>
          <a:xfrm>
            <a:off x="954806" y="2256974"/>
            <a:ext cx="1970333" cy="208784"/>
            <a:chOff x="6336019" y="3733725"/>
            <a:chExt cx="2566206" cy="351310"/>
          </a:xfrm>
        </p:grpSpPr>
        <p:sp>
          <p:nvSpPr>
            <p:cNvPr id="5135" name="Google Shape;5135;p7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77"/>
          <p:cNvGrpSpPr/>
          <p:nvPr/>
        </p:nvGrpSpPr>
        <p:grpSpPr>
          <a:xfrm>
            <a:off x="1955962" y="3864529"/>
            <a:ext cx="946551" cy="153200"/>
            <a:chOff x="4404545" y="3301592"/>
            <a:chExt cx="782403" cy="129272"/>
          </a:xfrm>
        </p:grpSpPr>
        <p:sp>
          <p:nvSpPr>
            <p:cNvPr id="5140" name="Google Shape;5140;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77"/>
          <p:cNvGrpSpPr/>
          <p:nvPr/>
        </p:nvGrpSpPr>
        <p:grpSpPr>
          <a:xfrm>
            <a:off x="1955962" y="3603488"/>
            <a:ext cx="962257" cy="139127"/>
            <a:chOff x="4411970" y="3131459"/>
            <a:chExt cx="710520" cy="117397"/>
          </a:xfrm>
        </p:grpSpPr>
        <p:sp>
          <p:nvSpPr>
            <p:cNvPr id="5143" name="Google Shape;5143;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145" name="Google Shape;5145;p7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6" name="Google Shape;5146;p77"/>
          <p:cNvGrpSpPr/>
          <p:nvPr/>
        </p:nvGrpSpPr>
        <p:grpSpPr>
          <a:xfrm>
            <a:off x="956107" y="3538282"/>
            <a:ext cx="823838" cy="458988"/>
            <a:chOff x="4411970" y="1801825"/>
            <a:chExt cx="734586" cy="409262"/>
          </a:xfrm>
        </p:grpSpPr>
        <p:sp>
          <p:nvSpPr>
            <p:cNvPr id="5147" name="Google Shape;5147;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77"/>
          <p:cNvGrpSpPr/>
          <p:nvPr/>
        </p:nvGrpSpPr>
        <p:grpSpPr>
          <a:xfrm>
            <a:off x="956107" y="4086708"/>
            <a:ext cx="856348" cy="212039"/>
            <a:chOff x="4411970" y="2233974"/>
            <a:chExt cx="763574" cy="189068"/>
          </a:xfrm>
        </p:grpSpPr>
        <p:sp>
          <p:nvSpPr>
            <p:cNvPr id="5150" name="Google Shape;5150;p7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77"/>
          <p:cNvGrpSpPr/>
          <p:nvPr/>
        </p:nvGrpSpPr>
        <p:grpSpPr>
          <a:xfrm>
            <a:off x="3066303" y="2262044"/>
            <a:ext cx="511602" cy="511602"/>
            <a:chOff x="5681300" y="2527788"/>
            <a:chExt cx="805800" cy="805800"/>
          </a:xfrm>
        </p:grpSpPr>
        <p:sp>
          <p:nvSpPr>
            <p:cNvPr id="5153" name="Google Shape;5153;p7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77"/>
          <p:cNvGrpSpPr/>
          <p:nvPr/>
        </p:nvGrpSpPr>
        <p:grpSpPr>
          <a:xfrm>
            <a:off x="3063497" y="3028627"/>
            <a:ext cx="513021" cy="512935"/>
            <a:chOff x="4049800" y="640400"/>
            <a:chExt cx="858900" cy="858900"/>
          </a:xfrm>
        </p:grpSpPr>
        <p:sp>
          <p:nvSpPr>
            <p:cNvPr id="5156" name="Google Shape;5156;p7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7"/>
          <p:cNvGrpSpPr/>
          <p:nvPr/>
        </p:nvGrpSpPr>
        <p:grpSpPr>
          <a:xfrm>
            <a:off x="2980696" y="3680519"/>
            <a:ext cx="686489" cy="686585"/>
            <a:chOff x="5080188" y="927900"/>
            <a:chExt cx="961200" cy="961200"/>
          </a:xfrm>
        </p:grpSpPr>
        <p:sp>
          <p:nvSpPr>
            <p:cNvPr id="5159" name="Google Shape;5159;p7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77"/>
          <p:cNvGrpSpPr/>
          <p:nvPr/>
        </p:nvGrpSpPr>
        <p:grpSpPr>
          <a:xfrm>
            <a:off x="3763848" y="3773248"/>
            <a:ext cx="510373" cy="510937"/>
            <a:chOff x="7508249" y="1522825"/>
            <a:chExt cx="1326332" cy="1322987"/>
          </a:xfrm>
        </p:grpSpPr>
        <p:sp>
          <p:nvSpPr>
            <p:cNvPr id="5168" name="Google Shape;5168;p7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77"/>
          <p:cNvGrpSpPr/>
          <p:nvPr/>
        </p:nvGrpSpPr>
        <p:grpSpPr>
          <a:xfrm>
            <a:off x="4455441" y="3774653"/>
            <a:ext cx="492652" cy="503348"/>
            <a:chOff x="6039282" y="1042577"/>
            <a:chExt cx="734315" cy="731929"/>
          </a:xfrm>
        </p:grpSpPr>
        <p:sp>
          <p:nvSpPr>
            <p:cNvPr id="5179" name="Google Shape;5179;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77"/>
          <p:cNvGrpSpPr/>
          <p:nvPr/>
        </p:nvGrpSpPr>
        <p:grpSpPr>
          <a:xfrm>
            <a:off x="5095855" y="2270694"/>
            <a:ext cx="483304" cy="504902"/>
            <a:chOff x="1825800" y="1651625"/>
            <a:chExt cx="568125" cy="591775"/>
          </a:xfrm>
        </p:grpSpPr>
        <p:sp>
          <p:nvSpPr>
            <p:cNvPr id="5201" name="Google Shape;5201;p7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7" name="Google Shape;5207;p7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4" name="Shape 5214"/>
        <p:cNvGrpSpPr/>
        <p:nvPr/>
      </p:nvGrpSpPr>
      <p:grpSpPr>
        <a:xfrm>
          <a:off x="0" y="0"/>
          <a:ext cx="0" cy="0"/>
          <a:chOff x="0" y="0"/>
          <a:chExt cx="0" cy="0"/>
        </a:xfrm>
      </p:grpSpPr>
      <p:grpSp>
        <p:nvGrpSpPr>
          <p:cNvPr id="5215" name="Google Shape;5215;p78"/>
          <p:cNvGrpSpPr/>
          <p:nvPr/>
        </p:nvGrpSpPr>
        <p:grpSpPr>
          <a:xfrm>
            <a:off x="722059" y="974193"/>
            <a:ext cx="2492868" cy="1379876"/>
            <a:chOff x="2654821" y="2311071"/>
            <a:chExt cx="2279715" cy="1262120"/>
          </a:xfrm>
        </p:grpSpPr>
        <p:grpSp>
          <p:nvGrpSpPr>
            <p:cNvPr id="5216" name="Google Shape;5216;p78"/>
            <p:cNvGrpSpPr/>
            <p:nvPr/>
          </p:nvGrpSpPr>
          <p:grpSpPr>
            <a:xfrm>
              <a:off x="4034269" y="2840745"/>
              <a:ext cx="40212" cy="36437"/>
              <a:chOff x="4293400" y="2574725"/>
              <a:chExt cx="84425" cy="80100"/>
            </a:xfrm>
          </p:grpSpPr>
          <p:sp>
            <p:nvSpPr>
              <p:cNvPr id="5217" name="Google Shape;5217;p7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218" name="Google Shape;5218;p7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78"/>
            <p:cNvGrpSpPr/>
            <p:nvPr/>
          </p:nvGrpSpPr>
          <p:grpSpPr>
            <a:xfrm>
              <a:off x="3894606" y="2334874"/>
              <a:ext cx="913198" cy="518984"/>
              <a:chOff x="4000175" y="1462675"/>
              <a:chExt cx="1917275" cy="1140875"/>
            </a:xfrm>
          </p:grpSpPr>
          <p:sp>
            <p:nvSpPr>
              <p:cNvPr id="5220" name="Google Shape;5220;p7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221" name="Google Shape;5221;p78"/>
              <p:cNvGrpSpPr/>
              <p:nvPr/>
            </p:nvGrpSpPr>
            <p:grpSpPr>
              <a:xfrm>
                <a:off x="4000175" y="1462675"/>
                <a:ext cx="1917275" cy="1140875"/>
                <a:chOff x="4000175" y="1462675"/>
                <a:chExt cx="1917275" cy="1140875"/>
              </a:xfrm>
            </p:grpSpPr>
            <p:sp>
              <p:nvSpPr>
                <p:cNvPr id="5222" name="Google Shape;5222;p7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223" name="Google Shape;5223;p7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227" name="Google Shape;5227;p7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8" name="Google Shape;5228;p78"/>
            <p:cNvGrpSpPr/>
            <p:nvPr/>
          </p:nvGrpSpPr>
          <p:grpSpPr>
            <a:xfrm>
              <a:off x="3875768" y="2846704"/>
              <a:ext cx="44796" cy="47366"/>
              <a:chOff x="3960625" y="2587825"/>
              <a:chExt cx="94050" cy="104125"/>
            </a:xfrm>
          </p:grpSpPr>
          <p:sp>
            <p:nvSpPr>
              <p:cNvPr id="5229" name="Google Shape;5229;p7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230" name="Google Shape;5230;p7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78"/>
            <p:cNvGrpSpPr/>
            <p:nvPr/>
          </p:nvGrpSpPr>
          <p:grpSpPr>
            <a:xfrm>
              <a:off x="3782759" y="2807162"/>
              <a:ext cx="82686" cy="85487"/>
              <a:chOff x="3765350" y="2500900"/>
              <a:chExt cx="173600" cy="187925"/>
            </a:xfrm>
          </p:grpSpPr>
          <p:sp>
            <p:nvSpPr>
              <p:cNvPr id="5232" name="Google Shape;5232;p7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233" name="Google Shape;5233;p7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78"/>
            <p:cNvGrpSpPr/>
            <p:nvPr/>
          </p:nvGrpSpPr>
          <p:grpSpPr>
            <a:xfrm>
              <a:off x="3775674" y="2798496"/>
              <a:ext cx="40545" cy="23564"/>
              <a:chOff x="3750475" y="2481850"/>
              <a:chExt cx="85125" cy="51800"/>
            </a:xfrm>
          </p:grpSpPr>
          <p:sp>
            <p:nvSpPr>
              <p:cNvPr id="5239" name="Google Shape;5239;p7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241" name="Google Shape;5241;p78"/>
            <p:cNvGrpSpPr/>
            <p:nvPr/>
          </p:nvGrpSpPr>
          <p:grpSpPr>
            <a:xfrm>
              <a:off x="3716946" y="2776024"/>
              <a:ext cx="81971" cy="76912"/>
              <a:chOff x="3627175" y="2432450"/>
              <a:chExt cx="172100" cy="169075"/>
            </a:xfrm>
          </p:grpSpPr>
          <p:sp>
            <p:nvSpPr>
              <p:cNvPr id="5242" name="Google Shape;5242;p7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244" name="Google Shape;5244;p7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245" name="Google Shape;5245;p78"/>
            <p:cNvGrpSpPr/>
            <p:nvPr/>
          </p:nvGrpSpPr>
          <p:grpSpPr>
            <a:xfrm>
              <a:off x="3685682" y="2845624"/>
              <a:ext cx="29311" cy="45055"/>
              <a:chOff x="3561536" y="2585450"/>
              <a:chExt cx="61539" cy="99045"/>
            </a:xfrm>
          </p:grpSpPr>
          <p:sp>
            <p:nvSpPr>
              <p:cNvPr id="5246" name="Google Shape;5246;p7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248" name="Google Shape;5248;p78"/>
            <p:cNvGrpSpPr/>
            <p:nvPr/>
          </p:nvGrpSpPr>
          <p:grpSpPr>
            <a:xfrm>
              <a:off x="3849905" y="2572252"/>
              <a:ext cx="74339" cy="119559"/>
              <a:chOff x="3906325" y="1984500"/>
              <a:chExt cx="156075" cy="262825"/>
            </a:xfrm>
          </p:grpSpPr>
          <p:sp>
            <p:nvSpPr>
              <p:cNvPr id="5249" name="Google Shape;5249;p7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250" name="Google Shape;5250;p7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78"/>
            <p:cNvGrpSpPr/>
            <p:nvPr/>
          </p:nvGrpSpPr>
          <p:grpSpPr>
            <a:xfrm>
              <a:off x="2654821" y="2414345"/>
              <a:ext cx="667570" cy="558731"/>
              <a:chOff x="1397225" y="1637375"/>
              <a:chExt cx="1401575" cy="1228250"/>
            </a:xfrm>
          </p:grpSpPr>
          <p:sp>
            <p:nvSpPr>
              <p:cNvPr id="5252" name="Google Shape;5252;p7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253" name="Google Shape;5253;p78"/>
              <p:cNvGrpSpPr/>
              <p:nvPr/>
            </p:nvGrpSpPr>
            <p:grpSpPr>
              <a:xfrm>
                <a:off x="1397225" y="1637375"/>
                <a:ext cx="1398775" cy="1228250"/>
                <a:chOff x="1397225" y="1637375"/>
                <a:chExt cx="1398775" cy="1228250"/>
              </a:xfrm>
            </p:grpSpPr>
            <p:sp>
              <p:nvSpPr>
                <p:cNvPr id="5254" name="Google Shape;5254;p7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6" name="Google Shape;5256;p78"/>
            <p:cNvGrpSpPr/>
            <p:nvPr/>
          </p:nvGrpSpPr>
          <p:grpSpPr>
            <a:xfrm>
              <a:off x="3230417" y="3103734"/>
              <a:ext cx="282982" cy="280332"/>
              <a:chOff x="2605700" y="3152850"/>
              <a:chExt cx="594125" cy="616250"/>
            </a:xfrm>
          </p:grpSpPr>
          <p:sp>
            <p:nvSpPr>
              <p:cNvPr id="5257" name="Google Shape;5257;p7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258" name="Google Shape;5258;p7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259" name="Google Shape;5259;p78"/>
            <p:cNvGrpSpPr/>
            <p:nvPr/>
          </p:nvGrpSpPr>
          <p:grpSpPr>
            <a:xfrm>
              <a:off x="3265985" y="3226989"/>
              <a:ext cx="87151" cy="346202"/>
              <a:chOff x="2680375" y="3423800"/>
              <a:chExt cx="182975" cy="761050"/>
            </a:xfrm>
          </p:grpSpPr>
          <p:sp>
            <p:nvSpPr>
              <p:cNvPr id="5260" name="Google Shape;5260;p7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261" name="Google Shape;5261;p7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8"/>
            <p:cNvGrpSpPr/>
            <p:nvPr/>
          </p:nvGrpSpPr>
          <p:grpSpPr>
            <a:xfrm>
              <a:off x="3855466" y="3289811"/>
              <a:ext cx="112514" cy="94210"/>
              <a:chOff x="3918000" y="3561900"/>
              <a:chExt cx="236225" cy="207100"/>
            </a:xfrm>
          </p:grpSpPr>
          <p:sp>
            <p:nvSpPr>
              <p:cNvPr id="5263" name="Google Shape;5263;p7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264" name="Google Shape;5264;p7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5" name="Google Shape;5265;p7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268" name="Google Shape;5268;p78"/>
            <p:cNvGrpSpPr/>
            <p:nvPr/>
          </p:nvGrpSpPr>
          <p:grpSpPr>
            <a:xfrm>
              <a:off x="2905224" y="2311071"/>
              <a:ext cx="596721" cy="528992"/>
              <a:chOff x="1922950" y="1410350"/>
              <a:chExt cx="1252825" cy="1162875"/>
            </a:xfrm>
          </p:grpSpPr>
          <p:sp>
            <p:nvSpPr>
              <p:cNvPr id="5269" name="Google Shape;5269;p7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285" name="Google Shape;5285;p7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305" name="Google Shape;5305;p7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306" name="Google Shape;5306;p7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7" name="Google Shape;5307;p78"/>
            <p:cNvGrpSpPr/>
            <p:nvPr/>
          </p:nvGrpSpPr>
          <p:grpSpPr>
            <a:xfrm>
              <a:off x="3280929" y="3294542"/>
              <a:ext cx="109894" cy="272224"/>
              <a:chOff x="2711750" y="3572300"/>
              <a:chExt cx="230725" cy="598425"/>
            </a:xfrm>
          </p:grpSpPr>
          <p:sp>
            <p:nvSpPr>
              <p:cNvPr id="5308" name="Google Shape;5308;p7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0" name="Google Shape;5310;p7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1" name="Google Shape;5311;p78"/>
            <p:cNvGrpSpPr/>
            <p:nvPr/>
          </p:nvGrpSpPr>
          <p:grpSpPr>
            <a:xfrm>
              <a:off x="3790439" y="2408636"/>
              <a:ext cx="73017" cy="75684"/>
              <a:chOff x="3781475" y="1624825"/>
              <a:chExt cx="153300" cy="166375"/>
            </a:xfrm>
          </p:grpSpPr>
          <p:sp>
            <p:nvSpPr>
              <p:cNvPr id="5312" name="Google Shape;5312;p7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6" name="Google Shape;5316;p7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3" name="Google Shape;5323;p78"/>
            <p:cNvGrpSpPr/>
            <p:nvPr/>
          </p:nvGrpSpPr>
          <p:grpSpPr>
            <a:xfrm>
              <a:off x="4403342" y="3107749"/>
              <a:ext cx="316680" cy="101374"/>
              <a:chOff x="5068275" y="3161675"/>
              <a:chExt cx="664875" cy="222850"/>
            </a:xfrm>
          </p:grpSpPr>
          <p:sp>
            <p:nvSpPr>
              <p:cNvPr id="5324" name="Google Shape;5324;p7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8" name="Google Shape;5328;p7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7" name="Google Shape;5357;p78"/>
            <p:cNvGrpSpPr/>
            <p:nvPr/>
          </p:nvGrpSpPr>
          <p:grpSpPr>
            <a:xfrm>
              <a:off x="3697513" y="2707266"/>
              <a:ext cx="59549" cy="79733"/>
              <a:chOff x="3586375" y="2281300"/>
              <a:chExt cx="125025" cy="175275"/>
            </a:xfrm>
          </p:grpSpPr>
          <p:sp>
            <p:nvSpPr>
              <p:cNvPr id="5358" name="Google Shape;5358;p7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0" name="Google Shape;5360;p7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1" name="Google Shape;5361;p78"/>
            <p:cNvGrpSpPr/>
            <p:nvPr/>
          </p:nvGrpSpPr>
          <p:grpSpPr>
            <a:xfrm>
              <a:off x="4513224" y="3221724"/>
              <a:ext cx="274563" cy="280321"/>
              <a:chOff x="5298975" y="3412225"/>
              <a:chExt cx="576450" cy="616225"/>
            </a:xfrm>
          </p:grpSpPr>
          <p:sp>
            <p:nvSpPr>
              <p:cNvPr id="5362" name="Google Shape;5362;p7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363" name="Google Shape;5363;p7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78"/>
            <p:cNvGrpSpPr/>
            <p:nvPr/>
          </p:nvGrpSpPr>
          <p:grpSpPr>
            <a:xfrm>
              <a:off x="4824403" y="3421846"/>
              <a:ext cx="110132" cy="130647"/>
              <a:chOff x="5952300" y="3852150"/>
              <a:chExt cx="231225" cy="287200"/>
            </a:xfrm>
          </p:grpSpPr>
          <p:sp>
            <p:nvSpPr>
              <p:cNvPr id="5365" name="Google Shape;5365;p7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7" name="Google Shape;5367;p7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5" name="Google Shape;5375;p78"/>
            <p:cNvGrpSpPr/>
            <p:nvPr/>
          </p:nvGrpSpPr>
          <p:grpSpPr>
            <a:xfrm>
              <a:off x="4295710" y="3079670"/>
              <a:ext cx="14968" cy="27135"/>
              <a:chOff x="4842300" y="3099950"/>
              <a:chExt cx="31425" cy="59650"/>
            </a:xfrm>
          </p:grpSpPr>
          <p:sp>
            <p:nvSpPr>
              <p:cNvPr id="5376" name="Google Shape;5376;p7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0" name="Google Shape;5380;p7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8" name="Google Shape;5388;p78"/>
            <p:cNvGrpSpPr/>
            <p:nvPr/>
          </p:nvGrpSpPr>
          <p:grpSpPr>
            <a:xfrm>
              <a:off x="3831056" y="2816010"/>
              <a:ext cx="37378" cy="27612"/>
              <a:chOff x="3866750" y="2520350"/>
              <a:chExt cx="78475" cy="60700"/>
            </a:xfrm>
          </p:grpSpPr>
          <p:sp>
            <p:nvSpPr>
              <p:cNvPr id="5389" name="Google Shape;5389;p7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3" name="Google Shape;5393;p7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10" name="Google Shape;5410;p7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22" name="Google Shape;5422;p7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5" name="Google Shape;5435;p78"/>
            <p:cNvGrpSpPr/>
            <p:nvPr/>
          </p:nvGrpSpPr>
          <p:grpSpPr>
            <a:xfrm>
              <a:off x="3632736" y="3051591"/>
              <a:ext cx="63288" cy="45217"/>
              <a:chOff x="3450375" y="3038225"/>
              <a:chExt cx="132875" cy="99400"/>
            </a:xfrm>
          </p:grpSpPr>
          <p:sp>
            <p:nvSpPr>
              <p:cNvPr id="5436" name="Google Shape;5436;p7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8" name="Google Shape;5438;p7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47" name="Google Shape;5447;p7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57" name="Google Shape;5457;p7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63" name="Google Shape;5463;p7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78"/>
          <p:cNvGrpSpPr/>
          <p:nvPr/>
        </p:nvGrpSpPr>
        <p:grpSpPr>
          <a:xfrm>
            <a:off x="719116" y="2869970"/>
            <a:ext cx="2622876" cy="1333540"/>
            <a:chOff x="238125" y="1038125"/>
            <a:chExt cx="7146800" cy="3633625"/>
          </a:xfrm>
        </p:grpSpPr>
        <p:sp>
          <p:nvSpPr>
            <p:cNvPr id="5474" name="Google Shape;5474;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8"/>
          <p:cNvGrpSpPr/>
          <p:nvPr/>
        </p:nvGrpSpPr>
        <p:grpSpPr>
          <a:xfrm>
            <a:off x="5834044" y="1012080"/>
            <a:ext cx="2590840" cy="1380235"/>
            <a:chOff x="233350" y="949250"/>
            <a:chExt cx="7137300" cy="3802300"/>
          </a:xfrm>
        </p:grpSpPr>
        <p:sp>
          <p:nvSpPr>
            <p:cNvPr id="7047" name="Google Shape;7047;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8"/>
          <p:cNvGrpSpPr/>
          <p:nvPr/>
        </p:nvGrpSpPr>
        <p:grpSpPr>
          <a:xfrm>
            <a:off x="7648473" y="3056853"/>
            <a:ext cx="104231" cy="320340"/>
            <a:chOff x="7564426" y="3224343"/>
            <a:chExt cx="119985" cy="368801"/>
          </a:xfrm>
        </p:grpSpPr>
        <p:sp>
          <p:nvSpPr>
            <p:cNvPr id="7099" name="Google Shape;7099;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8"/>
          <p:cNvGrpSpPr/>
          <p:nvPr/>
        </p:nvGrpSpPr>
        <p:grpSpPr>
          <a:xfrm>
            <a:off x="7347962" y="3050954"/>
            <a:ext cx="189489" cy="332132"/>
            <a:chOff x="8370831" y="3202002"/>
            <a:chExt cx="218129" cy="382376"/>
          </a:xfrm>
        </p:grpSpPr>
        <p:sp>
          <p:nvSpPr>
            <p:cNvPr id="7102" name="Google Shape;7102;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8"/>
          <p:cNvGrpSpPr/>
          <p:nvPr/>
        </p:nvGrpSpPr>
        <p:grpSpPr>
          <a:xfrm>
            <a:off x="8071351" y="3462086"/>
            <a:ext cx="309429" cy="267000"/>
            <a:chOff x="6742064" y="3750480"/>
            <a:chExt cx="399315" cy="344560"/>
          </a:xfrm>
        </p:grpSpPr>
        <p:sp>
          <p:nvSpPr>
            <p:cNvPr id="7105" name="Google Shape;7105;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8"/>
          <p:cNvGrpSpPr/>
          <p:nvPr/>
        </p:nvGrpSpPr>
        <p:grpSpPr>
          <a:xfrm>
            <a:off x="7610370" y="3813134"/>
            <a:ext cx="180437" cy="281608"/>
            <a:chOff x="7248525" y="3739696"/>
            <a:chExt cx="230531" cy="359790"/>
          </a:xfrm>
        </p:grpSpPr>
        <p:sp>
          <p:nvSpPr>
            <p:cNvPr id="7108" name="Google Shape;7108;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8"/>
          <p:cNvGrpSpPr/>
          <p:nvPr/>
        </p:nvGrpSpPr>
        <p:grpSpPr>
          <a:xfrm>
            <a:off x="7856289" y="3456358"/>
            <a:ext cx="162896" cy="278710"/>
            <a:chOff x="7601242" y="3729267"/>
            <a:chExt cx="222566" cy="380803"/>
          </a:xfrm>
        </p:grpSpPr>
        <p:sp>
          <p:nvSpPr>
            <p:cNvPr id="7111" name="Google Shape;7111;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3" name="Google Shape;7113;p78"/>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4" name="Google Shape;7114;p78"/>
          <p:cNvGrpSpPr/>
          <p:nvPr/>
        </p:nvGrpSpPr>
        <p:grpSpPr>
          <a:xfrm>
            <a:off x="7345935" y="3457498"/>
            <a:ext cx="193543" cy="275990"/>
            <a:chOff x="8304647" y="3738687"/>
            <a:chExt cx="225076" cy="320956"/>
          </a:xfrm>
        </p:grpSpPr>
        <p:sp>
          <p:nvSpPr>
            <p:cNvPr id="7115" name="Google Shape;7115;p7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8"/>
          <p:cNvGrpSpPr/>
          <p:nvPr/>
        </p:nvGrpSpPr>
        <p:grpSpPr>
          <a:xfrm>
            <a:off x="7618427" y="3457498"/>
            <a:ext cx="178492" cy="275990"/>
            <a:chOff x="8615101" y="3738687"/>
            <a:chExt cx="207573" cy="320956"/>
          </a:xfrm>
        </p:grpSpPr>
        <p:sp>
          <p:nvSpPr>
            <p:cNvPr id="7119" name="Google Shape;7119;p7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2" name="Google Shape;7122;p78"/>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3" name="Google Shape;7123;p78"/>
          <p:cNvGrpSpPr/>
          <p:nvPr/>
        </p:nvGrpSpPr>
        <p:grpSpPr>
          <a:xfrm>
            <a:off x="6013132" y="3578986"/>
            <a:ext cx="557671" cy="511283"/>
            <a:chOff x="6015419" y="3716859"/>
            <a:chExt cx="557671" cy="511283"/>
          </a:xfrm>
        </p:grpSpPr>
        <p:sp>
          <p:nvSpPr>
            <p:cNvPr id="7124" name="Google Shape;7124;p7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78"/>
            <p:cNvGrpSpPr/>
            <p:nvPr/>
          </p:nvGrpSpPr>
          <p:grpSpPr>
            <a:xfrm>
              <a:off x="6036094" y="3716980"/>
              <a:ext cx="529860" cy="510468"/>
              <a:chOff x="6036094" y="3716980"/>
              <a:chExt cx="529860" cy="510468"/>
            </a:xfrm>
          </p:grpSpPr>
          <p:sp>
            <p:nvSpPr>
              <p:cNvPr id="7126" name="Google Shape;7126;p7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6" name="Google Shape;7136;p78"/>
          <p:cNvGrpSpPr/>
          <p:nvPr/>
        </p:nvGrpSpPr>
        <p:grpSpPr>
          <a:xfrm>
            <a:off x="6642017" y="2935755"/>
            <a:ext cx="576302" cy="511871"/>
            <a:chOff x="6644304" y="3073628"/>
            <a:chExt cx="576302" cy="511871"/>
          </a:xfrm>
        </p:grpSpPr>
        <p:sp>
          <p:nvSpPr>
            <p:cNvPr id="7137" name="Google Shape;7137;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8" name="Google Shape;7138;p78"/>
            <p:cNvGrpSpPr/>
            <p:nvPr/>
          </p:nvGrpSpPr>
          <p:grpSpPr>
            <a:xfrm>
              <a:off x="6712169" y="3085440"/>
              <a:ext cx="481622" cy="494913"/>
              <a:chOff x="6712169" y="3085440"/>
              <a:chExt cx="481622" cy="494913"/>
            </a:xfrm>
          </p:grpSpPr>
          <p:sp>
            <p:nvSpPr>
              <p:cNvPr id="7139" name="Google Shape;7139;p7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4" name="Google Shape;7144;p7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7" name="Google Shape;7147;p78"/>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8" name="Google Shape;7148;p78"/>
          <p:cNvGrpSpPr/>
          <p:nvPr/>
        </p:nvGrpSpPr>
        <p:grpSpPr>
          <a:xfrm>
            <a:off x="6649868" y="3578750"/>
            <a:ext cx="560631" cy="511352"/>
            <a:chOff x="6652154" y="3716623"/>
            <a:chExt cx="560631" cy="511352"/>
          </a:xfrm>
        </p:grpSpPr>
        <p:sp>
          <p:nvSpPr>
            <p:cNvPr id="7149" name="Google Shape;7149;p7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78"/>
            <p:cNvGrpSpPr/>
            <p:nvPr/>
          </p:nvGrpSpPr>
          <p:grpSpPr>
            <a:xfrm>
              <a:off x="6669657" y="3716715"/>
              <a:ext cx="466779" cy="464290"/>
              <a:chOff x="6669657" y="3716715"/>
              <a:chExt cx="466779" cy="464290"/>
            </a:xfrm>
          </p:grpSpPr>
          <p:sp>
            <p:nvSpPr>
              <p:cNvPr id="7151" name="Google Shape;7151;p7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4" name="Google Shape;7164;p78"/>
          <p:cNvGrpSpPr/>
          <p:nvPr/>
        </p:nvGrpSpPr>
        <p:grpSpPr>
          <a:xfrm>
            <a:off x="7843959" y="3860159"/>
            <a:ext cx="187557" cy="187557"/>
            <a:chOff x="8565775" y="671075"/>
            <a:chExt cx="441000" cy="441000"/>
          </a:xfrm>
        </p:grpSpPr>
        <p:sp>
          <p:nvSpPr>
            <p:cNvPr id="7165" name="Google Shape;7165;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78"/>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8"/>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9" name="Google Shape;7169;p78"/>
          <p:cNvGrpSpPr/>
          <p:nvPr/>
        </p:nvGrpSpPr>
        <p:grpSpPr>
          <a:xfrm>
            <a:off x="5997814" y="2938377"/>
            <a:ext cx="587871" cy="512373"/>
            <a:chOff x="6000100" y="3076250"/>
            <a:chExt cx="587871" cy="512373"/>
          </a:xfrm>
        </p:grpSpPr>
        <p:sp>
          <p:nvSpPr>
            <p:cNvPr id="7170" name="Google Shape;7170;p7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1" name="Google Shape;7171;p78"/>
            <p:cNvGrpSpPr/>
            <p:nvPr/>
          </p:nvGrpSpPr>
          <p:grpSpPr>
            <a:xfrm>
              <a:off x="6031360" y="3076713"/>
              <a:ext cx="539107" cy="480965"/>
              <a:chOff x="6031360" y="3076713"/>
              <a:chExt cx="539107" cy="480965"/>
            </a:xfrm>
          </p:grpSpPr>
          <p:sp>
            <p:nvSpPr>
              <p:cNvPr id="7172" name="Google Shape;7172;p7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9" name="Google Shape;7179;p78"/>
          <p:cNvGrpSpPr/>
          <p:nvPr/>
        </p:nvGrpSpPr>
        <p:grpSpPr>
          <a:xfrm>
            <a:off x="3416805" y="919691"/>
            <a:ext cx="2310381" cy="1488888"/>
            <a:chOff x="229225" y="549050"/>
            <a:chExt cx="7161750" cy="4615275"/>
          </a:xfrm>
        </p:grpSpPr>
        <p:sp>
          <p:nvSpPr>
            <p:cNvPr id="7180" name="Google Shape;7180;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78"/>
          <p:cNvGrpSpPr/>
          <p:nvPr/>
        </p:nvGrpSpPr>
        <p:grpSpPr>
          <a:xfrm>
            <a:off x="3514723" y="2849588"/>
            <a:ext cx="2310282" cy="1374222"/>
            <a:chOff x="238125" y="732525"/>
            <a:chExt cx="7130500" cy="4241425"/>
          </a:xfrm>
        </p:grpSpPr>
        <p:sp>
          <p:nvSpPr>
            <p:cNvPr id="7298" name="Google Shape;7298;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5" name="Shape 7415"/>
        <p:cNvGrpSpPr/>
        <p:nvPr/>
      </p:nvGrpSpPr>
      <p:grpSpPr>
        <a:xfrm>
          <a:off x="0" y="0"/>
          <a:ext cx="0" cy="0"/>
          <a:chOff x="0" y="0"/>
          <a:chExt cx="0" cy="0"/>
        </a:xfrm>
      </p:grpSpPr>
      <p:grpSp>
        <p:nvGrpSpPr>
          <p:cNvPr id="7416" name="Google Shape;7416;p79"/>
          <p:cNvGrpSpPr/>
          <p:nvPr/>
        </p:nvGrpSpPr>
        <p:grpSpPr>
          <a:xfrm>
            <a:off x="725414" y="969763"/>
            <a:ext cx="2507799" cy="206239"/>
            <a:chOff x="106648" y="895722"/>
            <a:chExt cx="4481413" cy="374300"/>
          </a:xfrm>
        </p:grpSpPr>
        <p:grpSp>
          <p:nvGrpSpPr>
            <p:cNvPr id="7417" name="Google Shape;7417;p79"/>
            <p:cNvGrpSpPr/>
            <p:nvPr/>
          </p:nvGrpSpPr>
          <p:grpSpPr>
            <a:xfrm>
              <a:off x="2233276" y="895722"/>
              <a:ext cx="1082667" cy="223591"/>
              <a:chOff x="4808316" y="2800065"/>
              <a:chExt cx="1999386" cy="412910"/>
            </a:xfrm>
          </p:grpSpPr>
          <p:sp>
            <p:nvSpPr>
              <p:cNvPr id="7418" name="Google Shape;7418;p7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9" name="Google Shape;7419;p79"/>
              <p:cNvGrpSpPr/>
              <p:nvPr/>
            </p:nvGrpSpPr>
            <p:grpSpPr>
              <a:xfrm>
                <a:off x="4808316" y="2800065"/>
                <a:ext cx="92400" cy="411825"/>
                <a:chOff x="845575" y="2563700"/>
                <a:chExt cx="92400" cy="411825"/>
              </a:xfrm>
            </p:grpSpPr>
            <p:cxnSp>
              <p:nvCxnSpPr>
                <p:cNvPr id="7420" name="Google Shape;7420;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21" name="Google Shape;7421;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2" name="Google Shape;7422;p79"/>
            <p:cNvGrpSpPr/>
            <p:nvPr/>
          </p:nvGrpSpPr>
          <p:grpSpPr>
            <a:xfrm>
              <a:off x="106648" y="895722"/>
              <a:ext cx="1088401" cy="223591"/>
              <a:chOff x="881025" y="2800065"/>
              <a:chExt cx="2009975" cy="412910"/>
            </a:xfrm>
          </p:grpSpPr>
          <p:sp>
            <p:nvSpPr>
              <p:cNvPr id="7423" name="Google Shape;7423;p7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4" name="Google Shape;7424;p79"/>
              <p:cNvGrpSpPr/>
              <p:nvPr/>
            </p:nvGrpSpPr>
            <p:grpSpPr>
              <a:xfrm>
                <a:off x="881025" y="2800065"/>
                <a:ext cx="92400" cy="411825"/>
                <a:chOff x="845575" y="2563700"/>
                <a:chExt cx="92400" cy="411825"/>
              </a:xfrm>
            </p:grpSpPr>
            <p:cxnSp>
              <p:nvCxnSpPr>
                <p:cNvPr id="7425" name="Google Shape;7425;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26" name="Google Shape;7426;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7" name="Google Shape;7427;p79"/>
            <p:cNvGrpSpPr/>
            <p:nvPr/>
          </p:nvGrpSpPr>
          <p:grpSpPr>
            <a:xfrm>
              <a:off x="1172346" y="1047018"/>
              <a:ext cx="1083151" cy="223003"/>
              <a:chOff x="2849073" y="3079467"/>
              <a:chExt cx="2000279" cy="411825"/>
            </a:xfrm>
          </p:grpSpPr>
          <p:sp>
            <p:nvSpPr>
              <p:cNvPr id="7428" name="Google Shape;7428;p7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9" name="Google Shape;7429;p79"/>
              <p:cNvGrpSpPr/>
              <p:nvPr/>
            </p:nvGrpSpPr>
            <p:grpSpPr>
              <a:xfrm rot="10800000">
                <a:off x="2849073" y="3079467"/>
                <a:ext cx="92400" cy="411825"/>
                <a:chOff x="2070100" y="2563700"/>
                <a:chExt cx="92400" cy="411825"/>
              </a:xfrm>
            </p:grpSpPr>
            <p:cxnSp>
              <p:nvCxnSpPr>
                <p:cNvPr id="7430" name="Google Shape;7430;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1" name="Google Shape;7431;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2" name="Google Shape;7432;p79"/>
            <p:cNvGrpSpPr/>
            <p:nvPr/>
          </p:nvGrpSpPr>
          <p:grpSpPr>
            <a:xfrm>
              <a:off x="3290132" y="1047018"/>
              <a:ext cx="1297929" cy="223003"/>
              <a:chOff x="6760035" y="3079467"/>
              <a:chExt cx="2396914" cy="411825"/>
            </a:xfrm>
          </p:grpSpPr>
          <p:sp>
            <p:nvSpPr>
              <p:cNvPr id="7433" name="Google Shape;7433;p7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4" name="Google Shape;7434;p79"/>
              <p:cNvGrpSpPr/>
              <p:nvPr/>
            </p:nvGrpSpPr>
            <p:grpSpPr>
              <a:xfrm rot="10800000">
                <a:off x="6760035" y="3079467"/>
                <a:ext cx="92400" cy="411825"/>
                <a:chOff x="2070100" y="2563700"/>
                <a:chExt cx="92400" cy="411825"/>
              </a:xfrm>
            </p:grpSpPr>
            <p:cxnSp>
              <p:nvCxnSpPr>
                <p:cNvPr id="7435" name="Google Shape;7435;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6" name="Google Shape;7436;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37" name="Google Shape;7437;p79"/>
          <p:cNvGrpSpPr/>
          <p:nvPr/>
        </p:nvGrpSpPr>
        <p:grpSpPr>
          <a:xfrm>
            <a:off x="2143176" y="3369134"/>
            <a:ext cx="1086701" cy="799429"/>
            <a:chOff x="2183288" y="3555572"/>
            <a:chExt cx="1136241" cy="835873"/>
          </a:xfrm>
        </p:grpSpPr>
        <p:sp>
          <p:nvSpPr>
            <p:cNvPr id="7438" name="Google Shape;7438;p7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9" name="Google Shape;7439;p79"/>
            <p:cNvGrpSpPr/>
            <p:nvPr/>
          </p:nvGrpSpPr>
          <p:grpSpPr>
            <a:xfrm>
              <a:off x="2205895" y="3637269"/>
              <a:ext cx="1089848" cy="724993"/>
              <a:chOff x="2205895" y="3637269"/>
              <a:chExt cx="1089848" cy="724993"/>
            </a:xfrm>
          </p:grpSpPr>
          <p:sp>
            <p:nvSpPr>
              <p:cNvPr id="7440" name="Google Shape;7440;p7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6" name="Google Shape;7446;p7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7" name="Google Shape;7447;p7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448" name="Google Shape;7448;p79"/>
            <p:cNvGrpSpPr/>
            <p:nvPr/>
          </p:nvGrpSpPr>
          <p:grpSpPr>
            <a:xfrm>
              <a:off x="3173850" y="3779426"/>
              <a:ext cx="145679" cy="70048"/>
              <a:chOff x="3173850" y="3779426"/>
              <a:chExt cx="145679" cy="70048"/>
            </a:xfrm>
          </p:grpSpPr>
          <p:cxnSp>
            <p:nvCxnSpPr>
              <p:cNvPr id="7449" name="Google Shape;7449;p7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450" name="Google Shape;7450;p7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9"/>
            <p:cNvGrpSpPr/>
            <p:nvPr/>
          </p:nvGrpSpPr>
          <p:grpSpPr>
            <a:xfrm>
              <a:off x="2183288" y="4139483"/>
              <a:ext cx="145133" cy="70048"/>
              <a:chOff x="2183288" y="4139483"/>
              <a:chExt cx="145133" cy="70048"/>
            </a:xfrm>
          </p:grpSpPr>
          <p:cxnSp>
            <p:nvCxnSpPr>
              <p:cNvPr id="7452" name="Google Shape;7452;p7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453" name="Google Shape;7453;p7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4" name="Google Shape;7454;p7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5" name="Google Shape;7455;p7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456" name="Google Shape;7456;p79"/>
            <p:cNvGrpSpPr/>
            <p:nvPr/>
          </p:nvGrpSpPr>
          <p:grpSpPr>
            <a:xfrm>
              <a:off x="2943836" y="4268886"/>
              <a:ext cx="60717" cy="122559"/>
              <a:chOff x="2943836" y="4268886"/>
              <a:chExt cx="60717" cy="122559"/>
            </a:xfrm>
          </p:grpSpPr>
          <p:sp>
            <p:nvSpPr>
              <p:cNvPr id="7457" name="Google Shape;7457;p7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8" name="Google Shape;7458;p7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459" name="Google Shape;7459;p79"/>
          <p:cNvGrpSpPr/>
          <p:nvPr/>
        </p:nvGrpSpPr>
        <p:grpSpPr>
          <a:xfrm>
            <a:off x="3406121" y="1290134"/>
            <a:ext cx="1675870" cy="758251"/>
            <a:chOff x="3530532" y="1496185"/>
            <a:chExt cx="1562000" cy="706730"/>
          </a:xfrm>
        </p:grpSpPr>
        <p:cxnSp>
          <p:nvCxnSpPr>
            <p:cNvPr id="7460" name="Google Shape;7460;p7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461" name="Google Shape;7461;p79"/>
            <p:cNvGrpSpPr/>
            <p:nvPr/>
          </p:nvGrpSpPr>
          <p:grpSpPr>
            <a:xfrm>
              <a:off x="3530532" y="1496185"/>
              <a:ext cx="323430" cy="463587"/>
              <a:chOff x="3530532" y="1496185"/>
              <a:chExt cx="323430" cy="463587"/>
            </a:xfrm>
          </p:grpSpPr>
          <p:grpSp>
            <p:nvGrpSpPr>
              <p:cNvPr id="7462" name="Google Shape;7462;p79"/>
              <p:cNvGrpSpPr/>
              <p:nvPr/>
            </p:nvGrpSpPr>
            <p:grpSpPr>
              <a:xfrm>
                <a:off x="3567462" y="1496185"/>
                <a:ext cx="286500" cy="361376"/>
                <a:chOff x="3567462" y="1496185"/>
                <a:chExt cx="286500" cy="361376"/>
              </a:xfrm>
            </p:grpSpPr>
            <p:cxnSp>
              <p:nvCxnSpPr>
                <p:cNvPr id="7463" name="Google Shape;7463;p7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464" name="Google Shape;7464;p7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5" name="Google Shape;7465;p7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9"/>
            <p:cNvGrpSpPr/>
            <p:nvPr/>
          </p:nvGrpSpPr>
          <p:grpSpPr>
            <a:xfrm>
              <a:off x="3891569" y="1779209"/>
              <a:ext cx="323945" cy="423706"/>
              <a:chOff x="3891569" y="1779209"/>
              <a:chExt cx="323945" cy="423706"/>
            </a:xfrm>
          </p:grpSpPr>
          <p:grpSp>
            <p:nvGrpSpPr>
              <p:cNvPr id="7467" name="Google Shape;7467;p79"/>
              <p:cNvGrpSpPr/>
              <p:nvPr/>
            </p:nvGrpSpPr>
            <p:grpSpPr>
              <a:xfrm>
                <a:off x="3929014" y="1881638"/>
                <a:ext cx="286500" cy="321278"/>
                <a:chOff x="3929014" y="1881638"/>
                <a:chExt cx="286500" cy="321278"/>
              </a:xfrm>
            </p:grpSpPr>
            <p:cxnSp>
              <p:nvCxnSpPr>
                <p:cNvPr id="7468" name="Google Shape;7468;p7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469" name="Google Shape;7469;p7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0" name="Google Shape;7470;p7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79"/>
            <p:cNvGrpSpPr/>
            <p:nvPr/>
          </p:nvGrpSpPr>
          <p:grpSpPr>
            <a:xfrm>
              <a:off x="4252606" y="1496185"/>
              <a:ext cx="324721" cy="463587"/>
              <a:chOff x="4252606" y="1496185"/>
              <a:chExt cx="324721" cy="463587"/>
            </a:xfrm>
          </p:grpSpPr>
          <p:grpSp>
            <p:nvGrpSpPr>
              <p:cNvPr id="7472" name="Google Shape;7472;p79"/>
              <p:cNvGrpSpPr/>
              <p:nvPr/>
            </p:nvGrpSpPr>
            <p:grpSpPr>
              <a:xfrm>
                <a:off x="4290828" y="1496185"/>
                <a:ext cx="286500" cy="361376"/>
                <a:chOff x="4290828" y="1496185"/>
                <a:chExt cx="286500" cy="361376"/>
              </a:xfrm>
            </p:grpSpPr>
            <p:cxnSp>
              <p:nvCxnSpPr>
                <p:cNvPr id="7473" name="Google Shape;7473;p7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474" name="Google Shape;7474;p7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5" name="Google Shape;7475;p7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9"/>
            <p:cNvGrpSpPr/>
            <p:nvPr/>
          </p:nvGrpSpPr>
          <p:grpSpPr>
            <a:xfrm>
              <a:off x="4613643" y="1763716"/>
              <a:ext cx="325308" cy="439200"/>
              <a:chOff x="4613643" y="1763716"/>
              <a:chExt cx="325308" cy="439200"/>
            </a:xfrm>
          </p:grpSpPr>
          <p:grpSp>
            <p:nvGrpSpPr>
              <p:cNvPr id="7477" name="Google Shape;7477;p79"/>
              <p:cNvGrpSpPr/>
              <p:nvPr/>
            </p:nvGrpSpPr>
            <p:grpSpPr>
              <a:xfrm>
                <a:off x="4652451" y="1879538"/>
                <a:ext cx="286500" cy="323378"/>
                <a:chOff x="4652451" y="1879538"/>
                <a:chExt cx="286500" cy="323378"/>
              </a:xfrm>
            </p:grpSpPr>
            <p:cxnSp>
              <p:nvCxnSpPr>
                <p:cNvPr id="7478" name="Google Shape;7478;p7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479" name="Google Shape;7479;p7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0" name="Google Shape;7480;p7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1" name="Google Shape;7481;p79"/>
          <p:cNvGrpSpPr/>
          <p:nvPr/>
        </p:nvGrpSpPr>
        <p:grpSpPr>
          <a:xfrm>
            <a:off x="3417981" y="2143759"/>
            <a:ext cx="1652173" cy="391517"/>
            <a:chOff x="3512551" y="2358270"/>
            <a:chExt cx="1597383" cy="378533"/>
          </a:xfrm>
        </p:grpSpPr>
        <p:cxnSp>
          <p:nvCxnSpPr>
            <p:cNvPr id="7482" name="Google Shape;7482;p79"/>
            <p:cNvCxnSpPr>
              <a:stCxn id="7483" idx="6"/>
              <a:endCxn id="748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485" name="Google Shape;7485;p79"/>
            <p:cNvGrpSpPr/>
            <p:nvPr/>
          </p:nvGrpSpPr>
          <p:grpSpPr>
            <a:xfrm>
              <a:off x="3512551" y="2358270"/>
              <a:ext cx="225647" cy="307714"/>
              <a:chOff x="2182679" y="2004714"/>
              <a:chExt cx="792300" cy="1080458"/>
            </a:xfrm>
          </p:grpSpPr>
          <p:cxnSp>
            <p:nvCxnSpPr>
              <p:cNvPr id="7486" name="Google Shape;7486;p79"/>
              <p:cNvCxnSpPr>
                <a:stCxn id="748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483" name="Google Shape;7483;p7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9"/>
            <p:cNvGrpSpPr/>
            <p:nvPr/>
          </p:nvGrpSpPr>
          <p:grpSpPr>
            <a:xfrm>
              <a:off x="3969644" y="2440153"/>
              <a:ext cx="225853" cy="296651"/>
              <a:chOff x="3775710" y="1729289"/>
              <a:chExt cx="136500" cy="179289"/>
            </a:xfrm>
          </p:grpSpPr>
          <p:cxnSp>
            <p:nvCxnSpPr>
              <p:cNvPr id="7489" name="Google Shape;7489;p7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490" name="Google Shape;7490;p7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79"/>
            <p:cNvGrpSpPr/>
            <p:nvPr/>
          </p:nvGrpSpPr>
          <p:grpSpPr>
            <a:xfrm>
              <a:off x="4427051" y="2358270"/>
              <a:ext cx="225647" cy="307714"/>
              <a:chOff x="5393704" y="2004714"/>
              <a:chExt cx="792300" cy="1080458"/>
            </a:xfrm>
          </p:grpSpPr>
          <p:cxnSp>
            <p:nvCxnSpPr>
              <p:cNvPr id="7493" name="Google Shape;7493;p79"/>
              <p:cNvCxnSpPr>
                <a:stCxn id="749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495" name="Google Shape;7495;p7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79"/>
            <p:cNvGrpSpPr/>
            <p:nvPr/>
          </p:nvGrpSpPr>
          <p:grpSpPr>
            <a:xfrm>
              <a:off x="4884287" y="2440252"/>
              <a:ext cx="225647" cy="296532"/>
              <a:chOff x="6999166" y="2292572"/>
              <a:chExt cx="792300" cy="1041192"/>
            </a:xfrm>
          </p:grpSpPr>
          <p:cxnSp>
            <p:nvCxnSpPr>
              <p:cNvPr id="7497" name="Google Shape;7497;p7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484" name="Google Shape;7484;p7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9" name="Google Shape;7499;p79"/>
          <p:cNvGrpSpPr/>
          <p:nvPr/>
        </p:nvGrpSpPr>
        <p:grpSpPr>
          <a:xfrm>
            <a:off x="6838789" y="979959"/>
            <a:ext cx="1581844" cy="732818"/>
            <a:chOff x="634175" y="2986275"/>
            <a:chExt cx="3147949" cy="1458344"/>
          </a:xfrm>
        </p:grpSpPr>
        <p:cxnSp>
          <p:nvCxnSpPr>
            <p:cNvPr id="7500" name="Google Shape;7500;p79"/>
            <p:cNvCxnSpPr>
              <a:stCxn id="7501" idx="4"/>
              <a:endCxn id="750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503" name="Google Shape;7503;p79"/>
            <p:cNvCxnSpPr>
              <a:stCxn id="7502" idx="0"/>
              <a:endCxn id="750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05" name="Google Shape;7505;p79"/>
            <p:cNvCxnSpPr>
              <a:stCxn id="7504" idx="4"/>
              <a:endCxn id="750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07" name="Google Shape;7507;p79"/>
            <p:cNvCxnSpPr>
              <a:stCxn id="7506" idx="0"/>
              <a:endCxn id="750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508" name="Google Shape;7508;p7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4" name="Google Shape;7504;p7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1" name="Google Shape;7501;p7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6" name="Google Shape;7506;p7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2" name="Google Shape;7502;p7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09" name="Google Shape;7509;p79"/>
          <p:cNvGrpSpPr/>
          <p:nvPr/>
        </p:nvGrpSpPr>
        <p:grpSpPr>
          <a:xfrm>
            <a:off x="3406504" y="2674269"/>
            <a:ext cx="1675128" cy="313674"/>
            <a:chOff x="998425" y="1182125"/>
            <a:chExt cx="1065400" cy="199500"/>
          </a:xfrm>
        </p:grpSpPr>
        <p:sp>
          <p:nvSpPr>
            <p:cNvPr id="7510" name="Google Shape;7510;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79"/>
          <p:cNvGrpSpPr/>
          <p:nvPr/>
        </p:nvGrpSpPr>
        <p:grpSpPr>
          <a:xfrm>
            <a:off x="3406503" y="3630235"/>
            <a:ext cx="1675129" cy="525345"/>
            <a:chOff x="5194708" y="3484366"/>
            <a:chExt cx="3148148" cy="987304"/>
          </a:xfrm>
        </p:grpSpPr>
        <p:grpSp>
          <p:nvGrpSpPr>
            <p:cNvPr id="7516" name="Google Shape;7516;p79"/>
            <p:cNvGrpSpPr/>
            <p:nvPr/>
          </p:nvGrpSpPr>
          <p:grpSpPr>
            <a:xfrm>
              <a:off x="7531521" y="3484366"/>
              <a:ext cx="811335" cy="987304"/>
              <a:chOff x="3379425" y="1617275"/>
              <a:chExt cx="1090650" cy="1327200"/>
            </a:xfrm>
          </p:grpSpPr>
          <p:sp>
            <p:nvSpPr>
              <p:cNvPr id="7517" name="Google Shape;7517;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79"/>
            <p:cNvGrpSpPr/>
            <p:nvPr/>
          </p:nvGrpSpPr>
          <p:grpSpPr>
            <a:xfrm>
              <a:off x="6752546" y="3484366"/>
              <a:ext cx="811428" cy="987304"/>
              <a:chOff x="2332275" y="1617275"/>
              <a:chExt cx="1090775" cy="1327200"/>
            </a:xfrm>
          </p:grpSpPr>
          <p:sp>
            <p:nvSpPr>
              <p:cNvPr id="7521" name="Google Shape;7521;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79"/>
            <p:cNvGrpSpPr/>
            <p:nvPr/>
          </p:nvGrpSpPr>
          <p:grpSpPr>
            <a:xfrm>
              <a:off x="5973664" y="3484366"/>
              <a:ext cx="811335" cy="987304"/>
              <a:chOff x="1285250" y="1617275"/>
              <a:chExt cx="1090650" cy="1327200"/>
            </a:xfrm>
          </p:grpSpPr>
          <p:sp>
            <p:nvSpPr>
              <p:cNvPr id="7525" name="Google Shape;7525;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79"/>
            <p:cNvGrpSpPr/>
            <p:nvPr/>
          </p:nvGrpSpPr>
          <p:grpSpPr>
            <a:xfrm>
              <a:off x="5194708" y="3484366"/>
              <a:ext cx="811409" cy="987304"/>
              <a:chOff x="238125" y="1617275"/>
              <a:chExt cx="1090750" cy="1327200"/>
            </a:xfrm>
          </p:grpSpPr>
          <p:sp>
            <p:nvSpPr>
              <p:cNvPr id="7529" name="Google Shape;7529;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2" name="Google Shape;7532;p79"/>
          <p:cNvGrpSpPr/>
          <p:nvPr/>
        </p:nvGrpSpPr>
        <p:grpSpPr>
          <a:xfrm>
            <a:off x="6840188" y="2276124"/>
            <a:ext cx="1579046" cy="522230"/>
            <a:chOff x="6853641" y="2534077"/>
            <a:chExt cx="1515545" cy="501229"/>
          </a:xfrm>
        </p:grpSpPr>
        <p:grpSp>
          <p:nvGrpSpPr>
            <p:cNvPr id="7533" name="Google Shape;7533;p79"/>
            <p:cNvGrpSpPr/>
            <p:nvPr/>
          </p:nvGrpSpPr>
          <p:grpSpPr>
            <a:xfrm>
              <a:off x="6853641" y="2618923"/>
              <a:ext cx="1515545" cy="324556"/>
              <a:chOff x="6853641" y="2618923"/>
              <a:chExt cx="1515545" cy="324556"/>
            </a:xfrm>
          </p:grpSpPr>
          <p:sp>
            <p:nvSpPr>
              <p:cNvPr id="7534" name="Google Shape;7534;p7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9" name="Google Shape;7539;p7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9"/>
          <p:cNvGrpSpPr/>
          <p:nvPr/>
        </p:nvGrpSpPr>
        <p:grpSpPr>
          <a:xfrm>
            <a:off x="3435080" y="3151165"/>
            <a:ext cx="1617976" cy="346616"/>
            <a:chOff x="1808063" y="4294338"/>
            <a:chExt cx="3370782" cy="721817"/>
          </a:xfrm>
        </p:grpSpPr>
        <p:sp>
          <p:nvSpPr>
            <p:cNvPr id="7545" name="Google Shape;7545;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79"/>
          <p:cNvGrpSpPr/>
          <p:nvPr/>
        </p:nvGrpSpPr>
        <p:grpSpPr>
          <a:xfrm>
            <a:off x="5261076" y="3817915"/>
            <a:ext cx="1417067" cy="350605"/>
            <a:chOff x="4234950" y="2101012"/>
            <a:chExt cx="4219974" cy="1044090"/>
          </a:xfrm>
        </p:grpSpPr>
        <p:sp>
          <p:nvSpPr>
            <p:cNvPr id="7556" name="Google Shape;7556;p7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79"/>
          <p:cNvGrpSpPr/>
          <p:nvPr/>
        </p:nvGrpSpPr>
        <p:grpSpPr>
          <a:xfrm>
            <a:off x="6836548" y="1808672"/>
            <a:ext cx="1586327" cy="371557"/>
            <a:chOff x="1247650" y="2075423"/>
            <a:chExt cx="6648477" cy="1557238"/>
          </a:xfrm>
        </p:grpSpPr>
        <p:sp>
          <p:nvSpPr>
            <p:cNvPr id="7573" name="Google Shape;7573;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9"/>
          <p:cNvGrpSpPr/>
          <p:nvPr/>
        </p:nvGrpSpPr>
        <p:grpSpPr>
          <a:xfrm>
            <a:off x="5267818" y="961862"/>
            <a:ext cx="1415601" cy="1648533"/>
            <a:chOff x="1839112" y="2209163"/>
            <a:chExt cx="1918159" cy="2233784"/>
          </a:xfrm>
        </p:grpSpPr>
        <p:sp>
          <p:nvSpPr>
            <p:cNvPr id="7580" name="Google Shape;7580;p7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3" name="Google Shape;7583;p79"/>
            <p:cNvCxnSpPr>
              <a:stCxn id="7580" idx="6"/>
              <a:endCxn id="758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584" name="Google Shape;7584;p79"/>
            <p:cNvCxnSpPr>
              <a:stCxn id="7581" idx="4"/>
              <a:endCxn id="758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586" name="Google Shape;7586;p79"/>
            <p:cNvCxnSpPr>
              <a:stCxn id="7585" idx="6"/>
              <a:endCxn id="758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587" name="Google Shape;7587;p79"/>
            <p:cNvCxnSpPr>
              <a:stCxn id="7582" idx="4"/>
              <a:endCxn id="758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585" name="Google Shape;7585;p7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0" name="Google Shape;7590;p79"/>
            <p:cNvCxnSpPr>
              <a:endCxn id="758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591" name="Google Shape;7591;p79"/>
          <p:cNvGrpSpPr/>
          <p:nvPr/>
        </p:nvGrpSpPr>
        <p:grpSpPr>
          <a:xfrm>
            <a:off x="3425084" y="979946"/>
            <a:ext cx="1637968" cy="154942"/>
            <a:chOff x="238125" y="2506075"/>
            <a:chExt cx="7115411" cy="673075"/>
          </a:xfrm>
        </p:grpSpPr>
        <p:sp>
          <p:nvSpPr>
            <p:cNvPr id="7592" name="Google Shape;7592;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9"/>
          <p:cNvGrpSpPr/>
          <p:nvPr/>
        </p:nvGrpSpPr>
        <p:grpSpPr>
          <a:xfrm>
            <a:off x="1965820" y="1294664"/>
            <a:ext cx="1262932" cy="785408"/>
            <a:chOff x="548861" y="389676"/>
            <a:chExt cx="3843371" cy="2390163"/>
          </a:xfrm>
        </p:grpSpPr>
        <p:cxnSp>
          <p:nvCxnSpPr>
            <p:cNvPr id="7598" name="Google Shape;7598;p7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599" name="Google Shape;7599;p7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00" name="Google Shape;7600;p7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01" name="Google Shape;7601;p7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602" name="Google Shape;7602;p7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03" name="Google Shape;7603;p7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4" name="Google Shape;7604;p7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5" name="Google Shape;7605;p7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79"/>
          <p:cNvGrpSpPr/>
          <p:nvPr/>
        </p:nvGrpSpPr>
        <p:grpSpPr>
          <a:xfrm>
            <a:off x="753952" y="2401541"/>
            <a:ext cx="1412054" cy="633562"/>
            <a:chOff x="1187400" y="2529299"/>
            <a:chExt cx="6769193" cy="2241903"/>
          </a:xfrm>
        </p:grpSpPr>
        <p:sp>
          <p:nvSpPr>
            <p:cNvPr id="7612" name="Google Shape;7612;p7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13" name="Google Shape;7613;p7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14" name="Google Shape;7614;p7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15" name="Google Shape;7615;p7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16" name="Google Shape;7616;p7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17" name="Google Shape;7617;p7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18" name="Google Shape;7618;p7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619" name="Google Shape;7619;p79"/>
            <p:cNvCxnSpPr>
              <a:stCxn id="7612" idx="2"/>
              <a:endCxn id="761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20" name="Google Shape;7620;p79"/>
            <p:cNvCxnSpPr>
              <a:stCxn id="7614" idx="0"/>
              <a:endCxn id="761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21" name="Google Shape;7621;p79"/>
            <p:cNvCxnSpPr>
              <a:stCxn id="7614" idx="2"/>
              <a:endCxn id="761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22" name="Google Shape;7622;p79"/>
            <p:cNvCxnSpPr>
              <a:stCxn id="7615" idx="0"/>
              <a:endCxn id="761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23" name="Google Shape;7623;p79"/>
            <p:cNvCxnSpPr>
              <a:stCxn id="7613" idx="2"/>
              <a:endCxn id="761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24" name="Google Shape;7624;p79"/>
            <p:cNvCxnSpPr>
              <a:stCxn id="7617" idx="0"/>
              <a:endCxn id="761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625" name="Google Shape;7625;p79"/>
          <p:cNvGrpSpPr/>
          <p:nvPr/>
        </p:nvGrpSpPr>
        <p:grpSpPr>
          <a:xfrm>
            <a:off x="6840198" y="2894250"/>
            <a:ext cx="1579035" cy="540873"/>
            <a:chOff x="6895650" y="3126697"/>
            <a:chExt cx="1436662" cy="492105"/>
          </a:xfrm>
        </p:grpSpPr>
        <p:sp>
          <p:nvSpPr>
            <p:cNvPr id="7626" name="Google Shape;7626;p7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79"/>
            <p:cNvGrpSpPr/>
            <p:nvPr/>
          </p:nvGrpSpPr>
          <p:grpSpPr>
            <a:xfrm>
              <a:off x="6995957" y="3335810"/>
              <a:ext cx="1230393" cy="71754"/>
              <a:chOff x="6995957" y="3287964"/>
              <a:chExt cx="1230393" cy="71754"/>
            </a:xfrm>
          </p:grpSpPr>
          <p:sp>
            <p:nvSpPr>
              <p:cNvPr id="7632" name="Google Shape;7632;p7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7" name="Google Shape;7637;p79"/>
          <p:cNvGrpSpPr/>
          <p:nvPr/>
        </p:nvGrpSpPr>
        <p:grpSpPr>
          <a:xfrm>
            <a:off x="6838780" y="3531013"/>
            <a:ext cx="1581862" cy="650625"/>
            <a:chOff x="6777990" y="3710194"/>
            <a:chExt cx="1646915" cy="677382"/>
          </a:xfrm>
        </p:grpSpPr>
        <p:grpSp>
          <p:nvGrpSpPr>
            <p:cNvPr id="7638" name="Google Shape;7638;p79"/>
            <p:cNvGrpSpPr/>
            <p:nvPr/>
          </p:nvGrpSpPr>
          <p:grpSpPr>
            <a:xfrm>
              <a:off x="6777990" y="3874492"/>
              <a:ext cx="411129" cy="513083"/>
              <a:chOff x="6777990" y="3874492"/>
              <a:chExt cx="411129" cy="513083"/>
            </a:xfrm>
          </p:grpSpPr>
          <p:cxnSp>
            <p:nvCxnSpPr>
              <p:cNvPr id="7639" name="Google Shape;7639;p7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40" name="Google Shape;7640;p7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79"/>
            <p:cNvGrpSpPr/>
            <p:nvPr/>
          </p:nvGrpSpPr>
          <p:grpSpPr>
            <a:xfrm>
              <a:off x="7188425" y="3710194"/>
              <a:ext cx="411123" cy="520535"/>
              <a:chOff x="7188425" y="3710194"/>
              <a:chExt cx="411123" cy="520535"/>
            </a:xfrm>
          </p:grpSpPr>
          <p:cxnSp>
            <p:nvCxnSpPr>
              <p:cNvPr id="7642" name="Google Shape;7642;p7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43" name="Google Shape;7643;p7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9"/>
            <p:cNvGrpSpPr/>
            <p:nvPr/>
          </p:nvGrpSpPr>
          <p:grpSpPr>
            <a:xfrm>
              <a:off x="7603341" y="3874492"/>
              <a:ext cx="411474" cy="513083"/>
              <a:chOff x="7603341" y="3874492"/>
              <a:chExt cx="411474" cy="513083"/>
            </a:xfrm>
          </p:grpSpPr>
          <p:cxnSp>
            <p:nvCxnSpPr>
              <p:cNvPr id="7645" name="Google Shape;7645;p7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46" name="Google Shape;7646;p7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9"/>
            <p:cNvGrpSpPr/>
            <p:nvPr/>
          </p:nvGrpSpPr>
          <p:grpSpPr>
            <a:xfrm>
              <a:off x="8013776" y="3722847"/>
              <a:ext cx="411129" cy="507881"/>
              <a:chOff x="8013776" y="3722847"/>
              <a:chExt cx="411129" cy="507881"/>
            </a:xfrm>
          </p:grpSpPr>
          <p:cxnSp>
            <p:nvCxnSpPr>
              <p:cNvPr id="7648" name="Google Shape;7648;p7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649" name="Google Shape;7649;p7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0" name="Google Shape;7650;p79"/>
          <p:cNvGrpSpPr/>
          <p:nvPr/>
        </p:nvGrpSpPr>
        <p:grpSpPr>
          <a:xfrm>
            <a:off x="5258295" y="2703853"/>
            <a:ext cx="1421889" cy="1020603"/>
            <a:chOff x="5190863" y="2824811"/>
            <a:chExt cx="1544860" cy="1108869"/>
          </a:xfrm>
        </p:grpSpPr>
        <p:grpSp>
          <p:nvGrpSpPr>
            <p:cNvPr id="7651" name="Google Shape;7651;p79"/>
            <p:cNvGrpSpPr/>
            <p:nvPr/>
          </p:nvGrpSpPr>
          <p:grpSpPr>
            <a:xfrm>
              <a:off x="5938695" y="3176919"/>
              <a:ext cx="685761" cy="404739"/>
              <a:chOff x="5938695" y="3176919"/>
              <a:chExt cx="685761" cy="404739"/>
            </a:xfrm>
          </p:grpSpPr>
          <p:grpSp>
            <p:nvGrpSpPr>
              <p:cNvPr id="7652" name="Google Shape;7652;p79"/>
              <p:cNvGrpSpPr/>
              <p:nvPr/>
            </p:nvGrpSpPr>
            <p:grpSpPr>
              <a:xfrm>
                <a:off x="5938695" y="3176919"/>
                <a:ext cx="685761" cy="404739"/>
                <a:chOff x="5938695" y="3176919"/>
                <a:chExt cx="685761" cy="404739"/>
              </a:xfrm>
            </p:grpSpPr>
            <p:sp>
              <p:nvSpPr>
                <p:cNvPr id="7653" name="Google Shape;7653;p7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5" name="Google Shape;7655;p7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79"/>
            <p:cNvGrpSpPr/>
            <p:nvPr/>
          </p:nvGrpSpPr>
          <p:grpSpPr>
            <a:xfrm>
              <a:off x="5305233" y="3176835"/>
              <a:ext cx="685971" cy="404655"/>
              <a:chOff x="5305233" y="3176835"/>
              <a:chExt cx="685971" cy="404655"/>
            </a:xfrm>
          </p:grpSpPr>
          <p:grpSp>
            <p:nvGrpSpPr>
              <p:cNvPr id="7657" name="Google Shape;7657;p79"/>
              <p:cNvGrpSpPr/>
              <p:nvPr/>
            </p:nvGrpSpPr>
            <p:grpSpPr>
              <a:xfrm>
                <a:off x="5305233" y="3176835"/>
                <a:ext cx="685971" cy="404655"/>
                <a:chOff x="5305233" y="3176835"/>
                <a:chExt cx="685971" cy="404655"/>
              </a:xfrm>
            </p:grpSpPr>
            <p:sp>
              <p:nvSpPr>
                <p:cNvPr id="7658" name="Google Shape;7658;p7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7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1" name="Google Shape;7661;p7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79"/>
            <p:cNvGrpSpPr/>
            <p:nvPr/>
          </p:nvGrpSpPr>
          <p:grpSpPr>
            <a:xfrm>
              <a:off x="5657361" y="2824811"/>
              <a:ext cx="1078361" cy="404655"/>
              <a:chOff x="5657361" y="2824811"/>
              <a:chExt cx="1078361" cy="404655"/>
            </a:xfrm>
          </p:grpSpPr>
          <p:grpSp>
            <p:nvGrpSpPr>
              <p:cNvPr id="7663" name="Google Shape;7663;p79"/>
              <p:cNvGrpSpPr/>
              <p:nvPr/>
            </p:nvGrpSpPr>
            <p:grpSpPr>
              <a:xfrm>
                <a:off x="5657361" y="2824811"/>
                <a:ext cx="1078361" cy="404655"/>
                <a:chOff x="5657361" y="2824811"/>
                <a:chExt cx="1078361" cy="404655"/>
              </a:xfrm>
            </p:grpSpPr>
            <p:grpSp>
              <p:nvGrpSpPr>
                <p:cNvPr id="7664" name="Google Shape;7664;p79"/>
                <p:cNvGrpSpPr/>
                <p:nvPr/>
              </p:nvGrpSpPr>
              <p:grpSpPr>
                <a:xfrm>
                  <a:off x="5938485" y="2824811"/>
                  <a:ext cx="797237" cy="404655"/>
                  <a:chOff x="5938485" y="2824811"/>
                  <a:chExt cx="797237" cy="404655"/>
                </a:xfrm>
              </p:grpSpPr>
              <p:sp>
                <p:nvSpPr>
                  <p:cNvPr id="7665" name="Google Shape;7665;p7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7" name="Google Shape;7667;p7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8" name="Google Shape;7668;p7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79"/>
            <p:cNvGrpSpPr/>
            <p:nvPr/>
          </p:nvGrpSpPr>
          <p:grpSpPr>
            <a:xfrm>
              <a:off x="5190863" y="3528942"/>
              <a:ext cx="1078026" cy="404739"/>
              <a:chOff x="5190863" y="3528942"/>
              <a:chExt cx="1078026" cy="404739"/>
            </a:xfrm>
          </p:grpSpPr>
          <p:sp>
            <p:nvSpPr>
              <p:cNvPr id="7670" name="Google Shape;7670;p7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1" name="Google Shape;7671;p79"/>
              <p:cNvGrpSpPr/>
              <p:nvPr/>
            </p:nvGrpSpPr>
            <p:grpSpPr>
              <a:xfrm>
                <a:off x="5190863" y="3528942"/>
                <a:ext cx="1078026" cy="404739"/>
                <a:chOff x="5190863" y="3528942"/>
                <a:chExt cx="1078026" cy="404739"/>
              </a:xfrm>
            </p:grpSpPr>
            <p:sp>
              <p:nvSpPr>
                <p:cNvPr id="7672" name="Google Shape;7672;p7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74" name="Google Shape;7674;p79"/>
          <p:cNvGrpSpPr/>
          <p:nvPr/>
        </p:nvGrpSpPr>
        <p:grpSpPr>
          <a:xfrm>
            <a:off x="724302" y="1268321"/>
            <a:ext cx="1086719" cy="879487"/>
            <a:chOff x="803162" y="1474292"/>
            <a:chExt cx="1086719" cy="879487"/>
          </a:xfrm>
        </p:grpSpPr>
        <p:grpSp>
          <p:nvGrpSpPr>
            <p:cNvPr id="7675" name="Google Shape;7675;p79"/>
            <p:cNvGrpSpPr/>
            <p:nvPr/>
          </p:nvGrpSpPr>
          <p:grpSpPr>
            <a:xfrm>
              <a:off x="803162" y="1625948"/>
              <a:ext cx="445856" cy="576579"/>
              <a:chOff x="803162" y="1625948"/>
              <a:chExt cx="445856" cy="576579"/>
            </a:xfrm>
          </p:grpSpPr>
          <p:sp>
            <p:nvSpPr>
              <p:cNvPr id="7676" name="Google Shape;7676;p7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7" name="Google Shape;7677;p79"/>
              <p:cNvGrpSpPr/>
              <p:nvPr/>
            </p:nvGrpSpPr>
            <p:grpSpPr>
              <a:xfrm>
                <a:off x="1056023" y="1625948"/>
                <a:ext cx="192995" cy="576579"/>
                <a:chOff x="1056023" y="1625948"/>
                <a:chExt cx="192995" cy="576579"/>
              </a:xfrm>
            </p:grpSpPr>
            <p:sp>
              <p:nvSpPr>
                <p:cNvPr id="7678" name="Google Shape;7678;p7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3" name="Google Shape;7683;p79"/>
            <p:cNvGrpSpPr/>
            <p:nvPr/>
          </p:nvGrpSpPr>
          <p:grpSpPr>
            <a:xfrm>
              <a:off x="1371406" y="1474292"/>
              <a:ext cx="518475" cy="879487"/>
              <a:chOff x="1398231" y="1474292"/>
              <a:chExt cx="518475" cy="879487"/>
            </a:xfrm>
          </p:grpSpPr>
          <p:grpSp>
            <p:nvGrpSpPr>
              <p:cNvPr id="7684" name="Google Shape;7684;p79"/>
              <p:cNvGrpSpPr/>
              <p:nvPr/>
            </p:nvGrpSpPr>
            <p:grpSpPr>
              <a:xfrm>
                <a:off x="1398231" y="1474292"/>
                <a:ext cx="518475" cy="341643"/>
                <a:chOff x="1398231" y="1474292"/>
                <a:chExt cx="518475" cy="341643"/>
              </a:xfrm>
            </p:grpSpPr>
            <p:sp>
              <p:nvSpPr>
                <p:cNvPr id="7685" name="Google Shape;7685;p7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6" name="Google Shape;7686;p79"/>
                <p:cNvGrpSpPr/>
                <p:nvPr/>
              </p:nvGrpSpPr>
              <p:grpSpPr>
                <a:xfrm>
                  <a:off x="1616453" y="1474292"/>
                  <a:ext cx="300253" cy="341643"/>
                  <a:chOff x="1616453" y="1475379"/>
                  <a:chExt cx="300253" cy="341643"/>
                </a:xfrm>
              </p:grpSpPr>
              <p:sp>
                <p:nvSpPr>
                  <p:cNvPr id="7687" name="Google Shape;7687;p7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4" name="Google Shape;7694;p79"/>
                  <p:cNvGrpSpPr/>
                  <p:nvPr/>
                </p:nvGrpSpPr>
                <p:grpSpPr>
                  <a:xfrm>
                    <a:off x="1839639" y="1475379"/>
                    <a:ext cx="77067" cy="341643"/>
                    <a:chOff x="1839639" y="1475379"/>
                    <a:chExt cx="77067" cy="341643"/>
                  </a:xfrm>
                </p:grpSpPr>
                <p:sp>
                  <p:nvSpPr>
                    <p:cNvPr id="7695" name="Google Shape;7695;p7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7" name="Google Shape;7697;p79"/>
              <p:cNvGrpSpPr/>
              <p:nvPr/>
            </p:nvGrpSpPr>
            <p:grpSpPr>
              <a:xfrm>
                <a:off x="1398451" y="2012951"/>
                <a:ext cx="518255" cy="340828"/>
                <a:chOff x="1398451" y="2012951"/>
                <a:chExt cx="518255" cy="340828"/>
              </a:xfrm>
            </p:grpSpPr>
            <p:sp>
              <p:nvSpPr>
                <p:cNvPr id="7698" name="Google Shape;7698;p7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9" name="Google Shape;7699;p79"/>
                <p:cNvGrpSpPr/>
                <p:nvPr/>
              </p:nvGrpSpPr>
              <p:grpSpPr>
                <a:xfrm>
                  <a:off x="1616453" y="2012951"/>
                  <a:ext cx="300253" cy="340828"/>
                  <a:chOff x="1616453" y="2013538"/>
                  <a:chExt cx="300253" cy="340828"/>
                </a:xfrm>
              </p:grpSpPr>
              <p:sp>
                <p:nvSpPr>
                  <p:cNvPr id="7700" name="Google Shape;7700;p7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7" name="Google Shape;7707;p79"/>
                  <p:cNvGrpSpPr/>
                  <p:nvPr/>
                </p:nvGrpSpPr>
                <p:grpSpPr>
                  <a:xfrm>
                    <a:off x="1839639" y="2013538"/>
                    <a:ext cx="77067" cy="340828"/>
                    <a:chOff x="1839639" y="2013538"/>
                    <a:chExt cx="77067" cy="340828"/>
                  </a:xfrm>
                </p:grpSpPr>
                <p:sp>
                  <p:nvSpPr>
                    <p:cNvPr id="7708" name="Google Shape;7708;p7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710" name="Google Shape;7710;p79"/>
          <p:cNvGrpSpPr/>
          <p:nvPr/>
        </p:nvGrpSpPr>
        <p:grpSpPr>
          <a:xfrm>
            <a:off x="721126" y="3399508"/>
            <a:ext cx="1368681" cy="682918"/>
            <a:chOff x="724986" y="3605478"/>
            <a:chExt cx="1368681" cy="682918"/>
          </a:xfrm>
        </p:grpSpPr>
        <p:grpSp>
          <p:nvGrpSpPr>
            <p:cNvPr id="7711" name="Google Shape;7711;p79"/>
            <p:cNvGrpSpPr/>
            <p:nvPr/>
          </p:nvGrpSpPr>
          <p:grpSpPr>
            <a:xfrm>
              <a:off x="1289102" y="3823629"/>
              <a:ext cx="240442" cy="250435"/>
              <a:chOff x="-165066" y="3843615"/>
              <a:chExt cx="221259" cy="230455"/>
            </a:xfrm>
          </p:grpSpPr>
          <p:sp>
            <p:nvSpPr>
              <p:cNvPr id="7712" name="Google Shape;7712;p7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79"/>
            <p:cNvGrpSpPr/>
            <p:nvPr/>
          </p:nvGrpSpPr>
          <p:grpSpPr>
            <a:xfrm>
              <a:off x="724986" y="3605478"/>
              <a:ext cx="1368681" cy="682918"/>
              <a:chOff x="724986" y="3605478"/>
              <a:chExt cx="1368681" cy="682918"/>
            </a:xfrm>
          </p:grpSpPr>
          <p:grpSp>
            <p:nvGrpSpPr>
              <p:cNvPr id="7733" name="Google Shape;7733;p79"/>
              <p:cNvGrpSpPr/>
              <p:nvPr/>
            </p:nvGrpSpPr>
            <p:grpSpPr>
              <a:xfrm>
                <a:off x="1498221" y="4047614"/>
                <a:ext cx="529172" cy="240783"/>
                <a:chOff x="1498221" y="4047614"/>
                <a:chExt cx="529172" cy="240783"/>
              </a:xfrm>
            </p:grpSpPr>
            <p:grpSp>
              <p:nvGrpSpPr>
                <p:cNvPr id="7734" name="Google Shape;7734;p79"/>
                <p:cNvGrpSpPr/>
                <p:nvPr/>
              </p:nvGrpSpPr>
              <p:grpSpPr>
                <a:xfrm>
                  <a:off x="1826655" y="4224370"/>
                  <a:ext cx="200738" cy="25631"/>
                  <a:chOff x="1826655" y="4224370"/>
                  <a:chExt cx="200738" cy="25631"/>
                </a:xfrm>
              </p:grpSpPr>
              <p:sp>
                <p:nvSpPr>
                  <p:cNvPr id="7735" name="Google Shape;7735;p7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9"/>
                <p:cNvGrpSpPr/>
                <p:nvPr/>
              </p:nvGrpSpPr>
              <p:grpSpPr>
                <a:xfrm>
                  <a:off x="1498221" y="4047614"/>
                  <a:ext cx="328444" cy="240783"/>
                  <a:chOff x="1498221" y="4047614"/>
                  <a:chExt cx="328444" cy="240783"/>
                </a:xfrm>
              </p:grpSpPr>
              <p:sp>
                <p:nvSpPr>
                  <p:cNvPr id="7738" name="Google Shape;7738;p7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79"/>
                  <p:cNvGrpSpPr/>
                  <p:nvPr/>
                </p:nvGrpSpPr>
                <p:grpSpPr>
                  <a:xfrm>
                    <a:off x="1498221" y="4047614"/>
                    <a:ext cx="150566" cy="190416"/>
                    <a:chOff x="1498221" y="4047614"/>
                    <a:chExt cx="150566" cy="190416"/>
                  </a:xfrm>
                </p:grpSpPr>
                <p:sp>
                  <p:nvSpPr>
                    <p:cNvPr id="7740" name="Google Shape;7740;p7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2" name="Google Shape;7742;p79"/>
              <p:cNvGrpSpPr/>
              <p:nvPr/>
            </p:nvGrpSpPr>
            <p:grpSpPr>
              <a:xfrm>
                <a:off x="1560718" y="3800594"/>
                <a:ext cx="532948" cy="302090"/>
                <a:chOff x="1560718" y="3800594"/>
                <a:chExt cx="532948" cy="302090"/>
              </a:xfrm>
            </p:grpSpPr>
            <p:grpSp>
              <p:nvGrpSpPr>
                <p:cNvPr id="7743" name="Google Shape;7743;p79"/>
                <p:cNvGrpSpPr/>
                <p:nvPr/>
              </p:nvGrpSpPr>
              <p:grpSpPr>
                <a:xfrm>
                  <a:off x="1912179" y="3827344"/>
                  <a:ext cx="181487" cy="25631"/>
                  <a:chOff x="1912179" y="3827344"/>
                  <a:chExt cx="181487" cy="25631"/>
                </a:xfrm>
              </p:grpSpPr>
              <p:sp>
                <p:nvSpPr>
                  <p:cNvPr id="7744" name="Google Shape;7744;p7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9"/>
                <p:cNvGrpSpPr/>
                <p:nvPr/>
              </p:nvGrpSpPr>
              <p:grpSpPr>
                <a:xfrm>
                  <a:off x="1912179" y="4044505"/>
                  <a:ext cx="181487" cy="25622"/>
                  <a:chOff x="1912179" y="4044506"/>
                  <a:chExt cx="181487" cy="25622"/>
                </a:xfrm>
              </p:grpSpPr>
              <p:sp>
                <p:nvSpPr>
                  <p:cNvPr id="7747" name="Google Shape;7747;p7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79"/>
                <p:cNvGrpSpPr/>
                <p:nvPr/>
              </p:nvGrpSpPr>
              <p:grpSpPr>
                <a:xfrm>
                  <a:off x="1560718" y="3800594"/>
                  <a:ext cx="351472" cy="302090"/>
                  <a:chOff x="1560718" y="3800594"/>
                  <a:chExt cx="351472" cy="302090"/>
                </a:xfrm>
              </p:grpSpPr>
              <p:grpSp>
                <p:nvGrpSpPr>
                  <p:cNvPr id="7750" name="Google Shape;7750;p79"/>
                  <p:cNvGrpSpPr/>
                  <p:nvPr/>
                </p:nvGrpSpPr>
                <p:grpSpPr>
                  <a:xfrm>
                    <a:off x="1560718" y="3842857"/>
                    <a:ext cx="173586" cy="217131"/>
                    <a:chOff x="1560718" y="3842857"/>
                    <a:chExt cx="173586" cy="217131"/>
                  </a:xfrm>
                </p:grpSpPr>
                <p:sp>
                  <p:nvSpPr>
                    <p:cNvPr id="7751" name="Google Shape;7751;p7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4" name="Google Shape;7754;p7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56" name="Google Shape;7756;p7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9"/>
              <p:cNvGrpSpPr/>
              <p:nvPr/>
            </p:nvGrpSpPr>
            <p:grpSpPr>
              <a:xfrm>
                <a:off x="785350" y="3605478"/>
                <a:ext cx="535311" cy="249245"/>
                <a:chOff x="785350" y="3605478"/>
                <a:chExt cx="535311" cy="249245"/>
              </a:xfrm>
            </p:grpSpPr>
            <p:grpSp>
              <p:nvGrpSpPr>
                <p:cNvPr id="7758" name="Google Shape;7758;p79"/>
                <p:cNvGrpSpPr/>
                <p:nvPr/>
              </p:nvGrpSpPr>
              <p:grpSpPr>
                <a:xfrm>
                  <a:off x="785350" y="3605478"/>
                  <a:ext cx="376191" cy="102736"/>
                  <a:chOff x="785350" y="3605478"/>
                  <a:chExt cx="376191" cy="102736"/>
                </a:xfrm>
              </p:grpSpPr>
              <p:sp>
                <p:nvSpPr>
                  <p:cNvPr id="7759" name="Google Shape;7759;p7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79"/>
                <p:cNvGrpSpPr/>
                <p:nvPr/>
              </p:nvGrpSpPr>
              <p:grpSpPr>
                <a:xfrm>
                  <a:off x="1161530" y="3655851"/>
                  <a:ext cx="159131" cy="198872"/>
                  <a:chOff x="1161530" y="3655851"/>
                  <a:chExt cx="159131" cy="198872"/>
                </a:xfrm>
              </p:grpSpPr>
              <p:sp>
                <p:nvSpPr>
                  <p:cNvPr id="7763" name="Google Shape;7763;p7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5" name="Google Shape;7765;p79"/>
              <p:cNvGrpSpPr/>
              <p:nvPr/>
            </p:nvGrpSpPr>
            <p:grpSpPr>
              <a:xfrm>
                <a:off x="785350" y="4047614"/>
                <a:ext cx="535311" cy="240783"/>
                <a:chOff x="785350" y="4047614"/>
                <a:chExt cx="535311" cy="240783"/>
              </a:xfrm>
            </p:grpSpPr>
            <p:grpSp>
              <p:nvGrpSpPr>
                <p:cNvPr id="7766" name="Google Shape;7766;p79"/>
                <p:cNvGrpSpPr/>
                <p:nvPr/>
              </p:nvGrpSpPr>
              <p:grpSpPr>
                <a:xfrm>
                  <a:off x="1161636" y="4047614"/>
                  <a:ext cx="159025" cy="190415"/>
                  <a:chOff x="1161636" y="4047614"/>
                  <a:chExt cx="159025" cy="190415"/>
                </a:xfrm>
              </p:grpSpPr>
              <p:sp>
                <p:nvSpPr>
                  <p:cNvPr id="7767" name="Google Shape;7767;p7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79"/>
                <p:cNvGrpSpPr/>
                <p:nvPr/>
              </p:nvGrpSpPr>
              <p:grpSpPr>
                <a:xfrm>
                  <a:off x="785350" y="4185661"/>
                  <a:ext cx="376191" cy="102736"/>
                  <a:chOff x="785350" y="4185661"/>
                  <a:chExt cx="376191" cy="102736"/>
                </a:xfrm>
              </p:grpSpPr>
              <p:sp>
                <p:nvSpPr>
                  <p:cNvPr id="7770" name="Google Shape;7770;p7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3" name="Google Shape;7773;p79"/>
              <p:cNvGrpSpPr/>
              <p:nvPr/>
            </p:nvGrpSpPr>
            <p:grpSpPr>
              <a:xfrm>
                <a:off x="1501054" y="3605478"/>
                <a:ext cx="526340" cy="249240"/>
                <a:chOff x="1501054" y="3605478"/>
                <a:chExt cx="526340" cy="249240"/>
              </a:xfrm>
            </p:grpSpPr>
            <p:grpSp>
              <p:nvGrpSpPr>
                <p:cNvPr id="7774" name="Google Shape;7774;p79"/>
                <p:cNvGrpSpPr/>
                <p:nvPr/>
              </p:nvGrpSpPr>
              <p:grpSpPr>
                <a:xfrm>
                  <a:off x="1834208" y="3643867"/>
                  <a:ext cx="193185" cy="25622"/>
                  <a:chOff x="1834208" y="3643867"/>
                  <a:chExt cx="193185" cy="25622"/>
                </a:xfrm>
              </p:grpSpPr>
              <p:sp>
                <p:nvSpPr>
                  <p:cNvPr id="7775" name="Google Shape;7775;p7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79"/>
                <p:cNvGrpSpPr/>
                <p:nvPr/>
              </p:nvGrpSpPr>
              <p:grpSpPr>
                <a:xfrm>
                  <a:off x="1501054" y="3605478"/>
                  <a:ext cx="333165" cy="249240"/>
                  <a:chOff x="1501054" y="3605478"/>
                  <a:chExt cx="333165" cy="249240"/>
                </a:xfrm>
              </p:grpSpPr>
              <p:sp>
                <p:nvSpPr>
                  <p:cNvPr id="7778" name="Google Shape;7778;p7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9" name="Google Shape;7779;p79"/>
                  <p:cNvGrpSpPr/>
                  <p:nvPr/>
                </p:nvGrpSpPr>
                <p:grpSpPr>
                  <a:xfrm>
                    <a:off x="1501054" y="3655851"/>
                    <a:ext cx="155286" cy="198867"/>
                    <a:chOff x="1501054" y="3655851"/>
                    <a:chExt cx="155286" cy="198867"/>
                  </a:xfrm>
                </p:grpSpPr>
                <p:sp>
                  <p:nvSpPr>
                    <p:cNvPr id="7780" name="Google Shape;7780;p7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82" name="Google Shape;7782;p79"/>
              <p:cNvGrpSpPr/>
              <p:nvPr/>
            </p:nvGrpSpPr>
            <p:grpSpPr>
              <a:xfrm>
                <a:off x="724986" y="3800594"/>
                <a:ext cx="532950" cy="302090"/>
                <a:chOff x="724986" y="3800594"/>
                <a:chExt cx="532950" cy="302090"/>
              </a:xfrm>
            </p:grpSpPr>
            <p:grpSp>
              <p:nvGrpSpPr>
                <p:cNvPr id="7783" name="Google Shape;7783;p79"/>
                <p:cNvGrpSpPr/>
                <p:nvPr/>
              </p:nvGrpSpPr>
              <p:grpSpPr>
                <a:xfrm>
                  <a:off x="724986" y="4044367"/>
                  <a:ext cx="181314" cy="25626"/>
                  <a:chOff x="724986" y="4044367"/>
                  <a:chExt cx="181314" cy="25626"/>
                </a:xfrm>
              </p:grpSpPr>
              <p:sp>
                <p:nvSpPr>
                  <p:cNvPr id="7784" name="Google Shape;7784;p7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79"/>
                <p:cNvGrpSpPr/>
                <p:nvPr/>
              </p:nvGrpSpPr>
              <p:grpSpPr>
                <a:xfrm>
                  <a:off x="906290" y="3800594"/>
                  <a:ext cx="351646" cy="302090"/>
                  <a:chOff x="906290" y="3800594"/>
                  <a:chExt cx="351646" cy="302090"/>
                </a:xfrm>
              </p:grpSpPr>
              <p:grpSp>
                <p:nvGrpSpPr>
                  <p:cNvPr id="7787" name="Google Shape;7787;p79"/>
                  <p:cNvGrpSpPr/>
                  <p:nvPr/>
                </p:nvGrpSpPr>
                <p:grpSpPr>
                  <a:xfrm>
                    <a:off x="1084172" y="3842857"/>
                    <a:ext cx="173764" cy="217131"/>
                    <a:chOff x="1084172" y="3842857"/>
                    <a:chExt cx="173764" cy="217131"/>
                  </a:xfrm>
                </p:grpSpPr>
                <p:grpSp>
                  <p:nvGrpSpPr>
                    <p:cNvPr id="7788" name="Google Shape;7788;p79"/>
                    <p:cNvGrpSpPr/>
                    <p:nvPr/>
                  </p:nvGrpSpPr>
                  <p:grpSpPr>
                    <a:xfrm>
                      <a:off x="1156862" y="3936509"/>
                      <a:ext cx="101073" cy="25622"/>
                      <a:chOff x="1156862" y="3936509"/>
                      <a:chExt cx="101073" cy="25622"/>
                    </a:xfrm>
                  </p:grpSpPr>
                  <p:sp>
                    <p:nvSpPr>
                      <p:cNvPr id="7789" name="Google Shape;7789;p7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7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2" name="Google Shape;7792;p7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79"/>
                <p:cNvGrpSpPr/>
                <p:nvPr/>
              </p:nvGrpSpPr>
              <p:grpSpPr>
                <a:xfrm>
                  <a:off x="724986" y="3830189"/>
                  <a:ext cx="189533" cy="25626"/>
                  <a:chOff x="724986" y="3830189"/>
                  <a:chExt cx="189533" cy="25626"/>
                </a:xfrm>
              </p:grpSpPr>
              <p:sp>
                <p:nvSpPr>
                  <p:cNvPr id="7795" name="Google Shape;7795;p7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97" name="Google Shape;7797;p79"/>
          <p:cNvGrpSpPr/>
          <p:nvPr/>
        </p:nvGrpSpPr>
        <p:grpSpPr>
          <a:xfrm>
            <a:off x="2249438" y="2249669"/>
            <a:ext cx="948701" cy="935378"/>
            <a:chOff x="2253298" y="2428317"/>
            <a:chExt cx="948701" cy="935378"/>
          </a:xfrm>
        </p:grpSpPr>
        <p:sp>
          <p:nvSpPr>
            <p:cNvPr id="7798" name="Google Shape;7798;p7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4" name="Shape 7834"/>
        <p:cNvGrpSpPr/>
        <p:nvPr/>
      </p:nvGrpSpPr>
      <p:grpSpPr>
        <a:xfrm>
          <a:off x="0" y="0"/>
          <a:ext cx="0" cy="0"/>
          <a:chOff x="0" y="0"/>
          <a:chExt cx="0" cy="0"/>
        </a:xfrm>
      </p:grpSpPr>
      <p:graphicFrame>
        <p:nvGraphicFramePr>
          <p:cNvPr id="7835" name="Google Shape;7835;p80"/>
          <p:cNvGraphicFramePr/>
          <p:nvPr/>
        </p:nvGraphicFramePr>
        <p:xfrm>
          <a:off x="3342575" y="2130461"/>
          <a:ext cx="3000000" cy="3000000"/>
        </p:xfrm>
        <a:graphic>
          <a:graphicData uri="http://schemas.openxmlformats.org/drawingml/2006/table">
            <a:tbl>
              <a:tblPr>
                <a:noFill/>
                <a:tableStyleId>{787D3915-8147-47B5-915A-8A6B44E20CAA}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836" name="Google Shape;7836;p80"/>
          <p:cNvGrpSpPr/>
          <p:nvPr/>
        </p:nvGrpSpPr>
        <p:grpSpPr>
          <a:xfrm>
            <a:off x="3339745" y="952988"/>
            <a:ext cx="2363393" cy="1017867"/>
            <a:chOff x="3292400" y="1219146"/>
            <a:chExt cx="2615240" cy="1110239"/>
          </a:xfrm>
        </p:grpSpPr>
        <p:sp>
          <p:nvSpPr>
            <p:cNvPr id="7837" name="Google Shape;7837;p8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7838" name="Google Shape;7838;p8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39" name="Google Shape;7839;p8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40" name="Google Shape;7840;p8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41" name="Google Shape;7841;p8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42" name="Google Shape;7842;p8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43" name="Google Shape;7843;p8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44" name="Google Shape;7844;p8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45" name="Google Shape;7845;p8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46" name="Google Shape;7846;p8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47" name="Google Shape;7847;p8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48" name="Google Shape;7848;p8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49" name="Google Shape;7849;p8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50" name="Google Shape;7850;p8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51" name="Google Shape;7851;p80"/>
            <p:cNvGrpSpPr/>
            <p:nvPr/>
          </p:nvGrpSpPr>
          <p:grpSpPr>
            <a:xfrm>
              <a:off x="3748438" y="1378608"/>
              <a:ext cx="2159202" cy="903971"/>
              <a:chOff x="1683525" y="2179850"/>
              <a:chExt cx="4519050" cy="2134525"/>
            </a:xfrm>
          </p:grpSpPr>
          <p:sp>
            <p:nvSpPr>
              <p:cNvPr id="7852" name="Google Shape;7852;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3" name="Google Shape;7853;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4" name="Google Shape;7854;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5" name="Google Shape;7855;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6" name="Google Shape;7856;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7" name="Google Shape;7857;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8" name="Google Shape;7858;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9" name="Google Shape;7859;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0" name="Google Shape;7860;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1" name="Google Shape;7861;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2" name="Google Shape;7862;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3" name="Google Shape;7863;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7864" name="Google Shape;7864;p80"/>
          <p:cNvGraphicFramePr/>
          <p:nvPr/>
        </p:nvGraphicFramePr>
        <p:xfrm>
          <a:off x="5935838" y="2130461"/>
          <a:ext cx="3000000" cy="3000000"/>
        </p:xfrm>
        <a:graphic>
          <a:graphicData uri="http://schemas.openxmlformats.org/drawingml/2006/table">
            <a:tbl>
              <a:tblPr>
                <a:noFill/>
                <a:tableStyleId>{787D3915-8147-47B5-915A-8A6B44E20CAA}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865" name="Google Shape;7865;p80"/>
          <p:cNvGrpSpPr/>
          <p:nvPr/>
        </p:nvGrpSpPr>
        <p:grpSpPr>
          <a:xfrm>
            <a:off x="5910045" y="3189058"/>
            <a:ext cx="2522867" cy="1001454"/>
            <a:chOff x="1904318" y="789980"/>
            <a:chExt cx="1489472" cy="606868"/>
          </a:xfrm>
        </p:grpSpPr>
        <p:cxnSp>
          <p:nvCxnSpPr>
            <p:cNvPr id="7866" name="Google Shape;7866;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67" name="Google Shape;7867;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68" name="Google Shape;7868;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69" name="Google Shape;7869;p8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70" name="Google Shape;7870;p8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71" name="Google Shape;7871;p8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72" name="Google Shape;7872;p8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73" name="Google Shape;7873;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80" name="Google Shape;7880;p8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81" name="Google Shape;7881;p8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82" name="Google Shape;7882;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80"/>
          <p:cNvGrpSpPr/>
          <p:nvPr/>
        </p:nvGrpSpPr>
        <p:grpSpPr>
          <a:xfrm>
            <a:off x="712562" y="998017"/>
            <a:ext cx="2394370" cy="976502"/>
            <a:chOff x="749309" y="1112739"/>
            <a:chExt cx="2371603" cy="976502"/>
          </a:xfrm>
        </p:grpSpPr>
        <p:sp>
          <p:nvSpPr>
            <p:cNvPr id="7884" name="Google Shape;7884;p8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16" name="Google Shape;7916;p80"/>
          <p:cNvGraphicFramePr/>
          <p:nvPr/>
        </p:nvGraphicFramePr>
        <p:xfrm>
          <a:off x="5935863" y="996311"/>
          <a:ext cx="3000000" cy="3000000"/>
        </p:xfrm>
        <a:graphic>
          <a:graphicData uri="http://schemas.openxmlformats.org/drawingml/2006/table">
            <a:tbl>
              <a:tblPr>
                <a:noFill/>
                <a:tableStyleId>{787D3915-8147-47B5-915A-8A6B44E20CAA}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7917" name="Google Shape;7917;p80"/>
          <p:cNvGrpSpPr/>
          <p:nvPr/>
        </p:nvGrpSpPr>
        <p:grpSpPr>
          <a:xfrm>
            <a:off x="4086505" y="2517104"/>
            <a:ext cx="1517436" cy="74460"/>
            <a:chOff x="3980086" y="2804397"/>
            <a:chExt cx="1227600" cy="66900"/>
          </a:xfrm>
        </p:grpSpPr>
        <p:sp>
          <p:nvSpPr>
            <p:cNvPr id="7918" name="Google Shape;7918;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80"/>
          <p:cNvGrpSpPr/>
          <p:nvPr/>
        </p:nvGrpSpPr>
        <p:grpSpPr>
          <a:xfrm>
            <a:off x="4711569" y="2809692"/>
            <a:ext cx="892956" cy="74460"/>
            <a:chOff x="3980086" y="2804397"/>
            <a:chExt cx="1227600" cy="66900"/>
          </a:xfrm>
        </p:grpSpPr>
        <p:sp>
          <p:nvSpPr>
            <p:cNvPr id="7921" name="Google Shape;7921;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80"/>
          <p:cNvGrpSpPr/>
          <p:nvPr/>
        </p:nvGrpSpPr>
        <p:grpSpPr>
          <a:xfrm>
            <a:off x="3344661" y="3168575"/>
            <a:ext cx="2363244" cy="1005943"/>
            <a:chOff x="3358415" y="3361302"/>
            <a:chExt cx="2363244" cy="1024695"/>
          </a:xfrm>
        </p:grpSpPr>
        <p:grpSp>
          <p:nvGrpSpPr>
            <p:cNvPr id="7924" name="Google Shape;7924;p80"/>
            <p:cNvGrpSpPr/>
            <p:nvPr/>
          </p:nvGrpSpPr>
          <p:grpSpPr>
            <a:xfrm>
              <a:off x="3358415" y="3361302"/>
              <a:ext cx="441300" cy="1024695"/>
              <a:chOff x="3358415" y="3361302"/>
              <a:chExt cx="441300" cy="1024695"/>
            </a:xfrm>
          </p:grpSpPr>
          <p:sp>
            <p:nvSpPr>
              <p:cNvPr id="7925" name="Google Shape;7925;p8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80"/>
            <p:cNvGrpSpPr/>
            <p:nvPr/>
          </p:nvGrpSpPr>
          <p:grpSpPr>
            <a:xfrm>
              <a:off x="3838901" y="3361302"/>
              <a:ext cx="441300" cy="1024695"/>
              <a:chOff x="3838901" y="3361302"/>
              <a:chExt cx="441300" cy="1024695"/>
            </a:xfrm>
          </p:grpSpPr>
          <p:sp>
            <p:nvSpPr>
              <p:cNvPr id="7932" name="Google Shape;7932;p8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80"/>
            <p:cNvGrpSpPr/>
            <p:nvPr/>
          </p:nvGrpSpPr>
          <p:grpSpPr>
            <a:xfrm>
              <a:off x="4319387" y="3361302"/>
              <a:ext cx="441300" cy="1024695"/>
              <a:chOff x="4319387" y="3361302"/>
              <a:chExt cx="441300" cy="1024695"/>
            </a:xfrm>
          </p:grpSpPr>
          <p:sp>
            <p:nvSpPr>
              <p:cNvPr id="7939" name="Google Shape;7939;p8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80"/>
            <p:cNvGrpSpPr/>
            <p:nvPr/>
          </p:nvGrpSpPr>
          <p:grpSpPr>
            <a:xfrm>
              <a:off x="4799873" y="3361302"/>
              <a:ext cx="441300" cy="1024695"/>
              <a:chOff x="4799873" y="3361302"/>
              <a:chExt cx="441300" cy="1024695"/>
            </a:xfrm>
          </p:grpSpPr>
          <p:sp>
            <p:nvSpPr>
              <p:cNvPr id="7946" name="Google Shape;7946;p8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80"/>
            <p:cNvGrpSpPr/>
            <p:nvPr/>
          </p:nvGrpSpPr>
          <p:grpSpPr>
            <a:xfrm>
              <a:off x="5280360" y="3361302"/>
              <a:ext cx="441300" cy="1024695"/>
              <a:chOff x="5280360" y="3361302"/>
              <a:chExt cx="441300" cy="1024695"/>
            </a:xfrm>
          </p:grpSpPr>
          <p:sp>
            <p:nvSpPr>
              <p:cNvPr id="7953" name="Google Shape;7953;p8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59" name="Google Shape;7959;p80"/>
          <p:cNvGraphicFramePr/>
          <p:nvPr/>
        </p:nvGraphicFramePr>
        <p:xfrm>
          <a:off x="711088" y="2130461"/>
          <a:ext cx="3000000" cy="3000000"/>
        </p:xfrm>
        <a:graphic>
          <a:graphicData uri="http://schemas.openxmlformats.org/drawingml/2006/table">
            <a:tbl>
              <a:tblPr>
                <a:noFill/>
                <a:tableStyleId>{787D3915-8147-47B5-915A-8A6B44E20CAA}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960" name="Google Shape;7960;p80"/>
          <p:cNvGrpSpPr/>
          <p:nvPr/>
        </p:nvGrpSpPr>
        <p:grpSpPr>
          <a:xfrm>
            <a:off x="712613" y="3180186"/>
            <a:ext cx="2403614" cy="1005900"/>
            <a:chOff x="726450" y="3372825"/>
            <a:chExt cx="2403614" cy="1005900"/>
          </a:xfrm>
        </p:grpSpPr>
        <p:grpSp>
          <p:nvGrpSpPr>
            <p:cNvPr id="7961" name="Google Shape;7961;p80"/>
            <p:cNvGrpSpPr/>
            <p:nvPr/>
          </p:nvGrpSpPr>
          <p:grpSpPr>
            <a:xfrm>
              <a:off x="726450" y="3696000"/>
              <a:ext cx="2403614" cy="500898"/>
              <a:chOff x="726450" y="3696000"/>
              <a:chExt cx="2403614" cy="500898"/>
            </a:xfrm>
          </p:grpSpPr>
          <p:sp>
            <p:nvSpPr>
              <p:cNvPr id="7962" name="Google Shape;7962;p8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63" name="Google Shape;7963;p8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64" name="Google Shape;7964;p80"/>
            <p:cNvGrpSpPr/>
            <p:nvPr/>
          </p:nvGrpSpPr>
          <p:grpSpPr>
            <a:xfrm>
              <a:off x="1348050" y="3372825"/>
              <a:ext cx="1720425" cy="1005900"/>
              <a:chOff x="1348050" y="3372825"/>
              <a:chExt cx="1720425" cy="1005900"/>
            </a:xfrm>
          </p:grpSpPr>
          <p:sp>
            <p:nvSpPr>
              <p:cNvPr id="7965" name="Google Shape;7965;p8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66" name="Google Shape;7966;p8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67" name="Google Shape;7967;p8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68" name="Google Shape;7968;p8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69" name="Google Shape;7969;p8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70" name="Google Shape;7970;p80"/>
            <p:cNvGrpSpPr/>
            <p:nvPr/>
          </p:nvGrpSpPr>
          <p:grpSpPr>
            <a:xfrm>
              <a:off x="1455707" y="3731058"/>
              <a:ext cx="1491150" cy="417657"/>
              <a:chOff x="1455707" y="3731058"/>
              <a:chExt cx="1491150" cy="417657"/>
            </a:xfrm>
          </p:grpSpPr>
          <p:grpSp>
            <p:nvGrpSpPr>
              <p:cNvPr id="7971" name="Google Shape;7971;p80"/>
              <p:cNvGrpSpPr/>
              <p:nvPr/>
            </p:nvGrpSpPr>
            <p:grpSpPr>
              <a:xfrm>
                <a:off x="1472938" y="3745828"/>
                <a:ext cx="72126" cy="53788"/>
                <a:chOff x="1472938" y="3745828"/>
                <a:chExt cx="72126" cy="53788"/>
              </a:xfrm>
            </p:grpSpPr>
            <p:sp>
              <p:nvSpPr>
                <p:cNvPr id="7972" name="Google Shape;7972;p8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80"/>
              <p:cNvGrpSpPr/>
              <p:nvPr/>
            </p:nvGrpSpPr>
            <p:grpSpPr>
              <a:xfrm>
                <a:off x="1819181" y="4089633"/>
                <a:ext cx="72126" cy="53788"/>
                <a:chOff x="1819181" y="4089633"/>
                <a:chExt cx="72126" cy="53788"/>
              </a:xfrm>
            </p:grpSpPr>
            <p:sp>
              <p:nvSpPr>
                <p:cNvPr id="7975" name="Google Shape;7975;p8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80"/>
              <p:cNvGrpSpPr/>
              <p:nvPr/>
            </p:nvGrpSpPr>
            <p:grpSpPr>
              <a:xfrm>
                <a:off x="1455707" y="4084171"/>
                <a:ext cx="64321" cy="64544"/>
                <a:chOff x="1455707" y="4084171"/>
                <a:chExt cx="64321" cy="64544"/>
              </a:xfrm>
            </p:grpSpPr>
            <p:sp>
              <p:nvSpPr>
                <p:cNvPr id="7978" name="Google Shape;7978;p8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80"/>
              <p:cNvGrpSpPr/>
              <p:nvPr/>
            </p:nvGrpSpPr>
            <p:grpSpPr>
              <a:xfrm>
                <a:off x="1818610" y="3731058"/>
                <a:ext cx="64321" cy="64544"/>
                <a:chOff x="1818610" y="3731058"/>
                <a:chExt cx="64321" cy="64544"/>
              </a:xfrm>
            </p:grpSpPr>
            <p:sp>
              <p:nvSpPr>
                <p:cNvPr id="7981" name="Google Shape;7981;p8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80"/>
              <p:cNvGrpSpPr/>
              <p:nvPr/>
            </p:nvGrpSpPr>
            <p:grpSpPr>
              <a:xfrm>
                <a:off x="2172491" y="4089633"/>
                <a:ext cx="72126" cy="53788"/>
                <a:chOff x="2172491" y="4089633"/>
                <a:chExt cx="72126" cy="53788"/>
              </a:xfrm>
            </p:grpSpPr>
            <p:sp>
              <p:nvSpPr>
                <p:cNvPr id="7984" name="Google Shape;7984;p8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80"/>
              <p:cNvGrpSpPr/>
              <p:nvPr/>
            </p:nvGrpSpPr>
            <p:grpSpPr>
              <a:xfrm>
                <a:off x="2171920" y="3731058"/>
                <a:ext cx="64321" cy="64544"/>
                <a:chOff x="2171920" y="3731058"/>
                <a:chExt cx="64321" cy="64544"/>
              </a:xfrm>
            </p:grpSpPr>
            <p:sp>
              <p:nvSpPr>
                <p:cNvPr id="7987" name="Google Shape;7987;p8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80"/>
              <p:cNvGrpSpPr/>
              <p:nvPr/>
            </p:nvGrpSpPr>
            <p:grpSpPr>
              <a:xfrm>
                <a:off x="2874730" y="3745828"/>
                <a:ext cx="72126" cy="53788"/>
                <a:chOff x="2874730" y="3745828"/>
                <a:chExt cx="72126" cy="53788"/>
              </a:xfrm>
            </p:grpSpPr>
            <p:sp>
              <p:nvSpPr>
                <p:cNvPr id="7990" name="Google Shape;7990;p8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0"/>
              <p:cNvGrpSpPr/>
              <p:nvPr/>
            </p:nvGrpSpPr>
            <p:grpSpPr>
              <a:xfrm>
                <a:off x="2878589" y="4081481"/>
                <a:ext cx="64321" cy="64544"/>
                <a:chOff x="2878589" y="4081481"/>
                <a:chExt cx="64321" cy="64544"/>
              </a:xfrm>
            </p:grpSpPr>
            <p:sp>
              <p:nvSpPr>
                <p:cNvPr id="7993" name="Google Shape;7993;p8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0"/>
              <p:cNvGrpSpPr/>
              <p:nvPr/>
            </p:nvGrpSpPr>
            <p:grpSpPr>
              <a:xfrm>
                <a:off x="2525796" y="4089633"/>
                <a:ext cx="72126" cy="53788"/>
                <a:chOff x="2525796" y="4089633"/>
                <a:chExt cx="72126" cy="53788"/>
              </a:xfrm>
            </p:grpSpPr>
            <p:sp>
              <p:nvSpPr>
                <p:cNvPr id="7996" name="Google Shape;7996;p8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80"/>
              <p:cNvGrpSpPr/>
              <p:nvPr/>
            </p:nvGrpSpPr>
            <p:grpSpPr>
              <a:xfrm>
                <a:off x="2525225" y="3731058"/>
                <a:ext cx="64321" cy="64544"/>
                <a:chOff x="2525225" y="3731058"/>
                <a:chExt cx="64321" cy="64544"/>
              </a:xfrm>
            </p:grpSpPr>
            <p:sp>
              <p:nvSpPr>
                <p:cNvPr id="7999" name="Google Shape;7999;p8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4" name="Shape 8004"/>
        <p:cNvGrpSpPr/>
        <p:nvPr/>
      </p:nvGrpSpPr>
      <p:grpSpPr>
        <a:xfrm>
          <a:off x="0" y="0"/>
          <a:ext cx="0" cy="0"/>
          <a:chOff x="0" y="0"/>
          <a:chExt cx="0" cy="0"/>
        </a:xfrm>
      </p:grpSpPr>
      <p:grpSp>
        <p:nvGrpSpPr>
          <p:cNvPr id="8005" name="Google Shape;8005;p81"/>
          <p:cNvGrpSpPr/>
          <p:nvPr/>
        </p:nvGrpSpPr>
        <p:grpSpPr>
          <a:xfrm>
            <a:off x="716996" y="971307"/>
            <a:ext cx="845921" cy="690752"/>
            <a:chOff x="732428" y="1198513"/>
            <a:chExt cx="845921" cy="690752"/>
          </a:xfrm>
        </p:grpSpPr>
        <p:grpSp>
          <p:nvGrpSpPr>
            <p:cNvPr id="8006" name="Google Shape;8006;p81"/>
            <p:cNvGrpSpPr/>
            <p:nvPr/>
          </p:nvGrpSpPr>
          <p:grpSpPr>
            <a:xfrm>
              <a:off x="823030" y="1198513"/>
              <a:ext cx="755319" cy="690752"/>
              <a:chOff x="823030" y="1198513"/>
              <a:chExt cx="755319" cy="690752"/>
            </a:xfrm>
          </p:grpSpPr>
          <p:sp>
            <p:nvSpPr>
              <p:cNvPr id="8007" name="Google Shape;8007;p8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81"/>
            <p:cNvGrpSpPr/>
            <p:nvPr/>
          </p:nvGrpSpPr>
          <p:grpSpPr>
            <a:xfrm>
              <a:off x="732428" y="1239937"/>
              <a:ext cx="739912" cy="607886"/>
              <a:chOff x="732428" y="1239937"/>
              <a:chExt cx="739912" cy="607886"/>
            </a:xfrm>
          </p:grpSpPr>
          <p:sp>
            <p:nvSpPr>
              <p:cNvPr id="8010" name="Google Shape;8010;p8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81"/>
            <p:cNvGrpSpPr/>
            <p:nvPr/>
          </p:nvGrpSpPr>
          <p:grpSpPr>
            <a:xfrm>
              <a:off x="732428" y="1277018"/>
              <a:ext cx="702832" cy="533758"/>
              <a:chOff x="732428" y="1277018"/>
              <a:chExt cx="702832" cy="533758"/>
            </a:xfrm>
          </p:grpSpPr>
          <p:sp>
            <p:nvSpPr>
              <p:cNvPr id="8013" name="Google Shape;8013;p8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1"/>
            <p:cNvGrpSpPr/>
            <p:nvPr/>
          </p:nvGrpSpPr>
          <p:grpSpPr>
            <a:xfrm>
              <a:off x="931170" y="1306653"/>
              <a:ext cx="647179" cy="474455"/>
              <a:chOff x="931170" y="1306653"/>
              <a:chExt cx="647179" cy="474455"/>
            </a:xfrm>
          </p:grpSpPr>
          <p:sp>
            <p:nvSpPr>
              <p:cNvPr id="8016" name="Google Shape;8016;p8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8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81"/>
          <p:cNvGrpSpPr/>
          <p:nvPr/>
        </p:nvGrpSpPr>
        <p:grpSpPr>
          <a:xfrm>
            <a:off x="3948605" y="971313"/>
            <a:ext cx="634656" cy="699982"/>
            <a:chOff x="5985650" y="2860025"/>
            <a:chExt cx="1396075" cy="1539775"/>
          </a:xfrm>
        </p:grpSpPr>
        <p:sp>
          <p:nvSpPr>
            <p:cNvPr id="8020" name="Google Shape;8020;p8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1"/>
          <p:cNvGrpSpPr/>
          <p:nvPr/>
        </p:nvGrpSpPr>
        <p:grpSpPr>
          <a:xfrm>
            <a:off x="4704254" y="971307"/>
            <a:ext cx="725845" cy="699975"/>
            <a:chOff x="4249973" y="1201875"/>
            <a:chExt cx="1958568" cy="1888762"/>
          </a:xfrm>
        </p:grpSpPr>
        <p:sp>
          <p:nvSpPr>
            <p:cNvPr id="8053" name="Google Shape;8053;p8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4" name="Google Shape;8054;p81"/>
            <p:cNvGrpSpPr/>
            <p:nvPr/>
          </p:nvGrpSpPr>
          <p:grpSpPr>
            <a:xfrm>
              <a:off x="5853086" y="1789142"/>
              <a:ext cx="355454" cy="1048099"/>
              <a:chOff x="5576108" y="2016725"/>
              <a:chExt cx="565200" cy="1666560"/>
            </a:xfrm>
          </p:grpSpPr>
          <p:sp>
            <p:nvSpPr>
              <p:cNvPr id="8055" name="Google Shape;8055;p8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6" name="Google Shape;8056;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81"/>
            <p:cNvGrpSpPr/>
            <p:nvPr/>
          </p:nvGrpSpPr>
          <p:grpSpPr>
            <a:xfrm>
              <a:off x="4869455" y="2691676"/>
              <a:ext cx="1013897" cy="398961"/>
              <a:chOff x="4012057" y="3451825"/>
              <a:chExt cx="1612175" cy="634379"/>
            </a:xfrm>
          </p:grpSpPr>
          <p:sp>
            <p:nvSpPr>
              <p:cNvPr id="8058" name="Google Shape;8058;p8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9" name="Google Shape;8059;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81"/>
            <p:cNvGrpSpPr/>
            <p:nvPr/>
          </p:nvGrpSpPr>
          <p:grpSpPr>
            <a:xfrm>
              <a:off x="4276937" y="2155961"/>
              <a:ext cx="651965" cy="891358"/>
              <a:chOff x="3069908" y="2599997"/>
              <a:chExt cx="1036675" cy="1417328"/>
            </a:xfrm>
          </p:grpSpPr>
          <p:sp>
            <p:nvSpPr>
              <p:cNvPr id="8061" name="Google Shape;8061;p8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2" name="Google Shape;8062;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81"/>
            <p:cNvGrpSpPr/>
            <p:nvPr/>
          </p:nvGrpSpPr>
          <p:grpSpPr>
            <a:xfrm>
              <a:off x="5054918" y="1201875"/>
              <a:ext cx="999548" cy="602711"/>
              <a:chOff x="4306958" y="1082925"/>
              <a:chExt cx="1589359" cy="958358"/>
            </a:xfrm>
          </p:grpSpPr>
          <p:sp>
            <p:nvSpPr>
              <p:cNvPr id="8064" name="Google Shape;8064;p8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5" name="Google Shape;8065;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81"/>
            <p:cNvGrpSpPr/>
            <p:nvPr/>
          </p:nvGrpSpPr>
          <p:grpSpPr>
            <a:xfrm>
              <a:off x="4249973" y="1303451"/>
              <a:ext cx="799317" cy="841334"/>
              <a:chOff x="3027033" y="1244439"/>
              <a:chExt cx="1270977" cy="1337786"/>
            </a:xfrm>
          </p:grpSpPr>
          <p:sp>
            <p:nvSpPr>
              <p:cNvPr id="8067" name="Google Shape;8067;p8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8" name="Google Shape;8068;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9" name="Google Shape;8069;p81"/>
          <p:cNvGrpSpPr/>
          <p:nvPr/>
        </p:nvGrpSpPr>
        <p:grpSpPr>
          <a:xfrm>
            <a:off x="4057119" y="1858087"/>
            <a:ext cx="750769" cy="683784"/>
            <a:chOff x="4204684" y="2104422"/>
            <a:chExt cx="699822" cy="637382"/>
          </a:xfrm>
        </p:grpSpPr>
        <p:grpSp>
          <p:nvGrpSpPr>
            <p:cNvPr id="8070" name="Google Shape;8070;p81"/>
            <p:cNvGrpSpPr/>
            <p:nvPr/>
          </p:nvGrpSpPr>
          <p:grpSpPr>
            <a:xfrm>
              <a:off x="4204684" y="2430067"/>
              <a:ext cx="342957" cy="311738"/>
              <a:chOff x="4204684" y="2430067"/>
              <a:chExt cx="342957" cy="311738"/>
            </a:xfrm>
          </p:grpSpPr>
          <p:sp>
            <p:nvSpPr>
              <p:cNvPr id="8071" name="Google Shape;8071;p8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81"/>
            <p:cNvGrpSpPr/>
            <p:nvPr/>
          </p:nvGrpSpPr>
          <p:grpSpPr>
            <a:xfrm>
              <a:off x="4561586" y="2430067"/>
              <a:ext cx="342920" cy="311738"/>
              <a:chOff x="4561586" y="2430067"/>
              <a:chExt cx="342920" cy="311738"/>
            </a:xfrm>
          </p:grpSpPr>
          <p:sp>
            <p:nvSpPr>
              <p:cNvPr id="8074" name="Google Shape;8074;p8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81"/>
            <p:cNvGrpSpPr/>
            <p:nvPr/>
          </p:nvGrpSpPr>
          <p:grpSpPr>
            <a:xfrm>
              <a:off x="4561586" y="2104422"/>
              <a:ext cx="342920" cy="311738"/>
              <a:chOff x="4561586" y="2104422"/>
              <a:chExt cx="342920" cy="311738"/>
            </a:xfrm>
          </p:grpSpPr>
          <p:sp>
            <p:nvSpPr>
              <p:cNvPr id="8077" name="Google Shape;8077;p8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81"/>
            <p:cNvGrpSpPr/>
            <p:nvPr/>
          </p:nvGrpSpPr>
          <p:grpSpPr>
            <a:xfrm>
              <a:off x="4204684" y="2104422"/>
              <a:ext cx="342957" cy="311664"/>
              <a:chOff x="4204684" y="2104422"/>
              <a:chExt cx="342957" cy="311664"/>
            </a:xfrm>
          </p:grpSpPr>
          <p:sp>
            <p:nvSpPr>
              <p:cNvPr id="8080" name="Google Shape;8080;p8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2" name="Google Shape;8082;p81"/>
          <p:cNvGrpSpPr/>
          <p:nvPr/>
        </p:nvGrpSpPr>
        <p:grpSpPr>
          <a:xfrm>
            <a:off x="5521552" y="971301"/>
            <a:ext cx="660591" cy="688867"/>
            <a:chOff x="5830645" y="1267368"/>
            <a:chExt cx="530340" cy="553040"/>
          </a:xfrm>
        </p:grpSpPr>
        <p:sp>
          <p:nvSpPr>
            <p:cNvPr id="8083" name="Google Shape;8083;p8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4" name="Google Shape;8084;p81"/>
            <p:cNvGrpSpPr/>
            <p:nvPr/>
          </p:nvGrpSpPr>
          <p:grpSpPr>
            <a:xfrm>
              <a:off x="5830645" y="1267368"/>
              <a:ext cx="259743" cy="269909"/>
              <a:chOff x="5830645" y="1267368"/>
              <a:chExt cx="259743" cy="269909"/>
            </a:xfrm>
          </p:grpSpPr>
          <p:sp>
            <p:nvSpPr>
              <p:cNvPr id="8085" name="Google Shape;8085;p8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81"/>
            <p:cNvGrpSpPr/>
            <p:nvPr/>
          </p:nvGrpSpPr>
          <p:grpSpPr>
            <a:xfrm>
              <a:off x="6101293" y="1267368"/>
              <a:ext cx="259692" cy="269909"/>
              <a:chOff x="6101293" y="1267368"/>
              <a:chExt cx="259692" cy="269909"/>
            </a:xfrm>
          </p:grpSpPr>
          <p:sp>
            <p:nvSpPr>
              <p:cNvPr id="8088" name="Google Shape;8088;p8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81"/>
            <p:cNvGrpSpPr/>
            <p:nvPr/>
          </p:nvGrpSpPr>
          <p:grpSpPr>
            <a:xfrm>
              <a:off x="5830645" y="1550500"/>
              <a:ext cx="259692" cy="269909"/>
              <a:chOff x="5830645" y="1550500"/>
              <a:chExt cx="259692" cy="269909"/>
            </a:xfrm>
          </p:grpSpPr>
          <p:sp>
            <p:nvSpPr>
              <p:cNvPr id="8091" name="Google Shape;8091;p8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81"/>
            <p:cNvGrpSpPr/>
            <p:nvPr/>
          </p:nvGrpSpPr>
          <p:grpSpPr>
            <a:xfrm>
              <a:off x="6101293" y="1550500"/>
              <a:ext cx="259692" cy="269909"/>
              <a:chOff x="6101293" y="1550500"/>
              <a:chExt cx="259692" cy="269909"/>
            </a:xfrm>
          </p:grpSpPr>
          <p:sp>
            <p:nvSpPr>
              <p:cNvPr id="8094" name="Google Shape;8094;p8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6" name="Google Shape;8096;p81"/>
          <p:cNvGrpSpPr/>
          <p:nvPr/>
        </p:nvGrpSpPr>
        <p:grpSpPr>
          <a:xfrm>
            <a:off x="723705" y="1861761"/>
            <a:ext cx="697154" cy="679574"/>
            <a:chOff x="2679875" y="2361475"/>
            <a:chExt cx="780425" cy="760575"/>
          </a:xfrm>
        </p:grpSpPr>
        <p:sp>
          <p:nvSpPr>
            <p:cNvPr id="8097" name="Google Shape;8097;p8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81"/>
          <p:cNvGrpSpPr/>
          <p:nvPr/>
        </p:nvGrpSpPr>
        <p:grpSpPr>
          <a:xfrm>
            <a:off x="3122864" y="971353"/>
            <a:ext cx="735829" cy="684547"/>
            <a:chOff x="3351965" y="1148808"/>
            <a:chExt cx="750770" cy="698375"/>
          </a:xfrm>
        </p:grpSpPr>
        <p:grpSp>
          <p:nvGrpSpPr>
            <p:cNvPr id="8104" name="Google Shape;8104;p81"/>
            <p:cNvGrpSpPr/>
            <p:nvPr/>
          </p:nvGrpSpPr>
          <p:grpSpPr>
            <a:xfrm>
              <a:off x="3586796" y="1148808"/>
              <a:ext cx="294857" cy="286830"/>
              <a:chOff x="3750225" y="1774000"/>
              <a:chExt cx="149575" cy="145525"/>
            </a:xfrm>
          </p:grpSpPr>
          <p:sp>
            <p:nvSpPr>
              <p:cNvPr id="8105" name="Google Shape;8105;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1"/>
            <p:cNvGrpSpPr/>
            <p:nvPr/>
          </p:nvGrpSpPr>
          <p:grpSpPr>
            <a:xfrm>
              <a:off x="3779245" y="1375768"/>
              <a:ext cx="323490" cy="286978"/>
              <a:chOff x="3847850" y="1889150"/>
              <a:chExt cx="164100" cy="145600"/>
            </a:xfrm>
          </p:grpSpPr>
          <p:sp>
            <p:nvSpPr>
              <p:cNvPr id="8108" name="Google Shape;8108;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81"/>
            <p:cNvGrpSpPr/>
            <p:nvPr/>
          </p:nvGrpSpPr>
          <p:grpSpPr>
            <a:xfrm>
              <a:off x="3351965" y="1330435"/>
              <a:ext cx="295449" cy="285401"/>
              <a:chOff x="3631100" y="1866150"/>
              <a:chExt cx="149875" cy="144800"/>
            </a:xfrm>
          </p:grpSpPr>
          <p:sp>
            <p:nvSpPr>
              <p:cNvPr id="8111" name="Google Shape;8111;p8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81"/>
            <p:cNvGrpSpPr/>
            <p:nvPr/>
          </p:nvGrpSpPr>
          <p:grpSpPr>
            <a:xfrm>
              <a:off x="3548208" y="1560352"/>
              <a:ext cx="294808" cy="286830"/>
              <a:chOff x="3730650" y="1982800"/>
              <a:chExt cx="149550" cy="145525"/>
            </a:xfrm>
          </p:grpSpPr>
          <p:sp>
            <p:nvSpPr>
              <p:cNvPr id="8114" name="Google Shape;8114;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6" name="Google Shape;8116;p81"/>
          <p:cNvGrpSpPr/>
          <p:nvPr/>
        </p:nvGrpSpPr>
        <p:grpSpPr>
          <a:xfrm>
            <a:off x="7624517" y="971307"/>
            <a:ext cx="804565" cy="677795"/>
            <a:chOff x="7636443" y="1204988"/>
            <a:chExt cx="804565" cy="677795"/>
          </a:xfrm>
        </p:grpSpPr>
        <p:grpSp>
          <p:nvGrpSpPr>
            <p:cNvPr id="8117" name="Google Shape;8117;p81"/>
            <p:cNvGrpSpPr/>
            <p:nvPr/>
          </p:nvGrpSpPr>
          <p:grpSpPr>
            <a:xfrm>
              <a:off x="7636443" y="1509705"/>
              <a:ext cx="804565" cy="373078"/>
              <a:chOff x="7636443" y="1509705"/>
              <a:chExt cx="804565" cy="373078"/>
            </a:xfrm>
          </p:grpSpPr>
          <p:sp>
            <p:nvSpPr>
              <p:cNvPr id="8118" name="Google Shape;8118;p8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1"/>
            <p:cNvGrpSpPr/>
            <p:nvPr/>
          </p:nvGrpSpPr>
          <p:grpSpPr>
            <a:xfrm>
              <a:off x="7636443" y="1408133"/>
              <a:ext cx="804565" cy="373078"/>
              <a:chOff x="7636443" y="1408133"/>
              <a:chExt cx="804565" cy="373078"/>
            </a:xfrm>
          </p:grpSpPr>
          <p:sp>
            <p:nvSpPr>
              <p:cNvPr id="8121" name="Google Shape;8121;p8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81"/>
            <p:cNvGrpSpPr/>
            <p:nvPr/>
          </p:nvGrpSpPr>
          <p:grpSpPr>
            <a:xfrm>
              <a:off x="7636443" y="1306560"/>
              <a:ext cx="804565" cy="373078"/>
              <a:chOff x="7636443" y="1306560"/>
              <a:chExt cx="804565" cy="373078"/>
            </a:xfrm>
          </p:grpSpPr>
          <p:sp>
            <p:nvSpPr>
              <p:cNvPr id="8124" name="Google Shape;8124;p8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81"/>
            <p:cNvGrpSpPr/>
            <p:nvPr/>
          </p:nvGrpSpPr>
          <p:grpSpPr>
            <a:xfrm>
              <a:off x="7636443" y="1204988"/>
              <a:ext cx="804565" cy="373078"/>
              <a:chOff x="7636443" y="1204988"/>
              <a:chExt cx="804565" cy="373078"/>
            </a:xfrm>
          </p:grpSpPr>
          <p:sp>
            <p:nvSpPr>
              <p:cNvPr id="8127" name="Google Shape;8127;p8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9" name="Google Shape;8129;p81"/>
          <p:cNvGrpSpPr/>
          <p:nvPr/>
        </p:nvGrpSpPr>
        <p:grpSpPr>
          <a:xfrm>
            <a:off x="4963363" y="1878721"/>
            <a:ext cx="661339" cy="661188"/>
            <a:chOff x="3990000" y="975400"/>
            <a:chExt cx="3934200" cy="3933300"/>
          </a:xfrm>
        </p:grpSpPr>
        <p:sp>
          <p:nvSpPr>
            <p:cNvPr id="8130" name="Google Shape;8130;p8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1"/>
          <p:cNvGrpSpPr/>
          <p:nvPr/>
        </p:nvGrpSpPr>
        <p:grpSpPr>
          <a:xfrm>
            <a:off x="6607011" y="1857359"/>
            <a:ext cx="868881" cy="684241"/>
            <a:chOff x="6598259" y="2078634"/>
            <a:chExt cx="868881" cy="684241"/>
          </a:xfrm>
        </p:grpSpPr>
        <p:sp>
          <p:nvSpPr>
            <p:cNvPr id="8135" name="Google Shape;8135;p8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1" name="Google Shape;8141;p81"/>
            <p:cNvGrpSpPr/>
            <p:nvPr/>
          </p:nvGrpSpPr>
          <p:grpSpPr>
            <a:xfrm>
              <a:off x="6808175" y="2078634"/>
              <a:ext cx="452229" cy="684241"/>
              <a:chOff x="6808175" y="2078634"/>
              <a:chExt cx="452229" cy="684241"/>
            </a:xfrm>
          </p:grpSpPr>
          <p:sp>
            <p:nvSpPr>
              <p:cNvPr id="8142" name="Google Shape;8142;p8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8" name="Google Shape;8148;p81"/>
              <p:cNvGrpSpPr/>
              <p:nvPr/>
            </p:nvGrpSpPr>
            <p:grpSpPr>
              <a:xfrm>
                <a:off x="6821586" y="2078634"/>
                <a:ext cx="426871" cy="684241"/>
                <a:chOff x="6821586" y="2078634"/>
                <a:chExt cx="426871" cy="684241"/>
              </a:xfrm>
            </p:grpSpPr>
            <p:grpSp>
              <p:nvGrpSpPr>
                <p:cNvPr id="8149" name="Google Shape;8149;p81"/>
                <p:cNvGrpSpPr/>
                <p:nvPr/>
              </p:nvGrpSpPr>
              <p:grpSpPr>
                <a:xfrm>
                  <a:off x="6821586" y="2078634"/>
                  <a:ext cx="426871" cy="684241"/>
                  <a:chOff x="6821586" y="2078634"/>
                  <a:chExt cx="426871" cy="684241"/>
                </a:xfrm>
              </p:grpSpPr>
              <p:sp>
                <p:nvSpPr>
                  <p:cNvPr id="8150" name="Google Shape;8150;p8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9" name="Google Shape;8169;p8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75" name="Google Shape;8175;p81"/>
          <p:cNvGrpSpPr/>
          <p:nvPr/>
        </p:nvGrpSpPr>
        <p:grpSpPr>
          <a:xfrm>
            <a:off x="5780178" y="1862968"/>
            <a:ext cx="671358" cy="671358"/>
            <a:chOff x="6535625" y="760425"/>
            <a:chExt cx="1665900" cy="1665900"/>
          </a:xfrm>
        </p:grpSpPr>
        <p:sp>
          <p:nvSpPr>
            <p:cNvPr id="8176" name="Google Shape;8176;p8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81"/>
          <p:cNvGrpSpPr/>
          <p:nvPr/>
        </p:nvGrpSpPr>
        <p:grpSpPr>
          <a:xfrm>
            <a:off x="716994" y="3531369"/>
            <a:ext cx="1340789" cy="640830"/>
            <a:chOff x="238125" y="1151100"/>
            <a:chExt cx="7139450" cy="3412300"/>
          </a:xfrm>
        </p:grpSpPr>
        <p:sp>
          <p:nvSpPr>
            <p:cNvPr id="8181" name="Google Shape;8181;p8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81"/>
          <p:cNvGrpSpPr/>
          <p:nvPr/>
        </p:nvGrpSpPr>
        <p:grpSpPr>
          <a:xfrm>
            <a:off x="5584217" y="2734650"/>
            <a:ext cx="985357" cy="585764"/>
            <a:chOff x="5145061" y="2881789"/>
            <a:chExt cx="1107641" cy="658458"/>
          </a:xfrm>
        </p:grpSpPr>
        <p:grpSp>
          <p:nvGrpSpPr>
            <p:cNvPr id="8194" name="Google Shape;8194;p81"/>
            <p:cNvGrpSpPr/>
            <p:nvPr/>
          </p:nvGrpSpPr>
          <p:grpSpPr>
            <a:xfrm>
              <a:off x="5722989" y="3244587"/>
              <a:ext cx="529713" cy="295659"/>
              <a:chOff x="5722989" y="3244587"/>
              <a:chExt cx="529713" cy="295659"/>
            </a:xfrm>
          </p:grpSpPr>
          <p:sp>
            <p:nvSpPr>
              <p:cNvPr id="8195" name="Google Shape;8195;p8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6" name="Google Shape;8196;p8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7" name="Google Shape;8197;p81"/>
            <p:cNvGrpSpPr/>
            <p:nvPr/>
          </p:nvGrpSpPr>
          <p:grpSpPr>
            <a:xfrm>
              <a:off x="5145061" y="3244587"/>
              <a:ext cx="536807" cy="295659"/>
              <a:chOff x="5145061" y="3244587"/>
              <a:chExt cx="536807" cy="295659"/>
            </a:xfrm>
          </p:grpSpPr>
          <p:sp>
            <p:nvSpPr>
              <p:cNvPr id="8198" name="Google Shape;8198;p8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9" name="Google Shape;8199;p8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00" name="Google Shape;8200;p81"/>
            <p:cNvGrpSpPr/>
            <p:nvPr/>
          </p:nvGrpSpPr>
          <p:grpSpPr>
            <a:xfrm>
              <a:off x="5341327" y="2898245"/>
              <a:ext cx="532309" cy="614891"/>
              <a:chOff x="5341327" y="2898245"/>
              <a:chExt cx="532309" cy="614891"/>
            </a:xfrm>
          </p:grpSpPr>
          <p:sp>
            <p:nvSpPr>
              <p:cNvPr id="8201" name="Google Shape;8201;p8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2" name="Google Shape;8202;p8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03" name="Google Shape;8203;p81"/>
            <p:cNvGrpSpPr/>
            <p:nvPr/>
          </p:nvGrpSpPr>
          <p:grpSpPr>
            <a:xfrm>
              <a:off x="5532290" y="2881789"/>
              <a:ext cx="620516" cy="305456"/>
              <a:chOff x="5532290" y="2881789"/>
              <a:chExt cx="620516" cy="305456"/>
            </a:xfrm>
          </p:grpSpPr>
          <p:sp>
            <p:nvSpPr>
              <p:cNvPr id="8204" name="Google Shape;8204;p8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5" name="Google Shape;8205;p8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06" name="Google Shape;8206;p81"/>
          <p:cNvGrpSpPr/>
          <p:nvPr/>
        </p:nvGrpSpPr>
        <p:grpSpPr>
          <a:xfrm>
            <a:off x="8163140" y="3526708"/>
            <a:ext cx="269068" cy="645491"/>
            <a:chOff x="7026852" y="3311869"/>
            <a:chExt cx="434331" cy="1041954"/>
          </a:xfrm>
        </p:grpSpPr>
        <p:sp>
          <p:nvSpPr>
            <p:cNvPr id="8207" name="Google Shape;8207;p8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81"/>
          <p:cNvGrpSpPr/>
          <p:nvPr/>
        </p:nvGrpSpPr>
        <p:grpSpPr>
          <a:xfrm>
            <a:off x="6179721" y="3565945"/>
            <a:ext cx="293882" cy="293836"/>
            <a:chOff x="4873519" y="3311869"/>
            <a:chExt cx="499374" cy="499296"/>
          </a:xfrm>
        </p:grpSpPr>
        <p:sp>
          <p:nvSpPr>
            <p:cNvPr id="8211" name="Google Shape;8211;p8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81"/>
          <p:cNvGrpSpPr/>
          <p:nvPr/>
        </p:nvGrpSpPr>
        <p:grpSpPr>
          <a:xfrm>
            <a:off x="6179721" y="3878317"/>
            <a:ext cx="293882" cy="293882"/>
            <a:chOff x="4873519" y="3875839"/>
            <a:chExt cx="499374" cy="499374"/>
          </a:xfrm>
        </p:grpSpPr>
        <p:sp>
          <p:nvSpPr>
            <p:cNvPr id="8214" name="Google Shape;8214;p8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81"/>
          <p:cNvGrpSpPr/>
          <p:nvPr/>
        </p:nvGrpSpPr>
        <p:grpSpPr>
          <a:xfrm>
            <a:off x="2410248" y="1850269"/>
            <a:ext cx="698104" cy="698208"/>
            <a:chOff x="2565073" y="2075876"/>
            <a:chExt cx="672482" cy="672518"/>
          </a:xfrm>
        </p:grpSpPr>
        <p:sp>
          <p:nvSpPr>
            <p:cNvPr id="8217" name="Google Shape;8217;p8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81"/>
          <p:cNvGrpSpPr/>
          <p:nvPr/>
        </p:nvGrpSpPr>
        <p:grpSpPr>
          <a:xfrm>
            <a:off x="5633660" y="3534870"/>
            <a:ext cx="438354" cy="637329"/>
            <a:chOff x="1697726" y="3244179"/>
            <a:chExt cx="788124" cy="1146069"/>
          </a:xfrm>
        </p:grpSpPr>
        <p:sp>
          <p:nvSpPr>
            <p:cNvPr id="8224" name="Google Shape;8224;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6" name="Google Shape;8226;p8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7" name="Google Shape;8227;p81"/>
          <p:cNvGrpSpPr/>
          <p:nvPr/>
        </p:nvGrpSpPr>
        <p:grpSpPr>
          <a:xfrm>
            <a:off x="7634874" y="1863232"/>
            <a:ext cx="799565" cy="670282"/>
            <a:chOff x="7617850" y="2063282"/>
            <a:chExt cx="799565" cy="670282"/>
          </a:xfrm>
        </p:grpSpPr>
        <p:cxnSp>
          <p:nvCxnSpPr>
            <p:cNvPr id="8228" name="Google Shape;8228;p8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29" name="Google Shape;8229;p8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30" name="Google Shape;8230;p8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31" name="Google Shape;8231;p8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32" name="Google Shape;8232;p8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33" name="Google Shape;8233;p8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34" name="Google Shape;8234;p81"/>
            <p:cNvGrpSpPr/>
            <p:nvPr/>
          </p:nvGrpSpPr>
          <p:grpSpPr>
            <a:xfrm>
              <a:off x="7734309" y="2063282"/>
              <a:ext cx="570957" cy="620095"/>
              <a:chOff x="7734309" y="2063282"/>
              <a:chExt cx="570957" cy="620095"/>
            </a:xfrm>
          </p:grpSpPr>
          <p:grpSp>
            <p:nvGrpSpPr>
              <p:cNvPr id="8235" name="Google Shape;8235;p81"/>
              <p:cNvGrpSpPr/>
              <p:nvPr/>
            </p:nvGrpSpPr>
            <p:grpSpPr>
              <a:xfrm>
                <a:off x="8031573" y="2063282"/>
                <a:ext cx="273693" cy="620095"/>
                <a:chOff x="8031573" y="2063282"/>
                <a:chExt cx="273693" cy="620095"/>
              </a:xfrm>
            </p:grpSpPr>
            <p:sp>
              <p:nvSpPr>
                <p:cNvPr id="8236" name="Google Shape;8236;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81"/>
              <p:cNvGrpSpPr/>
              <p:nvPr/>
            </p:nvGrpSpPr>
            <p:grpSpPr>
              <a:xfrm flipH="1">
                <a:off x="7734309" y="2063282"/>
                <a:ext cx="273693" cy="620095"/>
                <a:chOff x="8031573" y="2063282"/>
                <a:chExt cx="273693" cy="620095"/>
              </a:xfrm>
            </p:grpSpPr>
            <p:sp>
              <p:nvSpPr>
                <p:cNvPr id="8241" name="Google Shape;8241;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245" name="Google Shape;8245;p8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7" name="Google Shape;8247;p81"/>
          <p:cNvGrpSpPr/>
          <p:nvPr/>
        </p:nvGrpSpPr>
        <p:grpSpPr>
          <a:xfrm>
            <a:off x="7821480" y="2716716"/>
            <a:ext cx="602567" cy="601884"/>
            <a:chOff x="1186975" y="238125"/>
            <a:chExt cx="5244275" cy="5238325"/>
          </a:xfrm>
        </p:grpSpPr>
        <p:sp>
          <p:nvSpPr>
            <p:cNvPr id="8248" name="Google Shape;8248;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81"/>
          <p:cNvGrpSpPr/>
          <p:nvPr/>
        </p:nvGrpSpPr>
        <p:grpSpPr>
          <a:xfrm>
            <a:off x="3264218" y="1856199"/>
            <a:ext cx="651848" cy="687338"/>
            <a:chOff x="3400515" y="2056248"/>
            <a:chExt cx="698134" cy="735987"/>
          </a:xfrm>
        </p:grpSpPr>
        <p:grpSp>
          <p:nvGrpSpPr>
            <p:cNvPr id="8253" name="Google Shape;8253;p81"/>
            <p:cNvGrpSpPr/>
            <p:nvPr/>
          </p:nvGrpSpPr>
          <p:grpSpPr>
            <a:xfrm>
              <a:off x="3400515" y="2283913"/>
              <a:ext cx="312919" cy="219900"/>
              <a:chOff x="3400515" y="2283913"/>
              <a:chExt cx="312919" cy="219900"/>
            </a:xfrm>
          </p:grpSpPr>
          <p:sp>
            <p:nvSpPr>
              <p:cNvPr id="8254" name="Google Shape;8254;p8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55" name="Google Shape;8255;p8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256" name="Google Shape;8256;p81"/>
            <p:cNvGrpSpPr/>
            <p:nvPr/>
          </p:nvGrpSpPr>
          <p:grpSpPr>
            <a:xfrm>
              <a:off x="3547823" y="2461089"/>
              <a:ext cx="219900" cy="331146"/>
              <a:chOff x="3547823" y="2461089"/>
              <a:chExt cx="219900" cy="331146"/>
            </a:xfrm>
          </p:grpSpPr>
          <p:sp>
            <p:nvSpPr>
              <p:cNvPr id="8257" name="Google Shape;8257;p8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58" name="Google Shape;8258;p8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259" name="Google Shape;8259;p81"/>
            <p:cNvGrpSpPr/>
            <p:nvPr/>
          </p:nvGrpSpPr>
          <p:grpSpPr>
            <a:xfrm>
              <a:off x="3734138" y="2461089"/>
              <a:ext cx="219900" cy="331146"/>
              <a:chOff x="3734138" y="2461089"/>
              <a:chExt cx="219900" cy="331146"/>
            </a:xfrm>
          </p:grpSpPr>
          <p:sp>
            <p:nvSpPr>
              <p:cNvPr id="8260" name="Google Shape;8260;p8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61" name="Google Shape;8261;p8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262" name="Google Shape;8262;p81"/>
            <p:cNvGrpSpPr/>
            <p:nvPr/>
          </p:nvGrpSpPr>
          <p:grpSpPr>
            <a:xfrm>
              <a:off x="3787560" y="2281742"/>
              <a:ext cx="311089" cy="219900"/>
              <a:chOff x="3787560" y="2281742"/>
              <a:chExt cx="311089" cy="219900"/>
            </a:xfrm>
          </p:grpSpPr>
          <p:sp>
            <p:nvSpPr>
              <p:cNvPr id="8263" name="Google Shape;8263;p8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64" name="Google Shape;8264;p8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265" name="Google Shape;8265;p81"/>
            <p:cNvGrpSpPr/>
            <p:nvPr/>
          </p:nvGrpSpPr>
          <p:grpSpPr>
            <a:xfrm>
              <a:off x="3637290" y="2056248"/>
              <a:ext cx="219900" cy="330736"/>
              <a:chOff x="3637290" y="2056248"/>
              <a:chExt cx="219900" cy="330736"/>
            </a:xfrm>
          </p:grpSpPr>
          <p:sp>
            <p:nvSpPr>
              <p:cNvPr id="8266" name="Google Shape;8266;p8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67" name="Google Shape;8267;p8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268" name="Google Shape;8268;p81"/>
          <p:cNvGrpSpPr/>
          <p:nvPr/>
        </p:nvGrpSpPr>
        <p:grpSpPr>
          <a:xfrm>
            <a:off x="2555923" y="2726206"/>
            <a:ext cx="1268144" cy="592394"/>
            <a:chOff x="238125" y="1188750"/>
            <a:chExt cx="7140450" cy="3335550"/>
          </a:xfrm>
        </p:grpSpPr>
        <p:sp>
          <p:nvSpPr>
            <p:cNvPr id="8269" name="Google Shape;8269;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81"/>
          <p:cNvGrpSpPr/>
          <p:nvPr/>
        </p:nvGrpSpPr>
        <p:grpSpPr>
          <a:xfrm>
            <a:off x="6663824" y="2728360"/>
            <a:ext cx="1053944" cy="590147"/>
            <a:chOff x="238125" y="1335475"/>
            <a:chExt cx="5418735" cy="3034175"/>
          </a:xfrm>
        </p:grpSpPr>
        <p:sp>
          <p:nvSpPr>
            <p:cNvPr id="8275" name="Google Shape;8275;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81"/>
          <p:cNvGrpSpPr/>
          <p:nvPr/>
        </p:nvGrpSpPr>
        <p:grpSpPr>
          <a:xfrm>
            <a:off x="4094633" y="3533260"/>
            <a:ext cx="1268207" cy="638939"/>
            <a:chOff x="3967651" y="3645904"/>
            <a:chExt cx="1479304" cy="745292"/>
          </a:xfrm>
        </p:grpSpPr>
        <p:grpSp>
          <p:nvGrpSpPr>
            <p:cNvPr id="8279" name="Google Shape;8279;p81"/>
            <p:cNvGrpSpPr/>
            <p:nvPr/>
          </p:nvGrpSpPr>
          <p:grpSpPr>
            <a:xfrm>
              <a:off x="3967651" y="4009026"/>
              <a:ext cx="1479304" cy="382170"/>
              <a:chOff x="3967651" y="4009026"/>
              <a:chExt cx="1479304" cy="382170"/>
            </a:xfrm>
          </p:grpSpPr>
          <p:grpSp>
            <p:nvGrpSpPr>
              <p:cNvPr id="8280" name="Google Shape;8280;p81"/>
              <p:cNvGrpSpPr/>
              <p:nvPr/>
            </p:nvGrpSpPr>
            <p:grpSpPr>
              <a:xfrm>
                <a:off x="4892216" y="4195630"/>
                <a:ext cx="554739" cy="195566"/>
                <a:chOff x="3604375" y="4892160"/>
                <a:chExt cx="1651500" cy="582215"/>
              </a:xfrm>
            </p:grpSpPr>
            <p:sp>
              <p:nvSpPr>
                <p:cNvPr id="8281" name="Google Shape;8281;p8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81"/>
              <p:cNvGrpSpPr/>
              <p:nvPr/>
            </p:nvGrpSpPr>
            <p:grpSpPr>
              <a:xfrm>
                <a:off x="3967651" y="4146303"/>
                <a:ext cx="579402" cy="244893"/>
                <a:chOff x="851875" y="4745310"/>
                <a:chExt cx="1724925" cy="729065"/>
              </a:xfrm>
            </p:grpSpPr>
            <p:sp>
              <p:nvSpPr>
                <p:cNvPr id="8284" name="Google Shape;8284;p8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1"/>
              <p:cNvGrpSpPr/>
              <p:nvPr/>
            </p:nvGrpSpPr>
            <p:grpSpPr>
              <a:xfrm>
                <a:off x="4460753" y="4009026"/>
                <a:ext cx="493110" cy="382170"/>
                <a:chOff x="2319875" y="4336625"/>
                <a:chExt cx="1468025" cy="1137750"/>
              </a:xfrm>
            </p:grpSpPr>
            <p:sp>
              <p:nvSpPr>
                <p:cNvPr id="8287" name="Google Shape;8287;p8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9" name="Google Shape;8289;p81"/>
            <p:cNvGrpSpPr/>
            <p:nvPr/>
          </p:nvGrpSpPr>
          <p:grpSpPr>
            <a:xfrm>
              <a:off x="4479443" y="3645904"/>
              <a:ext cx="455965" cy="388789"/>
              <a:chOff x="2957425" y="238100"/>
              <a:chExt cx="1910200" cy="1628775"/>
            </a:xfrm>
          </p:grpSpPr>
          <p:sp>
            <p:nvSpPr>
              <p:cNvPr id="8290" name="Google Shape;8290;p8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0" name="Google Shape;8300;p81"/>
          <p:cNvGrpSpPr/>
          <p:nvPr/>
        </p:nvGrpSpPr>
        <p:grpSpPr>
          <a:xfrm>
            <a:off x="2480746" y="3534460"/>
            <a:ext cx="1243128" cy="637739"/>
            <a:chOff x="2496310" y="3693351"/>
            <a:chExt cx="1342906" cy="688926"/>
          </a:xfrm>
        </p:grpSpPr>
        <p:grpSp>
          <p:nvGrpSpPr>
            <p:cNvPr id="8301" name="Google Shape;8301;p81"/>
            <p:cNvGrpSpPr/>
            <p:nvPr/>
          </p:nvGrpSpPr>
          <p:grpSpPr>
            <a:xfrm>
              <a:off x="2496310" y="3693351"/>
              <a:ext cx="1342906" cy="688875"/>
              <a:chOff x="2496310" y="3693351"/>
              <a:chExt cx="1342906" cy="688875"/>
            </a:xfrm>
          </p:grpSpPr>
          <p:sp>
            <p:nvSpPr>
              <p:cNvPr id="8302" name="Google Shape;8302;p8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8" name="Google Shape;8308;p81"/>
              <p:cNvCxnSpPr>
                <a:stCxn id="830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309" name="Google Shape;8309;p81"/>
              <p:cNvCxnSpPr>
                <a:stCxn id="830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310" name="Google Shape;8310;p81"/>
              <p:cNvCxnSpPr>
                <a:stCxn id="830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11" name="Google Shape;8311;p81"/>
              <p:cNvCxnSpPr>
                <a:stCxn id="830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12" name="Google Shape;8312;p81"/>
              <p:cNvCxnSpPr>
                <a:stCxn id="830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3" name="Google Shape;8313;p81"/>
            <p:cNvGrpSpPr/>
            <p:nvPr/>
          </p:nvGrpSpPr>
          <p:grpSpPr>
            <a:xfrm>
              <a:off x="2675275" y="3930557"/>
              <a:ext cx="1003306" cy="451719"/>
              <a:chOff x="2675275" y="4174282"/>
              <a:chExt cx="1003306" cy="451719"/>
            </a:xfrm>
          </p:grpSpPr>
          <p:sp>
            <p:nvSpPr>
              <p:cNvPr id="8314" name="Google Shape;8314;p8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7" name="Google Shape;8317;p81"/>
          <p:cNvGrpSpPr/>
          <p:nvPr/>
        </p:nvGrpSpPr>
        <p:grpSpPr>
          <a:xfrm>
            <a:off x="1654417" y="971307"/>
            <a:ext cx="574511" cy="874709"/>
            <a:chOff x="1715404" y="1112080"/>
            <a:chExt cx="642270" cy="977984"/>
          </a:xfrm>
        </p:grpSpPr>
        <p:grpSp>
          <p:nvGrpSpPr>
            <p:cNvPr id="8318" name="Google Shape;8318;p81"/>
            <p:cNvGrpSpPr/>
            <p:nvPr/>
          </p:nvGrpSpPr>
          <p:grpSpPr>
            <a:xfrm>
              <a:off x="1715404" y="1112080"/>
              <a:ext cx="642270" cy="977984"/>
              <a:chOff x="1715404" y="1112080"/>
              <a:chExt cx="642270" cy="977984"/>
            </a:xfrm>
          </p:grpSpPr>
          <p:sp>
            <p:nvSpPr>
              <p:cNvPr id="8319" name="Google Shape;8319;p8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1"/>
            <p:cNvGrpSpPr/>
            <p:nvPr/>
          </p:nvGrpSpPr>
          <p:grpSpPr>
            <a:xfrm>
              <a:off x="1768927" y="1165603"/>
              <a:ext cx="535225" cy="851367"/>
              <a:chOff x="1768927" y="1165603"/>
              <a:chExt cx="535225" cy="851367"/>
            </a:xfrm>
          </p:grpSpPr>
          <p:sp>
            <p:nvSpPr>
              <p:cNvPr id="8322" name="Google Shape;8322;p8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81"/>
            <p:cNvGrpSpPr/>
            <p:nvPr/>
          </p:nvGrpSpPr>
          <p:grpSpPr>
            <a:xfrm>
              <a:off x="1822449" y="1219125"/>
              <a:ext cx="428180" cy="718859"/>
              <a:chOff x="1822449" y="1219125"/>
              <a:chExt cx="428180" cy="718859"/>
            </a:xfrm>
          </p:grpSpPr>
          <p:sp>
            <p:nvSpPr>
              <p:cNvPr id="8325" name="Google Shape;8325;p8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81"/>
            <p:cNvGrpSpPr/>
            <p:nvPr/>
          </p:nvGrpSpPr>
          <p:grpSpPr>
            <a:xfrm>
              <a:off x="1875972" y="1272648"/>
              <a:ext cx="321135" cy="586939"/>
              <a:chOff x="1875972" y="1272648"/>
              <a:chExt cx="321135" cy="586939"/>
            </a:xfrm>
          </p:grpSpPr>
          <p:sp>
            <p:nvSpPr>
              <p:cNvPr id="8328" name="Google Shape;8328;p8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0" name="Google Shape;8330;p81"/>
          <p:cNvGrpSpPr/>
          <p:nvPr/>
        </p:nvGrpSpPr>
        <p:grpSpPr>
          <a:xfrm>
            <a:off x="7761578" y="3528028"/>
            <a:ext cx="293855" cy="644170"/>
            <a:chOff x="241025" y="3151575"/>
            <a:chExt cx="293855" cy="644170"/>
          </a:xfrm>
        </p:grpSpPr>
        <p:sp>
          <p:nvSpPr>
            <p:cNvPr id="8331" name="Google Shape;8331;p8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81"/>
          <p:cNvGrpSpPr/>
          <p:nvPr/>
        </p:nvGrpSpPr>
        <p:grpSpPr>
          <a:xfrm>
            <a:off x="709562" y="2728028"/>
            <a:ext cx="1779649" cy="591620"/>
            <a:chOff x="246070" y="1983375"/>
            <a:chExt cx="1855347" cy="616849"/>
          </a:xfrm>
        </p:grpSpPr>
        <p:sp>
          <p:nvSpPr>
            <p:cNvPr id="8334" name="Google Shape;8334;p8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81"/>
          <p:cNvGrpSpPr/>
          <p:nvPr/>
        </p:nvGrpSpPr>
        <p:grpSpPr>
          <a:xfrm>
            <a:off x="2320428" y="971307"/>
            <a:ext cx="711055" cy="745993"/>
            <a:chOff x="2496269" y="1171698"/>
            <a:chExt cx="761953" cy="799392"/>
          </a:xfrm>
        </p:grpSpPr>
        <p:grpSp>
          <p:nvGrpSpPr>
            <p:cNvPr id="8344" name="Google Shape;8344;p81"/>
            <p:cNvGrpSpPr/>
            <p:nvPr/>
          </p:nvGrpSpPr>
          <p:grpSpPr>
            <a:xfrm>
              <a:off x="2496269" y="1171698"/>
              <a:ext cx="761953" cy="723022"/>
              <a:chOff x="2496269" y="1171698"/>
              <a:chExt cx="761953" cy="723022"/>
            </a:xfrm>
          </p:grpSpPr>
          <p:sp>
            <p:nvSpPr>
              <p:cNvPr id="8345" name="Google Shape;8345;p8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7" name="Google Shape;8347;p81"/>
              <p:cNvGrpSpPr/>
              <p:nvPr/>
            </p:nvGrpSpPr>
            <p:grpSpPr>
              <a:xfrm>
                <a:off x="2496269" y="1171698"/>
                <a:ext cx="761953" cy="723022"/>
                <a:chOff x="2496269" y="1120652"/>
                <a:chExt cx="761953" cy="723022"/>
              </a:xfrm>
            </p:grpSpPr>
            <p:grpSp>
              <p:nvGrpSpPr>
                <p:cNvPr id="8348" name="Google Shape;8348;p81"/>
                <p:cNvGrpSpPr/>
                <p:nvPr/>
              </p:nvGrpSpPr>
              <p:grpSpPr>
                <a:xfrm>
                  <a:off x="2496269" y="1120652"/>
                  <a:ext cx="761953" cy="723022"/>
                  <a:chOff x="2496269" y="1120652"/>
                  <a:chExt cx="761953" cy="723022"/>
                </a:xfrm>
              </p:grpSpPr>
              <p:grpSp>
                <p:nvGrpSpPr>
                  <p:cNvPr id="8349" name="Google Shape;8349;p81"/>
                  <p:cNvGrpSpPr/>
                  <p:nvPr/>
                </p:nvGrpSpPr>
                <p:grpSpPr>
                  <a:xfrm>
                    <a:off x="2496269" y="1304589"/>
                    <a:ext cx="407089" cy="305057"/>
                    <a:chOff x="2496269" y="1304589"/>
                    <a:chExt cx="407089" cy="305057"/>
                  </a:xfrm>
                </p:grpSpPr>
                <p:sp>
                  <p:nvSpPr>
                    <p:cNvPr id="8350" name="Google Shape;8350;p8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81"/>
                  <p:cNvGrpSpPr/>
                  <p:nvPr/>
                </p:nvGrpSpPr>
                <p:grpSpPr>
                  <a:xfrm>
                    <a:off x="2586468" y="1493376"/>
                    <a:ext cx="358850" cy="349656"/>
                    <a:chOff x="2586468" y="1493376"/>
                    <a:chExt cx="358850" cy="349656"/>
                  </a:xfrm>
                </p:grpSpPr>
                <p:sp>
                  <p:nvSpPr>
                    <p:cNvPr id="8353" name="Google Shape;8353;p8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81"/>
                  <p:cNvGrpSpPr/>
                  <p:nvPr/>
                </p:nvGrpSpPr>
                <p:grpSpPr>
                  <a:xfrm>
                    <a:off x="2807939" y="1494024"/>
                    <a:ext cx="358857" cy="349650"/>
                    <a:chOff x="2807939" y="1494024"/>
                    <a:chExt cx="358857" cy="349650"/>
                  </a:xfrm>
                </p:grpSpPr>
                <p:sp>
                  <p:nvSpPr>
                    <p:cNvPr id="8356" name="Google Shape;8356;p8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81"/>
                  <p:cNvGrpSpPr/>
                  <p:nvPr/>
                </p:nvGrpSpPr>
                <p:grpSpPr>
                  <a:xfrm>
                    <a:off x="2851133" y="1305635"/>
                    <a:ext cx="407089" cy="305057"/>
                    <a:chOff x="2851133" y="1305635"/>
                    <a:chExt cx="407089" cy="305057"/>
                  </a:xfrm>
                </p:grpSpPr>
                <p:sp>
                  <p:nvSpPr>
                    <p:cNvPr id="8359" name="Google Shape;8359;p8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81"/>
                  <p:cNvGrpSpPr/>
                  <p:nvPr/>
                </p:nvGrpSpPr>
                <p:grpSpPr>
                  <a:xfrm>
                    <a:off x="2727495" y="1120652"/>
                    <a:ext cx="300271" cy="396358"/>
                    <a:chOff x="2727495" y="1120652"/>
                    <a:chExt cx="300271" cy="396358"/>
                  </a:xfrm>
                </p:grpSpPr>
                <p:sp>
                  <p:nvSpPr>
                    <p:cNvPr id="8362" name="Google Shape;8362;p8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4" name="Google Shape;8364;p81"/>
                <p:cNvGrpSpPr/>
                <p:nvPr/>
              </p:nvGrpSpPr>
              <p:grpSpPr>
                <a:xfrm>
                  <a:off x="2722305" y="1350460"/>
                  <a:ext cx="308357" cy="308344"/>
                  <a:chOff x="2722305" y="1350460"/>
                  <a:chExt cx="308357" cy="308344"/>
                </a:xfrm>
              </p:grpSpPr>
              <p:sp>
                <p:nvSpPr>
                  <p:cNvPr id="8365" name="Google Shape;8365;p8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6" name="Google Shape;8366;p81"/>
                  <p:cNvGrpSpPr/>
                  <p:nvPr/>
                </p:nvGrpSpPr>
                <p:grpSpPr>
                  <a:xfrm>
                    <a:off x="2725064" y="1364529"/>
                    <a:ext cx="297954" cy="280182"/>
                    <a:chOff x="2725064" y="1364529"/>
                    <a:chExt cx="297954" cy="280182"/>
                  </a:xfrm>
                </p:grpSpPr>
                <p:sp>
                  <p:nvSpPr>
                    <p:cNvPr id="8367" name="Google Shape;8367;p8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372" name="Google Shape;8372;p8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81"/>
          <p:cNvGrpSpPr/>
          <p:nvPr/>
        </p:nvGrpSpPr>
        <p:grpSpPr>
          <a:xfrm>
            <a:off x="3909129" y="2727412"/>
            <a:ext cx="1569144" cy="591015"/>
            <a:chOff x="3820100" y="3023049"/>
            <a:chExt cx="1303926" cy="491162"/>
          </a:xfrm>
        </p:grpSpPr>
        <p:grpSp>
          <p:nvGrpSpPr>
            <p:cNvPr id="8378" name="Google Shape;8378;p81"/>
            <p:cNvGrpSpPr/>
            <p:nvPr/>
          </p:nvGrpSpPr>
          <p:grpSpPr>
            <a:xfrm>
              <a:off x="3820100" y="3023072"/>
              <a:ext cx="1303926" cy="491139"/>
              <a:chOff x="3820100" y="3023072"/>
              <a:chExt cx="1303926" cy="491139"/>
            </a:xfrm>
          </p:grpSpPr>
          <p:sp>
            <p:nvSpPr>
              <p:cNvPr id="8379" name="Google Shape;8379;p8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81"/>
            <p:cNvGrpSpPr/>
            <p:nvPr/>
          </p:nvGrpSpPr>
          <p:grpSpPr>
            <a:xfrm>
              <a:off x="4132439" y="3023645"/>
              <a:ext cx="393633" cy="177096"/>
              <a:chOff x="4132439" y="3023645"/>
              <a:chExt cx="393633" cy="177096"/>
            </a:xfrm>
          </p:grpSpPr>
          <p:sp>
            <p:nvSpPr>
              <p:cNvPr id="8382" name="Google Shape;8382;p8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81"/>
            <p:cNvGrpSpPr/>
            <p:nvPr/>
          </p:nvGrpSpPr>
          <p:grpSpPr>
            <a:xfrm>
              <a:off x="3921811" y="3023049"/>
              <a:ext cx="1002397" cy="388943"/>
              <a:chOff x="3921811" y="3023049"/>
              <a:chExt cx="1002397" cy="388943"/>
            </a:xfrm>
          </p:grpSpPr>
          <p:sp>
            <p:nvSpPr>
              <p:cNvPr id="8385" name="Google Shape;8385;p8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1"/>
            <p:cNvGrpSpPr/>
            <p:nvPr/>
          </p:nvGrpSpPr>
          <p:grpSpPr>
            <a:xfrm>
              <a:off x="4023645" y="3023049"/>
              <a:ext cx="683032" cy="286722"/>
              <a:chOff x="4023645" y="3023049"/>
              <a:chExt cx="683032" cy="286722"/>
            </a:xfrm>
          </p:grpSpPr>
          <p:sp>
            <p:nvSpPr>
              <p:cNvPr id="8388" name="Google Shape;8388;p8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0" name="Google Shape;8390;p81"/>
          <p:cNvGrpSpPr/>
          <p:nvPr/>
        </p:nvGrpSpPr>
        <p:grpSpPr>
          <a:xfrm>
            <a:off x="1541251" y="1854258"/>
            <a:ext cx="713522" cy="688025"/>
            <a:chOff x="1706078" y="2092648"/>
            <a:chExt cx="660913" cy="637296"/>
          </a:xfrm>
        </p:grpSpPr>
        <p:sp>
          <p:nvSpPr>
            <p:cNvPr id="8391" name="Google Shape;8391;p8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2" name="Google Shape;8392;p81"/>
            <p:cNvGrpSpPr/>
            <p:nvPr/>
          </p:nvGrpSpPr>
          <p:grpSpPr>
            <a:xfrm>
              <a:off x="1706078" y="2092648"/>
              <a:ext cx="660913" cy="575241"/>
              <a:chOff x="1706078" y="2092648"/>
              <a:chExt cx="660913" cy="575241"/>
            </a:xfrm>
          </p:grpSpPr>
          <p:sp>
            <p:nvSpPr>
              <p:cNvPr id="8393" name="Google Shape;8393;p8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6" name="Google Shape;8396;p81"/>
          <p:cNvGrpSpPr/>
          <p:nvPr/>
        </p:nvGrpSpPr>
        <p:grpSpPr>
          <a:xfrm>
            <a:off x="6303109" y="971806"/>
            <a:ext cx="1317459" cy="684168"/>
            <a:chOff x="238125" y="999450"/>
            <a:chExt cx="7140700" cy="3708225"/>
          </a:xfrm>
        </p:grpSpPr>
        <p:sp>
          <p:nvSpPr>
            <p:cNvPr id="8397" name="Google Shape;8397;p8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9" name="Shape 8409"/>
        <p:cNvGrpSpPr/>
        <p:nvPr/>
      </p:nvGrpSpPr>
      <p:grpSpPr>
        <a:xfrm>
          <a:off x="0" y="0"/>
          <a:ext cx="0" cy="0"/>
          <a:chOff x="0" y="0"/>
          <a:chExt cx="0" cy="0"/>
        </a:xfrm>
      </p:grpSpPr>
      <p:grpSp>
        <p:nvGrpSpPr>
          <p:cNvPr id="8410" name="Google Shape;8410;p82"/>
          <p:cNvGrpSpPr/>
          <p:nvPr/>
        </p:nvGrpSpPr>
        <p:grpSpPr>
          <a:xfrm>
            <a:off x="717027" y="967622"/>
            <a:ext cx="1636117" cy="1526144"/>
            <a:chOff x="729238" y="1179665"/>
            <a:chExt cx="1636117" cy="1526144"/>
          </a:xfrm>
        </p:grpSpPr>
        <p:grpSp>
          <p:nvGrpSpPr>
            <p:cNvPr id="8411" name="Google Shape;8411;p82"/>
            <p:cNvGrpSpPr/>
            <p:nvPr/>
          </p:nvGrpSpPr>
          <p:grpSpPr>
            <a:xfrm>
              <a:off x="729238" y="1179665"/>
              <a:ext cx="80700" cy="1526144"/>
              <a:chOff x="729238" y="1179665"/>
              <a:chExt cx="80700" cy="1526144"/>
            </a:xfrm>
          </p:grpSpPr>
          <p:sp>
            <p:nvSpPr>
              <p:cNvPr id="8412" name="Google Shape;8412;p8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82"/>
            <p:cNvGrpSpPr/>
            <p:nvPr/>
          </p:nvGrpSpPr>
          <p:grpSpPr>
            <a:xfrm>
              <a:off x="903098" y="1179665"/>
              <a:ext cx="80700" cy="1526144"/>
              <a:chOff x="903098" y="1179665"/>
              <a:chExt cx="80700" cy="1526144"/>
            </a:xfrm>
          </p:grpSpPr>
          <p:sp>
            <p:nvSpPr>
              <p:cNvPr id="8423" name="Google Shape;8423;p8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82"/>
            <p:cNvGrpSpPr/>
            <p:nvPr/>
          </p:nvGrpSpPr>
          <p:grpSpPr>
            <a:xfrm>
              <a:off x="1076958" y="1179665"/>
              <a:ext cx="80700" cy="1526144"/>
              <a:chOff x="1076958" y="1179665"/>
              <a:chExt cx="80700" cy="1526144"/>
            </a:xfrm>
          </p:grpSpPr>
          <p:sp>
            <p:nvSpPr>
              <p:cNvPr id="8434" name="Google Shape;8434;p8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82"/>
            <p:cNvGrpSpPr/>
            <p:nvPr/>
          </p:nvGrpSpPr>
          <p:grpSpPr>
            <a:xfrm>
              <a:off x="1247707" y="1179665"/>
              <a:ext cx="80700" cy="1526144"/>
              <a:chOff x="1247707" y="1179665"/>
              <a:chExt cx="80700" cy="1526144"/>
            </a:xfrm>
          </p:grpSpPr>
          <p:sp>
            <p:nvSpPr>
              <p:cNvPr id="8445" name="Google Shape;8445;p8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82"/>
            <p:cNvGrpSpPr/>
            <p:nvPr/>
          </p:nvGrpSpPr>
          <p:grpSpPr>
            <a:xfrm>
              <a:off x="1421567" y="1179665"/>
              <a:ext cx="80700" cy="1526144"/>
              <a:chOff x="1421567" y="1179665"/>
              <a:chExt cx="80700" cy="1526144"/>
            </a:xfrm>
          </p:grpSpPr>
          <p:sp>
            <p:nvSpPr>
              <p:cNvPr id="8456" name="Google Shape;8456;p8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82"/>
            <p:cNvGrpSpPr/>
            <p:nvPr/>
          </p:nvGrpSpPr>
          <p:grpSpPr>
            <a:xfrm>
              <a:off x="1592327" y="1179665"/>
              <a:ext cx="80700" cy="1526144"/>
              <a:chOff x="1592327" y="1179665"/>
              <a:chExt cx="80700" cy="1526144"/>
            </a:xfrm>
          </p:grpSpPr>
          <p:sp>
            <p:nvSpPr>
              <p:cNvPr id="8467" name="Google Shape;8467;p8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82"/>
            <p:cNvGrpSpPr/>
            <p:nvPr/>
          </p:nvGrpSpPr>
          <p:grpSpPr>
            <a:xfrm>
              <a:off x="1766187" y="1179665"/>
              <a:ext cx="80700" cy="1526144"/>
              <a:chOff x="1766187" y="1179665"/>
              <a:chExt cx="80700" cy="1526144"/>
            </a:xfrm>
          </p:grpSpPr>
          <p:sp>
            <p:nvSpPr>
              <p:cNvPr id="8478" name="Google Shape;8478;p8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82"/>
            <p:cNvGrpSpPr/>
            <p:nvPr/>
          </p:nvGrpSpPr>
          <p:grpSpPr>
            <a:xfrm>
              <a:off x="1936935" y="1179665"/>
              <a:ext cx="80700" cy="1526144"/>
              <a:chOff x="1936935" y="1179665"/>
              <a:chExt cx="80700" cy="1526144"/>
            </a:xfrm>
          </p:grpSpPr>
          <p:sp>
            <p:nvSpPr>
              <p:cNvPr id="8489" name="Google Shape;8489;p8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82"/>
            <p:cNvGrpSpPr/>
            <p:nvPr/>
          </p:nvGrpSpPr>
          <p:grpSpPr>
            <a:xfrm>
              <a:off x="2110795" y="1179665"/>
              <a:ext cx="80700" cy="1526144"/>
              <a:chOff x="2110795" y="1179665"/>
              <a:chExt cx="80700" cy="1526144"/>
            </a:xfrm>
          </p:grpSpPr>
          <p:sp>
            <p:nvSpPr>
              <p:cNvPr id="8500" name="Google Shape;8500;p8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82"/>
            <p:cNvGrpSpPr/>
            <p:nvPr/>
          </p:nvGrpSpPr>
          <p:grpSpPr>
            <a:xfrm>
              <a:off x="2284655" y="1179665"/>
              <a:ext cx="80700" cy="1526144"/>
              <a:chOff x="2284655" y="1179665"/>
              <a:chExt cx="80700" cy="1526144"/>
            </a:xfrm>
          </p:grpSpPr>
          <p:sp>
            <p:nvSpPr>
              <p:cNvPr id="8511" name="Google Shape;8511;p8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1" name="Google Shape;8521;p82"/>
          <p:cNvGrpSpPr/>
          <p:nvPr/>
        </p:nvGrpSpPr>
        <p:grpSpPr>
          <a:xfrm>
            <a:off x="2611693" y="986760"/>
            <a:ext cx="1364248" cy="1102133"/>
            <a:chOff x="2623904" y="1198803"/>
            <a:chExt cx="1364248" cy="1102133"/>
          </a:xfrm>
        </p:grpSpPr>
        <p:grpSp>
          <p:nvGrpSpPr>
            <p:cNvPr id="8522" name="Google Shape;8522;p82"/>
            <p:cNvGrpSpPr/>
            <p:nvPr/>
          </p:nvGrpSpPr>
          <p:grpSpPr>
            <a:xfrm>
              <a:off x="2623907" y="1198803"/>
              <a:ext cx="1364245" cy="273000"/>
              <a:chOff x="2623907" y="1198803"/>
              <a:chExt cx="1364245" cy="273000"/>
            </a:xfrm>
          </p:grpSpPr>
          <p:sp>
            <p:nvSpPr>
              <p:cNvPr id="8523" name="Google Shape;8523;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82"/>
            <p:cNvGrpSpPr/>
            <p:nvPr/>
          </p:nvGrpSpPr>
          <p:grpSpPr>
            <a:xfrm>
              <a:off x="2623904" y="1476964"/>
              <a:ext cx="1364245" cy="273000"/>
              <a:chOff x="2623904" y="1476964"/>
              <a:chExt cx="1364245" cy="273000"/>
            </a:xfrm>
          </p:grpSpPr>
          <p:sp>
            <p:nvSpPr>
              <p:cNvPr id="8529" name="Google Shape;8529;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82"/>
            <p:cNvGrpSpPr/>
            <p:nvPr/>
          </p:nvGrpSpPr>
          <p:grpSpPr>
            <a:xfrm>
              <a:off x="2623907" y="1749775"/>
              <a:ext cx="1364245" cy="273000"/>
              <a:chOff x="2623907" y="1749775"/>
              <a:chExt cx="1364245" cy="273000"/>
            </a:xfrm>
          </p:grpSpPr>
          <p:sp>
            <p:nvSpPr>
              <p:cNvPr id="8535" name="Google Shape;8535;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82"/>
            <p:cNvGrpSpPr/>
            <p:nvPr/>
          </p:nvGrpSpPr>
          <p:grpSpPr>
            <a:xfrm>
              <a:off x="2623904" y="2027936"/>
              <a:ext cx="1364245" cy="273000"/>
              <a:chOff x="2623904" y="2027936"/>
              <a:chExt cx="1364245" cy="273000"/>
            </a:xfrm>
          </p:grpSpPr>
          <p:sp>
            <p:nvSpPr>
              <p:cNvPr id="8541" name="Google Shape;8541;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6" name="Google Shape;8546;p82"/>
          <p:cNvGrpSpPr/>
          <p:nvPr/>
        </p:nvGrpSpPr>
        <p:grpSpPr>
          <a:xfrm>
            <a:off x="2601154" y="2445833"/>
            <a:ext cx="1387541" cy="159124"/>
            <a:chOff x="3200660" y="2180272"/>
            <a:chExt cx="2563824" cy="378237"/>
          </a:xfrm>
        </p:grpSpPr>
        <p:sp>
          <p:nvSpPr>
            <p:cNvPr id="8547" name="Google Shape;8547;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82"/>
          <p:cNvGrpSpPr/>
          <p:nvPr/>
        </p:nvGrpSpPr>
        <p:grpSpPr>
          <a:xfrm>
            <a:off x="2597679" y="2723597"/>
            <a:ext cx="1390502" cy="159625"/>
            <a:chOff x="3530150" y="2790075"/>
            <a:chExt cx="1962600" cy="225300"/>
          </a:xfrm>
        </p:grpSpPr>
        <p:sp>
          <p:nvSpPr>
            <p:cNvPr id="8566" name="Google Shape;8566;p8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82"/>
          <p:cNvGrpSpPr/>
          <p:nvPr/>
        </p:nvGrpSpPr>
        <p:grpSpPr>
          <a:xfrm>
            <a:off x="2597736" y="3001862"/>
            <a:ext cx="1411629" cy="154175"/>
            <a:chOff x="3558802" y="4011244"/>
            <a:chExt cx="1866000" cy="111600"/>
          </a:xfrm>
        </p:grpSpPr>
        <p:sp>
          <p:nvSpPr>
            <p:cNvPr id="8569" name="Google Shape;8569;p8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82"/>
          <p:cNvGrpSpPr/>
          <p:nvPr/>
        </p:nvGrpSpPr>
        <p:grpSpPr>
          <a:xfrm>
            <a:off x="2598024" y="2207432"/>
            <a:ext cx="1383503" cy="119761"/>
            <a:chOff x="3465975" y="2270258"/>
            <a:chExt cx="1986364" cy="171947"/>
          </a:xfrm>
        </p:grpSpPr>
        <p:sp>
          <p:nvSpPr>
            <p:cNvPr id="8572" name="Google Shape;8572;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82"/>
          <p:cNvGrpSpPr/>
          <p:nvPr/>
        </p:nvGrpSpPr>
        <p:grpSpPr>
          <a:xfrm>
            <a:off x="2609031" y="3571205"/>
            <a:ext cx="1369531" cy="195460"/>
            <a:chOff x="723300" y="4253549"/>
            <a:chExt cx="2276482" cy="324900"/>
          </a:xfrm>
        </p:grpSpPr>
        <p:sp>
          <p:nvSpPr>
            <p:cNvPr id="8581" name="Google Shape;8581;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82"/>
          <p:cNvGrpSpPr/>
          <p:nvPr/>
        </p:nvGrpSpPr>
        <p:grpSpPr>
          <a:xfrm>
            <a:off x="2598592" y="3272446"/>
            <a:ext cx="1389066" cy="180119"/>
            <a:chOff x="705948" y="3788465"/>
            <a:chExt cx="2308953" cy="299400"/>
          </a:xfrm>
        </p:grpSpPr>
        <p:sp>
          <p:nvSpPr>
            <p:cNvPr id="8587" name="Google Shape;8587;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2"/>
          <p:cNvGrpSpPr/>
          <p:nvPr/>
        </p:nvGrpSpPr>
        <p:grpSpPr>
          <a:xfrm>
            <a:off x="4195583" y="1876400"/>
            <a:ext cx="1433821" cy="191501"/>
            <a:chOff x="4273350" y="2088443"/>
            <a:chExt cx="1433821" cy="191501"/>
          </a:xfrm>
        </p:grpSpPr>
        <p:grpSp>
          <p:nvGrpSpPr>
            <p:cNvPr id="8593" name="Google Shape;8593;p82"/>
            <p:cNvGrpSpPr/>
            <p:nvPr/>
          </p:nvGrpSpPr>
          <p:grpSpPr>
            <a:xfrm>
              <a:off x="4273350" y="2088443"/>
              <a:ext cx="1433821" cy="0"/>
              <a:chOff x="5224975" y="2962250"/>
              <a:chExt cx="1544400" cy="0"/>
            </a:xfrm>
          </p:grpSpPr>
          <p:cxnSp>
            <p:nvCxnSpPr>
              <p:cNvPr id="8594" name="Google Shape;8594;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595" name="Google Shape;8595;p8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596" name="Google Shape;8596;p82"/>
            <p:cNvGrpSpPr/>
            <p:nvPr/>
          </p:nvGrpSpPr>
          <p:grpSpPr>
            <a:xfrm>
              <a:off x="4273350" y="2279944"/>
              <a:ext cx="1433821" cy="0"/>
              <a:chOff x="5224975" y="2962250"/>
              <a:chExt cx="1544400" cy="0"/>
            </a:xfrm>
          </p:grpSpPr>
          <p:cxnSp>
            <p:nvCxnSpPr>
              <p:cNvPr id="8597" name="Google Shape;8597;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598" name="Google Shape;8598;p8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599" name="Google Shape;8599;p82"/>
          <p:cNvGrpSpPr/>
          <p:nvPr/>
        </p:nvGrpSpPr>
        <p:grpSpPr>
          <a:xfrm>
            <a:off x="2646529" y="3885304"/>
            <a:ext cx="1304609" cy="294074"/>
            <a:chOff x="2658741" y="4097347"/>
            <a:chExt cx="1304609" cy="294074"/>
          </a:xfrm>
        </p:grpSpPr>
        <p:grpSp>
          <p:nvGrpSpPr>
            <p:cNvPr id="8600" name="Google Shape;8600;p82"/>
            <p:cNvGrpSpPr/>
            <p:nvPr/>
          </p:nvGrpSpPr>
          <p:grpSpPr>
            <a:xfrm>
              <a:off x="2658741" y="4097347"/>
              <a:ext cx="118572" cy="294074"/>
              <a:chOff x="3343310" y="4475555"/>
              <a:chExt cx="127717" cy="316753"/>
            </a:xfrm>
          </p:grpSpPr>
          <p:sp>
            <p:nvSpPr>
              <p:cNvPr id="8601" name="Google Shape;8601;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82"/>
            <p:cNvGrpSpPr/>
            <p:nvPr/>
          </p:nvGrpSpPr>
          <p:grpSpPr>
            <a:xfrm>
              <a:off x="3815519" y="4098388"/>
              <a:ext cx="147831" cy="291991"/>
              <a:chOff x="3527539" y="4476677"/>
              <a:chExt cx="159232" cy="314510"/>
            </a:xfrm>
          </p:grpSpPr>
          <p:sp>
            <p:nvSpPr>
              <p:cNvPr id="8604" name="Google Shape;8604;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82"/>
            <p:cNvGrpSpPr/>
            <p:nvPr/>
          </p:nvGrpSpPr>
          <p:grpSpPr>
            <a:xfrm>
              <a:off x="3511696" y="4098388"/>
              <a:ext cx="147831" cy="291991"/>
              <a:chOff x="3527539" y="4476677"/>
              <a:chExt cx="159232" cy="314510"/>
            </a:xfrm>
          </p:grpSpPr>
          <p:sp>
            <p:nvSpPr>
              <p:cNvPr id="8607" name="Google Shape;8607;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82"/>
            <p:cNvGrpSpPr/>
            <p:nvPr/>
          </p:nvGrpSpPr>
          <p:grpSpPr>
            <a:xfrm>
              <a:off x="3207874" y="4098388"/>
              <a:ext cx="147831" cy="291991"/>
              <a:chOff x="3527539" y="4476677"/>
              <a:chExt cx="159232" cy="314510"/>
            </a:xfrm>
          </p:grpSpPr>
          <p:sp>
            <p:nvSpPr>
              <p:cNvPr id="8610" name="Google Shape;8610;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2"/>
            <p:cNvGrpSpPr/>
            <p:nvPr/>
          </p:nvGrpSpPr>
          <p:grpSpPr>
            <a:xfrm>
              <a:off x="2933305" y="4097347"/>
              <a:ext cx="118572" cy="294074"/>
              <a:chOff x="3343310" y="4475555"/>
              <a:chExt cx="127717" cy="316753"/>
            </a:xfrm>
          </p:grpSpPr>
          <p:sp>
            <p:nvSpPr>
              <p:cNvPr id="8613" name="Google Shape;8613;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5" name="Google Shape;8615;p82"/>
          <p:cNvGrpSpPr/>
          <p:nvPr/>
        </p:nvGrpSpPr>
        <p:grpSpPr>
          <a:xfrm>
            <a:off x="4197138" y="963998"/>
            <a:ext cx="1430711" cy="751237"/>
            <a:chOff x="5159450" y="1919950"/>
            <a:chExt cx="1541050" cy="862500"/>
          </a:xfrm>
        </p:grpSpPr>
        <p:sp>
          <p:nvSpPr>
            <p:cNvPr id="8616" name="Google Shape;8616;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17" name="Google Shape;8617;p82"/>
            <p:cNvGrpSpPr/>
            <p:nvPr/>
          </p:nvGrpSpPr>
          <p:grpSpPr>
            <a:xfrm>
              <a:off x="5159450" y="1919950"/>
              <a:ext cx="1541050" cy="862500"/>
              <a:chOff x="5159450" y="1919950"/>
              <a:chExt cx="1541050" cy="862500"/>
            </a:xfrm>
          </p:grpSpPr>
          <p:cxnSp>
            <p:nvCxnSpPr>
              <p:cNvPr id="8618" name="Google Shape;8618;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19" name="Google Shape;8619;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20" name="Google Shape;8620;p82"/>
          <p:cNvGrpSpPr/>
          <p:nvPr/>
        </p:nvGrpSpPr>
        <p:grpSpPr>
          <a:xfrm>
            <a:off x="4245275" y="2227768"/>
            <a:ext cx="1334436" cy="967914"/>
            <a:chOff x="4294923" y="2439811"/>
            <a:chExt cx="1334436" cy="967914"/>
          </a:xfrm>
        </p:grpSpPr>
        <p:grpSp>
          <p:nvGrpSpPr>
            <p:cNvPr id="8621" name="Google Shape;8621;p82"/>
            <p:cNvGrpSpPr/>
            <p:nvPr/>
          </p:nvGrpSpPr>
          <p:grpSpPr>
            <a:xfrm>
              <a:off x="4960455" y="2469658"/>
              <a:ext cx="668904" cy="885524"/>
              <a:chOff x="4960455" y="2469658"/>
              <a:chExt cx="668904" cy="885524"/>
            </a:xfrm>
          </p:grpSpPr>
          <p:sp>
            <p:nvSpPr>
              <p:cNvPr id="8622" name="Google Shape;8622;p8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82"/>
            <p:cNvGrpSpPr/>
            <p:nvPr/>
          </p:nvGrpSpPr>
          <p:grpSpPr>
            <a:xfrm>
              <a:off x="4294923" y="2469658"/>
              <a:ext cx="668951" cy="885524"/>
              <a:chOff x="4294923" y="2469658"/>
              <a:chExt cx="668951" cy="885524"/>
            </a:xfrm>
          </p:grpSpPr>
          <p:sp>
            <p:nvSpPr>
              <p:cNvPr id="8629" name="Google Shape;8629;p8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5" name="Google Shape;8635;p8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82"/>
          <p:cNvGrpSpPr/>
          <p:nvPr/>
        </p:nvGrpSpPr>
        <p:grpSpPr>
          <a:xfrm>
            <a:off x="4231478" y="3282213"/>
            <a:ext cx="1430949" cy="897289"/>
            <a:chOff x="4351371" y="3547942"/>
            <a:chExt cx="1345130" cy="843475"/>
          </a:xfrm>
        </p:grpSpPr>
        <p:grpSp>
          <p:nvGrpSpPr>
            <p:cNvPr id="8637" name="Google Shape;8637;p82"/>
            <p:cNvGrpSpPr/>
            <p:nvPr/>
          </p:nvGrpSpPr>
          <p:grpSpPr>
            <a:xfrm>
              <a:off x="4351371" y="4209917"/>
              <a:ext cx="1345130" cy="181500"/>
              <a:chOff x="4351371" y="4209917"/>
              <a:chExt cx="1345130" cy="181500"/>
            </a:xfrm>
          </p:grpSpPr>
          <p:sp>
            <p:nvSpPr>
              <p:cNvPr id="8638" name="Google Shape;8638;p8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9" name="Google Shape;8639;p8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640" name="Google Shape;8640;p82"/>
            <p:cNvGrpSpPr/>
            <p:nvPr/>
          </p:nvGrpSpPr>
          <p:grpSpPr>
            <a:xfrm>
              <a:off x="4403010" y="3985221"/>
              <a:ext cx="1109518" cy="181500"/>
              <a:chOff x="4403010" y="3985221"/>
              <a:chExt cx="1109518" cy="181500"/>
            </a:xfrm>
          </p:grpSpPr>
          <p:sp>
            <p:nvSpPr>
              <p:cNvPr id="8641" name="Google Shape;8641;p8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2" name="Google Shape;8642;p8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643" name="Google Shape;8643;p82"/>
            <p:cNvGrpSpPr/>
            <p:nvPr/>
          </p:nvGrpSpPr>
          <p:grpSpPr>
            <a:xfrm>
              <a:off x="4618704" y="3766582"/>
              <a:ext cx="807858" cy="181500"/>
              <a:chOff x="4618704" y="3766582"/>
              <a:chExt cx="807858" cy="181500"/>
            </a:xfrm>
          </p:grpSpPr>
          <p:sp>
            <p:nvSpPr>
              <p:cNvPr id="8644" name="Google Shape;8644;p8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5" name="Google Shape;8645;p8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646" name="Google Shape;8646;p82"/>
            <p:cNvGrpSpPr/>
            <p:nvPr/>
          </p:nvGrpSpPr>
          <p:grpSpPr>
            <a:xfrm>
              <a:off x="4735238" y="3547942"/>
              <a:ext cx="462839" cy="181500"/>
              <a:chOff x="4735238" y="3547942"/>
              <a:chExt cx="462839" cy="181500"/>
            </a:xfrm>
          </p:grpSpPr>
          <p:sp>
            <p:nvSpPr>
              <p:cNvPr id="8647" name="Google Shape;8647;p8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8" name="Google Shape;8648;p8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649" name="Google Shape;8649;p82"/>
          <p:cNvGrpSpPr/>
          <p:nvPr/>
        </p:nvGrpSpPr>
        <p:grpSpPr>
          <a:xfrm>
            <a:off x="7407836" y="2217537"/>
            <a:ext cx="1020955" cy="928853"/>
            <a:chOff x="926675" y="238125"/>
            <a:chExt cx="5755100" cy="5232975"/>
          </a:xfrm>
        </p:grpSpPr>
        <p:sp>
          <p:nvSpPr>
            <p:cNvPr id="8650" name="Google Shape;8650;p8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82"/>
          <p:cNvGrpSpPr/>
          <p:nvPr/>
        </p:nvGrpSpPr>
        <p:grpSpPr>
          <a:xfrm>
            <a:off x="715210" y="2616272"/>
            <a:ext cx="1695374" cy="1560837"/>
            <a:chOff x="727421" y="2828315"/>
            <a:chExt cx="1695374" cy="1560837"/>
          </a:xfrm>
        </p:grpSpPr>
        <p:grpSp>
          <p:nvGrpSpPr>
            <p:cNvPr id="8655" name="Google Shape;8655;p82"/>
            <p:cNvGrpSpPr/>
            <p:nvPr/>
          </p:nvGrpSpPr>
          <p:grpSpPr>
            <a:xfrm>
              <a:off x="727421" y="2828315"/>
              <a:ext cx="1695374" cy="1560837"/>
              <a:chOff x="734799" y="2782450"/>
              <a:chExt cx="1571100" cy="1577400"/>
            </a:xfrm>
          </p:grpSpPr>
          <p:cxnSp>
            <p:nvCxnSpPr>
              <p:cNvPr id="8656" name="Google Shape;8656;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57" name="Google Shape;8657;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58" name="Google Shape;8658;p82"/>
            <p:cNvGrpSpPr/>
            <p:nvPr/>
          </p:nvGrpSpPr>
          <p:grpSpPr>
            <a:xfrm>
              <a:off x="819108" y="2882501"/>
              <a:ext cx="1556791" cy="1426186"/>
              <a:chOff x="819108" y="2882501"/>
              <a:chExt cx="1556791" cy="1426186"/>
            </a:xfrm>
          </p:grpSpPr>
          <p:grpSp>
            <p:nvGrpSpPr>
              <p:cNvPr id="8659" name="Google Shape;8659;p82"/>
              <p:cNvGrpSpPr/>
              <p:nvPr/>
            </p:nvGrpSpPr>
            <p:grpSpPr>
              <a:xfrm>
                <a:off x="819108" y="2882501"/>
                <a:ext cx="103104" cy="1426186"/>
                <a:chOff x="4674013" y="3100904"/>
                <a:chExt cx="122758" cy="1698043"/>
              </a:xfrm>
            </p:grpSpPr>
            <p:sp>
              <p:nvSpPr>
                <p:cNvPr id="8660" name="Google Shape;8660;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82"/>
              <p:cNvGrpSpPr/>
              <p:nvPr/>
            </p:nvGrpSpPr>
            <p:grpSpPr>
              <a:xfrm>
                <a:off x="1062475" y="2882501"/>
                <a:ext cx="103104" cy="1426186"/>
                <a:chOff x="4940438" y="3100904"/>
                <a:chExt cx="122758" cy="1698043"/>
              </a:xfrm>
            </p:grpSpPr>
            <p:sp>
              <p:nvSpPr>
                <p:cNvPr id="8668" name="Google Shape;8668;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82"/>
              <p:cNvGrpSpPr/>
              <p:nvPr/>
            </p:nvGrpSpPr>
            <p:grpSpPr>
              <a:xfrm>
                <a:off x="1299324" y="2882501"/>
                <a:ext cx="103104" cy="1426186"/>
                <a:chOff x="5206863" y="3100904"/>
                <a:chExt cx="122758" cy="1698043"/>
              </a:xfrm>
            </p:grpSpPr>
            <p:sp>
              <p:nvSpPr>
                <p:cNvPr id="8676" name="Google Shape;8676;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82"/>
              <p:cNvGrpSpPr/>
              <p:nvPr/>
            </p:nvGrpSpPr>
            <p:grpSpPr>
              <a:xfrm>
                <a:off x="1786057" y="2882501"/>
                <a:ext cx="103104" cy="1426186"/>
                <a:chOff x="6006138" y="3143629"/>
                <a:chExt cx="122758" cy="1698043"/>
              </a:xfrm>
            </p:grpSpPr>
            <p:sp>
              <p:nvSpPr>
                <p:cNvPr id="8684" name="Google Shape;8684;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2"/>
              <p:cNvGrpSpPr/>
              <p:nvPr/>
            </p:nvGrpSpPr>
            <p:grpSpPr>
              <a:xfrm>
                <a:off x="2029422" y="2882501"/>
                <a:ext cx="103104" cy="1426186"/>
                <a:chOff x="6805413" y="3100904"/>
                <a:chExt cx="122758" cy="1698043"/>
              </a:xfrm>
            </p:grpSpPr>
            <p:sp>
              <p:nvSpPr>
                <p:cNvPr id="8692" name="Google Shape;8692;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82"/>
              <p:cNvGrpSpPr/>
              <p:nvPr/>
            </p:nvGrpSpPr>
            <p:grpSpPr>
              <a:xfrm>
                <a:off x="2272795" y="2882501"/>
                <a:ext cx="103104" cy="1426186"/>
                <a:chOff x="5206863" y="3100904"/>
                <a:chExt cx="122758" cy="1698043"/>
              </a:xfrm>
            </p:grpSpPr>
            <p:sp>
              <p:nvSpPr>
                <p:cNvPr id="8700" name="Google Shape;8700;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82"/>
              <p:cNvGrpSpPr/>
              <p:nvPr/>
            </p:nvGrpSpPr>
            <p:grpSpPr>
              <a:xfrm>
                <a:off x="1542694" y="2882501"/>
                <a:ext cx="103104" cy="1426186"/>
                <a:chOff x="6006138" y="3143629"/>
                <a:chExt cx="122758" cy="1698043"/>
              </a:xfrm>
            </p:grpSpPr>
            <p:sp>
              <p:nvSpPr>
                <p:cNvPr id="8708" name="Google Shape;8708;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15" name="Google Shape;8715;p82"/>
          <p:cNvGrpSpPr/>
          <p:nvPr/>
        </p:nvGrpSpPr>
        <p:grpSpPr>
          <a:xfrm>
            <a:off x="5671260" y="3305994"/>
            <a:ext cx="2749952" cy="870677"/>
            <a:chOff x="238125" y="1725700"/>
            <a:chExt cx="7139025" cy="2260325"/>
          </a:xfrm>
        </p:grpSpPr>
        <p:sp>
          <p:nvSpPr>
            <p:cNvPr id="8716" name="Google Shape;8716;p8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82"/>
          <p:cNvGrpSpPr/>
          <p:nvPr/>
        </p:nvGrpSpPr>
        <p:grpSpPr>
          <a:xfrm>
            <a:off x="5941424" y="2247740"/>
            <a:ext cx="1105452" cy="916747"/>
            <a:chOff x="5249100" y="1210600"/>
            <a:chExt cx="3502700" cy="2904775"/>
          </a:xfrm>
        </p:grpSpPr>
        <p:sp>
          <p:nvSpPr>
            <p:cNvPr id="8727" name="Google Shape;8727;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1" name="Google Shape;8731;p8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732" name="Google Shape;8732;p8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733" name="Google Shape;8733;p8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734" name="Google Shape;8734;p8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735" name="Google Shape;8735;p8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82"/>
          <p:cNvGrpSpPr/>
          <p:nvPr/>
        </p:nvGrpSpPr>
        <p:grpSpPr>
          <a:xfrm>
            <a:off x="7123972" y="967158"/>
            <a:ext cx="1304650" cy="1124856"/>
            <a:chOff x="7287122" y="1165658"/>
            <a:chExt cx="1219413" cy="1051365"/>
          </a:xfrm>
        </p:grpSpPr>
        <p:grpSp>
          <p:nvGrpSpPr>
            <p:cNvPr id="8737" name="Google Shape;8737;p82"/>
            <p:cNvGrpSpPr/>
            <p:nvPr/>
          </p:nvGrpSpPr>
          <p:grpSpPr>
            <a:xfrm>
              <a:off x="7287122" y="1969723"/>
              <a:ext cx="1219413" cy="247300"/>
              <a:chOff x="7287122" y="1969723"/>
              <a:chExt cx="1219413" cy="247300"/>
            </a:xfrm>
          </p:grpSpPr>
          <p:sp>
            <p:nvSpPr>
              <p:cNvPr id="8738" name="Google Shape;8738;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9" name="Google Shape;8739;p82"/>
              <p:cNvGrpSpPr/>
              <p:nvPr/>
            </p:nvGrpSpPr>
            <p:grpSpPr>
              <a:xfrm>
                <a:off x="7287122" y="2063892"/>
                <a:ext cx="1151753" cy="73428"/>
                <a:chOff x="7287122" y="2063892"/>
                <a:chExt cx="1151753" cy="73428"/>
              </a:xfrm>
            </p:grpSpPr>
            <p:sp>
              <p:nvSpPr>
                <p:cNvPr id="8740" name="Google Shape;8740;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1" name="Google Shape;8741;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42" name="Google Shape;8742;p82"/>
            <p:cNvGrpSpPr/>
            <p:nvPr/>
          </p:nvGrpSpPr>
          <p:grpSpPr>
            <a:xfrm>
              <a:off x="7287122" y="1712201"/>
              <a:ext cx="1219403" cy="246767"/>
              <a:chOff x="7287122" y="1712201"/>
              <a:chExt cx="1219403" cy="246767"/>
            </a:xfrm>
          </p:grpSpPr>
          <p:sp>
            <p:nvSpPr>
              <p:cNvPr id="8743" name="Google Shape;8743;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4" name="Google Shape;8744;p82"/>
              <p:cNvGrpSpPr/>
              <p:nvPr/>
            </p:nvGrpSpPr>
            <p:grpSpPr>
              <a:xfrm>
                <a:off x="7287122" y="1842861"/>
                <a:ext cx="1005303" cy="73419"/>
                <a:chOff x="7287122" y="1842861"/>
                <a:chExt cx="1005303" cy="73419"/>
              </a:xfrm>
            </p:grpSpPr>
            <p:sp>
              <p:nvSpPr>
                <p:cNvPr id="8745" name="Google Shape;8745;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6" name="Google Shape;8746;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47" name="Google Shape;8747;p82"/>
            <p:cNvGrpSpPr/>
            <p:nvPr/>
          </p:nvGrpSpPr>
          <p:grpSpPr>
            <a:xfrm>
              <a:off x="7287122" y="1447520"/>
              <a:ext cx="1219403" cy="286667"/>
              <a:chOff x="7287122" y="1447520"/>
              <a:chExt cx="1219403" cy="286667"/>
            </a:xfrm>
          </p:grpSpPr>
          <p:sp>
            <p:nvSpPr>
              <p:cNvPr id="8748" name="Google Shape;8748;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9" name="Google Shape;8749;p82"/>
              <p:cNvGrpSpPr/>
              <p:nvPr/>
            </p:nvGrpSpPr>
            <p:grpSpPr>
              <a:xfrm>
                <a:off x="7287122" y="1581977"/>
                <a:ext cx="852803" cy="73428"/>
                <a:chOff x="7287122" y="1581977"/>
                <a:chExt cx="852803" cy="73428"/>
              </a:xfrm>
            </p:grpSpPr>
            <p:sp>
              <p:nvSpPr>
                <p:cNvPr id="8750" name="Google Shape;8750;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1" name="Google Shape;8751;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52" name="Google Shape;8752;p82"/>
            <p:cNvGrpSpPr/>
            <p:nvPr/>
          </p:nvGrpSpPr>
          <p:grpSpPr>
            <a:xfrm>
              <a:off x="7287122" y="1165658"/>
              <a:ext cx="1219403" cy="344253"/>
              <a:chOff x="7287122" y="1165658"/>
              <a:chExt cx="1219403" cy="344253"/>
            </a:xfrm>
          </p:grpSpPr>
          <p:sp>
            <p:nvSpPr>
              <p:cNvPr id="8753" name="Google Shape;8753;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4" name="Google Shape;8754;p82"/>
              <p:cNvGrpSpPr/>
              <p:nvPr/>
            </p:nvGrpSpPr>
            <p:grpSpPr>
              <a:xfrm>
                <a:off x="7287122" y="1341025"/>
                <a:ext cx="695703" cy="73419"/>
                <a:chOff x="7287122" y="1341025"/>
                <a:chExt cx="695703" cy="73419"/>
              </a:xfrm>
            </p:grpSpPr>
            <p:sp>
              <p:nvSpPr>
                <p:cNvPr id="8755" name="Google Shape;8755;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6" name="Google Shape;8756;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757" name="Google Shape;8757;p82"/>
          <p:cNvGrpSpPr/>
          <p:nvPr/>
        </p:nvGrpSpPr>
        <p:grpSpPr>
          <a:xfrm>
            <a:off x="5790464" y="973181"/>
            <a:ext cx="1397729" cy="1098540"/>
            <a:chOff x="5900602" y="1193063"/>
            <a:chExt cx="1299851" cy="1021707"/>
          </a:xfrm>
        </p:grpSpPr>
        <p:grpSp>
          <p:nvGrpSpPr>
            <p:cNvPr id="8758" name="Google Shape;8758;p82"/>
            <p:cNvGrpSpPr/>
            <p:nvPr/>
          </p:nvGrpSpPr>
          <p:grpSpPr>
            <a:xfrm>
              <a:off x="6520337" y="1193063"/>
              <a:ext cx="341815" cy="799959"/>
              <a:chOff x="6520337" y="1193063"/>
              <a:chExt cx="341815" cy="799959"/>
            </a:xfrm>
          </p:grpSpPr>
          <p:grpSp>
            <p:nvGrpSpPr>
              <p:cNvPr id="8759" name="Google Shape;8759;p82"/>
              <p:cNvGrpSpPr/>
              <p:nvPr/>
            </p:nvGrpSpPr>
            <p:grpSpPr>
              <a:xfrm>
                <a:off x="6520337" y="1589527"/>
                <a:ext cx="213950" cy="403494"/>
                <a:chOff x="6520337" y="1589527"/>
                <a:chExt cx="213950" cy="403494"/>
              </a:xfrm>
            </p:grpSpPr>
            <p:sp>
              <p:nvSpPr>
                <p:cNvPr id="8760" name="Google Shape;8760;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82"/>
              <p:cNvGrpSpPr/>
              <p:nvPr/>
            </p:nvGrpSpPr>
            <p:grpSpPr>
              <a:xfrm>
                <a:off x="6577204" y="1193063"/>
                <a:ext cx="284947" cy="464512"/>
                <a:chOff x="6577204" y="1193063"/>
                <a:chExt cx="284947" cy="464512"/>
              </a:xfrm>
            </p:grpSpPr>
            <p:sp>
              <p:nvSpPr>
                <p:cNvPr id="8763" name="Google Shape;8763;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4" name="Google Shape;8764;p8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65" name="Google Shape;8765;p82"/>
            <p:cNvGrpSpPr/>
            <p:nvPr/>
          </p:nvGrpSpPr>
          <p:grpSpPr>
            <a:xfrm>
              <a:off x="6238903" y="1193063"/>
              <a:ext cx="300475" cy="900152"/>
              <a:chOff x="6238903" y="1193063"/>
              <a:chExt cx="300475" cy="900152"/>
            </a:xfrm>
          </p:grpSpPr>
          <p:grpSp>
            <p:nvGrpSpPr>
              <p:cNvPr id="8766" name="Google Shape;8766;p82"/>
              <p:cNvGrpSpPr/>
              <p:nvPr/>
            </p:nvGrpSpPr>
            <p:grpSpPr>
              <a:xfrm>
                <a:off x="6290865" y="1489315"/>
                <a:ext cx="248514" cy="603900"/>
                <a:chOff x="6290865" y="1489315"/>
                <a:chExt cx="248514" cy="603900"/>
              </a:xfrm>
            </p:grpSpPr>
            <p:sp>
              <p:nvSpPr>
                <p:cNvPr id="8767" name="Google Shape;8767;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82"/>
              <p:cNvGrpSpPr/>
              <p:nvPr/>
            </p:nvGrpSpPr>
            <p:grpSpPr>
              <a:xfrm>
                <a:off x="6238903" y="1193063"/>
                <a:ext cx="284947" cy="333087"/>
                <a:chOff x="6238903" y="1193063"/>
                <a:chExt cx="284947" cy="333087"/>
              </a:xfrm>
            </p:grpSpPr>
            <p:sp>
              <p:nvSpPr>
                <p:cNvPr id="8770" name="Google Shape;8770;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1" name="Google Shape;8771;p8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72" name="Google Shape;8772;p82"/>
            <p:cNvGrpSpPr/>
            <p:nvPr/>
          </p:nvGrpSpPr>
          <p:grpSpPr>
            <a:xfrm>
              <a:off x="5900602" y="1193063"/>
              <a:ext cx="444345" cy="1021707"/>
              <a:chOff x="5900602" y="1193063"/>
              <a:chExt cx="444345" cy="1021707"/>
            </a:xfrm>
          </p:grpSpPr>
          <p:grpSp>
            <p:nvGrpSpPr>
              <p:cNvPr id="8773" name="Google Shape;8773;p82"/>
              <p:cNvGrpSpPr/>
              <p:nvPr/>
            </p:nvGrpSpPr>
            <p:grpSpPr>
              <a:xfrm>
                <a:off x="6046501" y="1367785"/>
                <a:ext cx="298446" cy="846986"/>
                <a:chOff x="6046501" y="1367785"/>
                <a:chExt cx="298446" cy="846986"/>
              </a:xfrm>
            </p:grpSpPr>
            <p:sp>
              <p:nvSpPr>
                <p:cNvPr id="8774" name="Google Shape;8774;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82"/>
              <p:cNvGrpSpPr/>
              <p:nvPr/>
            </p:nvGrpSpPr>
            <p:grpSpPr>
              <a:xfrm>
                <a:off x="5900602" y="1193063"/>
                <a:ext cx="284947" cy="182312"/>
                <a:chOff x="5900602" y="1193063"/>
                <a:chExt cx="284947" cy="182312"/>
              </a:xfrm>
            </p:grpSpPr>
            <p:sp>
              <p:nvSpPr>
                <p:cNvPr id="8777" name="Google Shape;8777;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8" name="Google Shape;8778;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779" name="Google Shape;8779;p82"/>
            <p:cNvGrpSpPr/>
            <p:nvPr/>
          </p:nvGrpSpPr>
          <p:grpSpPr>
            <a:xfrm>
              <a:off x="6738300" y="1193063"/>
              <a:ext cx="462153" cy="707634"/>
              <a:chOff x="6738300" y="1193063"/>
              <a:chExt cx="462153" cy="707634"/>
            </a:xfrm>
          </p:grpSpPr>
          <p:grpSp>
            <p:nvGrpSpPr>
              <p:cNvPr id="8780" name="Google Shape;8780;p82"/>
              <p:cNvGrpSpPr/>
              <p:nvPr/>
            </p:nvGrpSpPr>
            <p:grpSpPr>
              <a:xfrm>
                <a:off x="6915505" y="1193063"/>
                <a:ext cx="284947" cy="597387"/>
                <a:chOff x="6915505" y="1193063"/>
                <a:chExt cx="284947" cy="597387"/>
              </a:xfrm>
            </p:grpSpPr>
            <p:sp>
              <p:nvSpPr>
                <p:cNvPr id="8781" name="Google Shape;8781;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2" name="Google Shape;8782;p8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783" name="Google Shape;8783;p82"/>
              <p:cNvGrpSpPr/>
              <p:nvPr/>
            </p:nvGrpSpPr>
            <p:grpSpPr>
              <a:xfrm>
                <a:off x="6738300" y="1684725"/>
                <a:ext cx="230066" cy="215971"/>
                <a:chOff x="6738300" y="1684725"/>
                <a:chExt cx="230066" cy="215971"/>
              </a:xfrm>
            </p:grpSpPr>
            <p:sp>
              <p:nvSpPr>
                <p:cNvPr id="8784" name="Google Shape;8784;p8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89" name="Shape 8789"/>
        <p:cNvGrpSpPr/>
        <p:nvPr/>
      </p:nvGrpSpPr>
      <p:grpSpPr>
        <a:xfrm>
          <a:off x="0" y="0"/>
          <a:ext cx="0" cy="0"/>
          <a:chOff x="0" y="0"/>
          <a:chExt cx="0" cy="0"/>
        </a:xfrm>
      </p:grpSpPr>
      <p:grpSp>
        <p:nvGrpSpPr>
          <p:cNvPr id="8790" name="Google Shape;8790;p83"/>
          <p:cNvGrpSpPr/>
          <p:nvPr/>
        </p:nvGrpSpPr>
        <p:grpSpPr>
          <a:xfrm>
            <a:off x="826133" y="2318098"/>
            <a:ext cx="387992" cy="329326"/>
            <a:chOff x="839307" y="2318098"/>
            <a:chExt cx="387992" cy="329326"/>
          </a:xfrm>
        </p:grpSpPr>
        <p:sp>
          <p:nvSpPr>
            <p:cNvPr id="8791" name="Google Shape;8791;p8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83"/>
          <p:cNvGrpSpPr/>
          <p:nvPr/>
        </p:nvGrpSpPr>
        <p:grpSpPr>
          <a:xfrm>
            <a:off x="1401816" y="2289671"/>
            <a:ext cx="387073" cy="385996"/>
            <a:chOff x="1414990" y="2289671"/>
            <a:chExt cx="387073" cy="385996"/>
          </a:xfrm>
        </p:grpSpPr>
        <p:sp>
          <p:nvSpPr>
            <p:cNvPr id="8802" name="Google Shape;8802;p8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3"/>
          <p:cNvGrpSpPr/>
          <p:nvPr/>
        </p:nvGrpSpPr>
        <p:grpSpPr>
          <a:xfrm>
            <a:off x="1976737" y="2306065"/>
            <a:ext cx="387099" cy="353207"/>
            <a:chOff x="1989911" y="2306065"/>
            <a:chExt cx="387099" cy="353207"/>
          </a:xfrm>
        </p:grpSpPr>
        <p:sp>
          <p:nvSpPr>
            <p:cNvPr id="8821" name="Google Shape;8821;p8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3"/>
          <p:cNvGrpSpPr/>
          <p:nvPr/>
        </p:nvGrpSpPr>
        <p:grpSpPr>
          <a:xfrm>
            <a:off x="2579927" y="2288778"/>
            <a:ext cx="204663" cy="363007"/>
            <a:chOff x="2593102" y="2288778"/>
            <a:chExt cx="204663" cy="363007"/>
          </a:xfrm>
        </p:grpSpPr>
        <p:sp>
          <p:nvSpPr>
            <p:cNvPr id="8829" name="Google Shape;8829;p8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3"/>
          <p:cNvGrpSpPr/>
          <p:nvPr/>
        </p:nvGrpSpPr>
        <p:grpSpPr>
          <a:xfrm>
            <a:off x="2957699" y="2329763"/>
            <a:ext cx="403651" cy="305996"/>
            <a:chOff x="2970874" y="2329763"/>
            <a:chExt cx="403651" cy="305996"/>
          </a:xfrm>
        </p:grpSpPr>
        <p:sp>
          <p:nvSpPr>
            <p:cNvPr id="8839" name="Google Shape;8839;p8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3"/>
          <p:cNvGrpSpPr/>
          <p:nvPr/>
        </p:nvGrpSpPr>
        <p:grpSpPr>
          <a:xfrm>
            <a:off x="3532620" y="2318755"/>
            <a:ext cx="387835" cy="327933"/>
            <a:chOff x="3545795" y="2318755"/>
            <a:chExt cx="387835" cy="327933"/>
          </a:xfrm>
        </p:grpSpPr>
        <p:sp>
          <p:nvSpPr>
            <p:cNvPr id="8849" name="Google Shape;8849;p8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2" name="Google Shape;8852;p83"/>
            <p:cNvGrpSpPr/>
            <p:nvPr/>
          </p:nvGrpSpPr>
          <p:grpSpPr>
            <a:xfrm>
              <a:off x="3545795" y="2322301"/>
              <a:ext cx="387835" cy="324387"/>
              <a:chOff x="3545795" y="2322301"/>
              <a:chExt cx="387835" cy="324387"/>
            </a:xfrm>
          </p:grpSpPr>
          <p:sp>
            <p:nvSpPr>
              <p:cNvPr id="8853" name="Google Shape;8853;p8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0" name="Google Shape;8860;p83"/>
          <p:cNvGrpSpPr/>
          <p:nvPr/>
        </p:nvGrpSpPr>
        <p:grpSpPr>
          <a:xfrm>
            <a:off x="4705294" y="2306984"/>
            <a:ext cx="364294" cy="351552"/>
            <a:chOff x="4718468" y="2306984"/>
            <a:chExt cx="364294" cy="351552"/>
          </a:xfrm>
        </p:grpSpPr>
        <p:sp>
          <p:nvSpPr>
            <p:cNvPr id="8861" name="Google Shape;8861;p8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83"/>
          <p:cNvGrpSpPr/>
          <p:nvPr/>
        </p:nvGrpSpPr>
        <p:grpSpPr>
          <a:xfrm>
            <a:off x="4134734" y="2303017"/>
            <a:ext cx="361194" cy="359355"/>
            <a:chOff x="4147908" y="2303017"/>
            <a:chExt cx="361194" cy="359355"/>
          </a:xfrm>
        </p:grpSpPr>
        <p:sp>
          <p:nvSpPr>
            <p:cNvPr id="8872" name="Google Shape;8872;p8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83"/>
          <p:cNvGrpSpPr/>
          <p:nvPr/>
        </p:nvGrpSpPr>
        <p:grpSpPr>
          <a:xfrm>
            <a:off x="5278954" y="2299891"/>
            <a:ext cx="367027" cy="365214"/>
            <a:chOff x="5292128" y="2299891"/>
            <a:chExt cx="367027" cy="365214"/>
          </a:xfrm>
        </p:grpSpPr>
        <p:sp>
          <p:nvSpPr>
            <p:cNvPr id="8887" name="Google Shape;8887;p8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83"/>
          <p:cNvGrpSpPr/>
          <p:nvPr/>
        </p:nvGrpSpPr>
        <p:grpSpPr>
          <a:xfrm>
            <a:off x="5860443" y="2309901"/>
            <a:ext cx="345720" cy="345720"/>
            <a:chOff x="5873617" y="2309901"/>
            <a:chExt cx="345720" cy="345720"/>
          </a:xfrm>
        </p:grpSpPr>
        <p:sp>
          <p:nvSpPr>
            <p:cNvPr id="8894" name="Google Shape;8894;p8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83"/>
          <p:cNvGrpSpPr/>
          <p:nvPr/>
        </p:nvGrpSpPr>
        <p:grpSpPr>
          <a:xfrm>
            <a:off x="6850154" y="2297710"/>
            <a:ext cx="391460" cy="370127"/>
            <a:chOff x="6863329" y="2297710"/>
            <a:chExt cx="391460" cy="370127"/>
          </a:xfrm>
        </p:grpSpPr>
        <p:sp>
          <p:nvSpPr>
            <p:cNvPr id="8914" name="Google Shape;8914;p8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83"/>
          <p:cNvGrpSpPr/>
          <p:nvPr/>
        </p:nvGrpSpPr>
        <p:grpSpPr>
          <a:xfrm>
            <a:off x="7408313" y="2318518"/>
            <a:ext cx="342620" cy="328459"/>
            <a:chOff x="7421488" y="2318518"/>
            <a:chExt cx="342620" cy="328459"/>
          </a:xfrm>
        </p:grpSpPr>
        <p:sp>
          <p:nvSpPr>
            <p:cNvPr id="8924" name="Google Shape;8924;p8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3"/>
          <p:cNvGrpSpPr/>
          <p:nvPr/>
        </p:nvGrpSpPr>
        <p:grpSpPr>
          <a:xfrm>
            <a:off x="2495198" y="2779889"/>
            <a:ext cx="337523" cy="337680"/>
            <a:chOff x="2508373" y="2779889"/>
            <a:chExt cx="337523" cy="337680"/>
          </a:xfrm>
        </p:grpSpPr>
        <p:sp>
          <p:nvSpPr>
            <p:cNvPr id="8932" name="Google Shape;8932;p8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3"/>
          <p:cNvGrpSpPr/>
          <p:nvPr/>
        </p:nvGrpSpPr>
        <p:grpSpPr>
          <a:xfrm>
            <a:off x="2137900" y="4141593"/>
            <a:ext cx="410613" cy="372229"/>
            <a:chOff x="1884401" y="4141593"/>
            <a:chExt cx="410613" cy="372229"/>
          </a:xfrm>
        </p:grpSpPr>
        <p:sp>
          <p:nvSpPr>
            <p:cNvPr id="8939" name="Google Shape;8939;p8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83"/>
          <p:cNvGrpSpPr/>
          <p:nvPr/>
        </p:nvGrpSpPr>
        <p:grpSpPr>
          <a:xfrm>
            <a:off x="1417658" y="2773689"/>
            <a:ext cx="294515" cy="349897"/>
            <a:chOff x="1430832" y="2773689"/>
            <a:chExt cx="294515" cy="349897"/>
          </a:xfrm>
        </p:grpSpPr>
        <p:sp>
          <p:nvSpPr>
            <p:cNvPr id="8947" name="Google Shape;8947;p8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3"/>
          <p:cNvGrpSpPr/>
          <p:nvPr/>
        </p:nvGrpSpPr>
        <p:grpSpPr>
          <a:xfrm>
            <a:off x="3069042" y="2788586"/>
            <a:ext cx="288866" cy="320236"/>
            <a:chOff x="3082217" y="2788586"/>
            <a:chExt cx="288866" cy="320236"/>
          </a:xfrm>
        </p:grpSpPr>
        <p:sp>
          <p:nvSpPr>
            <p:cNvPr id="8961" name="Google Shape;8961;p8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83"/>
          <p:cNvGrpSpPr/>
          <p:nvPr/>
        </p:nvGrpSpPr>
        <p:grpSpPr>
          <a:xfrm>
            <a:off x="3597382" y="2780704"/>
            <a:ext cx="325017" cy="336052"/>
            <a:chOff x="3610557" y="2780704"/>
            <a:chExt cx="325017" cy="336052"/>
          </a:xfrm>
        </p:grpSpPr>
        <p:sp>
          <p:nvSpPr>
            <p:cNvPr id="8969" name="Google Shape;8969;p8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83"/>
          <p:cNvGrpSpPr/>
          <p:nvPr/>
        </p:nvGrpSpPr>
        <p:grpSpPr>
          <a:xfrm>
            <a:off x="4165893" y="2811495"/>
            <a:ext cx="286475" cy="274390"/>
            <a:chOff x="4179067" y="2811495"/>
            <a:chExt cx="286475" cy="274390"/>
          </a:xfrm>
        </p:grpSpPr>
        <p:sp>
          <p:nvSpPr>
            <p:cNvPr id="8973" name="Google Shape;8973;p8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83"/>
          <p:cNvGrpSpPr/>
          <p:nvPr/>
        </p:nvGrpSpPr>
        <p:grpSpPr>
          <a:xfrm>
            <a:off x="4673583" y="2762156"/>
            <a:ext cx="371047" cy="374199"/>
            <a:chOff x="4686757" y="2762156"/>
            <a:chExt cx="371047" cy="374199"/>
          </a:xfrm>
        </p:grpSpPr>
        <p:sp>
          <p:nvSpPr>
            <p:cNvPr id="8983" name="Google Shape;8983;p8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83"/>
          <p:cNvGrpSpPr/>
          <p:nvPr/>
        </p:nvGrpSpPr>
        <p:grpSpPr>
          <a:xfrm>
            <a:off x="5208438" y="2784802"/>
            <a:ext cx="406567" cy="327855"/>
            <a:chOff x="5221613" y="2784802"/>
            <a:chExt cx="406567" cy="327855"/>
          </a:xfrm>
        </p:grpSpPr>
        <p:sp>
          <p:nvSpPr>
            <p:cNvPr id="8991" name="Google Shape;8991;p8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83"/>
          <p:cNvGrpSpPr/>
          <p:nvPr/>
        </p:nvGrpSpPr>
        <p:grpSpPr>
          <a:xfrm>
            <a:off x="5799412" y="2760921"/>
            <a:ext cx="303605" cy="375434"/>
            <a:chOff x="5812586" y="2760921"/>
            <a:chExt cx="303605" cy="375434"/>
          </a:xfrm>
        </p:grpSpPr>
        <p:sp>
          <p:nvSpPr>
            <p:cNvPr id="9022" name="Google Shape;9022;p8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83"/>
          <p:cNvGrpSpPr/>
          <p:nvPr/>
        </p:nvGrpSpPr>
        <p:grpSpPr>
          <a:xfrm>
            <a:off x="6321499" y="2759633"/>
            <a:ext cx="378508" cy="378166"/>
            <a:chOff x="6334673" y="2759633"/>
            <a:chExt cx="378508" cy="378166"/>
          </a:xfrm>
        </p:grpSpPr>
        <p:sp>
          <p:nvSpPr>
            <p:cNvPr id="9034" name="Google Shape;9034;p8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83"/>
          <p:cNvGrpSpPr/>
          <p:nvPr/>
        </p:nvGrpSpPr>
        <p:grpSpPr>
          <a:xfrm>
            <a:off x="7999471" y="2806477"/>
            <a:ext cx="319763" cy="284505"/>
            <a:chOff x="8012645" y="2806477"/>
            <a:chExt cx="319763" cy="284505"/>
          </a:xfrm>
        </p:grpSpPr>
        <p:sp>
          <p:nvSpPr>
            <p:cNvPr id="9039" name="Google Shape;9039;p8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83"/>
          <p:cNvGrpSpPr/>
          <p:nvPr/>
        </p:nvGrpSpPr>
        <p:grpSpPr>
          <a:xfrm>
            <a:off x="2707935" y="4162138"/>
            <a:ext cx="385339" cy="388071"/>
            <a:chOff x="2454435" y="4162138"/>
            <a:chExt cx="385339" cy="388071"/>
          </a:xfrm>
        </p:grpSpPr>
        <p:sp>
          <p:nvSpPr>
            <p:cNvPr id="9050" name="Google Shape;9050;p8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83"/>
          <p:cNvGrpSpPr/>
          <p:nvPr/>
        </p:nvGrpSpPr>
        <p:grpSpPr>
          <a:xfrm>
            <a:off x="3855439" y="4161192"/>
            <a:ext cx="275178" cy="388912"/>
            <a:chOff x="3601939" y="4161192"/>
            <a:chExt cx="275178" cy="388912"/>
          </a:xfrm>
        </p:grpSpPr>
        <p:sp>
          <p:nvSpPr>
            <p:cNvPr id="9062" name="Google Shape;9062;p8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83"/>
          <p:cNvGrpSpPr/>
          <p:nvPr/>
        </p:nvGrpSpPr>
        <p:grpSpPr>
          <a:xfrm>
            <a:off x="822849" y="3215146"/>
            <a:ext cx="375802" cy="371677"/>
            <a:chOff x="836023" y="3215146"/>
            <a:chExt cx="375802" cy="371677"/>
          </a:xfrm>
        </p:grpSpPr>
        <p:sp>
          <p:nvSpPr>
            <p:cNvPr id="9073" name="Google Shape;9073;p8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83"/>
          <p:cNvGrpSpPr/>
          <p:nvPr/>
        </p:nvGrpSpPr>
        <p:grpSpPr>
          <a:xfrm>
            <a:off x="1343123" y="3210890"/>
            <a:ext cx="431368" cy="380189"/>
            <a:chOff x="1356297" y="3210890"/>
            <a:chExt cx="431368" cy="380189"/>
          </a:xfrm>
        </p:grpSpPr>
        <p:sp>
          <p:nvSpPr>
            <p:cNvPr id="9090" name="Google Shape;9090;p8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83"/>
          <p:cNvGrpSpPr/>
          <p:nvPr/>
        </p:nvGrpSpPr>
        <p:grpSpPr>
          <a:xfrm>
            <a:off x="1890563" y="3215540"/>
            <a:ext cx="411874" cy="370731"/>
            <a:chOff x="1903737" y="3215540"/>
            <a:chExt cx="411874" cy="370731"/>
          </a:xfrm>
        </p:grpSpPr>
        <p:sp>
          <p:nvSpPr>
            <p:cNvPr id="9104" name="Google Shape;9104;p8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83"/>
          <p:cNvGrpSpPr/>
          <p:nvPr/>
        </p:nvGrpSpPr>
        <p:grpSpPr>
          <a:xfrm>
            <a:off x="2455290" y="3248854"/>
            <a:ext cx="397818" cy="304078"/>
            <a:chOff x="2468465" y="3248854"/>
            <a:chExt cx="397818" cy="304078"/>
          </a:xfrm>
        </p:grpSpPr>
        <p:sp>
          <p:nvSpPr>
            <p:cNvPr id="9114" name="Google Shape;9114;p8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3"/>
          <p:cNvGrpSpPr/>
          <p:nvPr/>
        </p:nvGrpSpPr>
        <p:grpSpPr>
          <a:xfrm>
            <a:off x="3003992" y="3216013"/>
            <a:ext cx="394376" cy="369812"/>
            <a:chOff x="3017166" y="3216013"/>
            <a:chExt cx="394376" cy="369812"/>
          </a:xfrm>
        </p:grpSpPr>
        <p:sp>
          <p:nvSpPr>
            <p:cNvPr id="9121" name="Google Shape;9121;p8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83"/>
          <p:cNvGrpSpPr/>
          <p:nvPr/>
        </p:nvGrpSpPr>
        <p:grpSpPr>
          <a:xfrm>
            <a:off x="4196868" y="3213228"/>
            <a:ext cx="199014" cy="375408"/>
            <a:chOff x="4210043" y="3213228"/>
            <a:chExt cx="199014" cy="375408"/>
          </a:xfrm>
        </p:grpSpPr>
        <p:sp>
          <p:nvSpPr>
            <p:cNvPr id="9124" name="Google Shape;9124;p8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3"/>
          <p:cNvGrpSpPr/>
          <p:nvPr/>
        </p:nvGrpSpPr>
        <p:grpSpPr>
          <a:xfrm>
            <a:off x="4804971" y="3203323"/>
            <a:ext cx="77845" cy="395165"/>
            <a:chOff x="4818146" y="3203323"/>
            <a:chExt cx="77845" cy="395165"/>
          </a:xfrm>
        </p:grpSpPr>
        <p:sp>
          <p:nvSpPr>
            <p:cNvPr id="9135" name="Google Shape;9135;p8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83"/>
          <p:cNvGrpSpPr/>
          <p:nvPr/>
        </p:nvGrpSpPr>
        <p:grpSpPr>
          <a:xfrm>
            <a:off x="5215716" y="3235428"/>
            <a:ext cx="344091" cy="332767"/>
            <a:chOff x="5228890" y="3235428"/>
            <a:chExt cx="344091" cy="332767"/>
          </a:xfrm>
        </p:grpSpPr>
        <p:sp>
          <p:nvSpPr>
            <p:cNvPr id="9144" name="Google Shape;9144;p8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83"/>
          <p:cNvGrpSpPr/>
          <p:nvPr/>
        </p:nvGrpSpPr>
        <p:grpSpPr>
          <a:xfrm>
            <a:off x="5744739" y="3227047"/>
            <a:ext cx="388544" cy="347927"/>
            <a:chOff x="5757913" y="3227047"/>
            <a:chExt cx="388544" cy="347927"/>
          </a:xfrm>
        </p:grpSpPr>
        <p:sp>
          <p:nvSpPr>
            <p:cNvPr id="9150" name="Google Shape;9150;p8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2" name="Google Shape;9152;p83"/>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3" name="Google Shape;9153;p83"/>
          <p:cNvGrpSpPr/>
          <p:nvPr/>
        </p:nvGrpSpPr>
        <p:grpSpPr>
          <a:xfrm>
            <a:off x="6881681" y="3227074"/>
            <a:ext cx="324938" cy="347717"/>
            <a:chOff x="6894856" y="3227074"/>
            <a:chExt cx="324938" cy="347717"/>
          </a:xfrm>
        </p:grpSpPr>
        <p:sp>
          <p:nvSpPr>
            <p:cNvPr id="9154" name="Google Shape;9154;p8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83"/>
          <p:cNvGrpSpPr/>
          <p:nvPr/>
        </p:nvGrpSpPr>
        <p:grpSpPr>
          <a:xfrm>
            <a:off x="7401772" y="3220873"/>
            <a:ext cx="360091" cy="360117"/>
            <a:chOff x="7414946" y="3220873"/>
            <a:chExt cx="360091" cy="360117"/>
          </a:xfrm>
        </p:grpSpPr>
        <p:sp>
          <p:nvSpPr>
            <p:cNvPr id="9170" name="Google Shape;9170;p8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83"/>
          <p:cNvGrpSpPr/>
          <p:nvPr/>
        </p:nvGrpSpPr>
        <p:grpSpPr>
          <a:xfrm>
            <a:off x="8014052" y="3215041"/>
            <a:ext cx="231829" cy="371782"/>
            <a:chOff x="8027227" y="3215041"/>
            <a:chExt cx="231829" cy="371782"/>
          </a:xfrm>
        </p:grpSpPr>
        <p:sp>
          <p:nvSpPr>
            <p:cNvPr id="9182" name="Google Shape;9182;p8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83"/>
          <p:cNvGrpSpPr/>
          <p:nvPr/>
        </p:nvGrpSpPr>
        <p:grpSpPr>
          <a:xfrm>
            <a:off x="4347102" y="4146138"/>
            <a:ext cx="395638" cy="420544"/>
            <a:chOff x="4093603" y="4146138"/>
            <a:chExt cx="395638" cy="420544"/>
          </a:xfrm>
        </p:grpSpPr>
        <p:sp>
          <p:nvSpPr>
            <p:cNvPr id="9193" name="Google Shape;9193;p8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83"/>
          <p:cNvGrpSpPr/>
          <p:nvPr/>
        </p:nvGrpSpPr>
        <p:grpSpPr>
          <a:xfrm>
            <a:off x="4897905" y="4162322"/>
            <a:ext cx="392065" cy="387887"/>
            <a:chOff x="4644406" y="4162322"/>
            <a:chExt cx="392065" cy="387887"/>
          </a:xfrm>
        </p:grpSpPr>
        <p:sp>
          <p:nvSpPr>
            <p:cNvPr id="9211" name="Google Shape;9211;p8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83"/>
          <p:cNvGrpSpPr/>
          <p:nvPr/>
        </p:nvGrpSpPr>
        <p:grpSpPr>
          <a:xfrm>
            <a:off x="5981882" y="4221698"/>
            <a:ext cx="417128" cy="269162"/>
            <a:chOff x="5728383" y="4221698"/>
            <a:chExt cx="417128" cy="269162"/>
          </a:xfrm>
        </p:grpSpPr>
        <p:sp>
          <p:nvSpPr>
            <p:cNvPr id="9218" name="Google Shape;9218;p8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83"/>
          <p:cNvGrpSpPr/>
          <p:nvPr/>
        </p:nvGrpSpPr>
        <p:grpSpPr>
          <a:xfrm>
            <a:off x="821036" y="3696905"/>
            <a:ext cx="371782" cy="342751"/>
            <a:chOff x="834210" y="3696905"/>
            <a:chExt cx="371782" cy="342751"/>
          </a:xfrm>
        </p:grpSpPr>
        <p:sp>
          <p:nvSpPr>
            <p:cNvPr id="9231" name="Google Shape;9231;p8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83"/>
          <p:cNvGrpSpPr/>
          <p:nvPr/>
        </p:nvGrpSpPr>
        <p:grpSpPr>
          <a:xfrm>
            <a:off x="1346223" y="3682271"/>
            <a:ext cx="395296" cy="371966"/>
            <a:chOff x="1359398" y="3682271"/>
            <a:chExt cx="395296" cy="371966"/>
          </a:xfrm>
        </p:grpSpPr>
        <p:sp>
          <p:nvSpPr>
            <p:cNvPr id="9244" name="Google Shape;9244;p8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83"/>
          <p:cNvGrpSpPr/>
          <p:nvPr/>
        </p:nvGrpSpPr>
        <p:grpSpPr>
          <a:xfrm>
            <a:off x="1894924" y="3682271"/>
            <a:ext cx="395296" cy="371966"/>
            <a:chOff x="1908099" y="3682271"/>
            <a:chExt cx="395296" cy="371966"/>
          </a:xfrm>
        </p:grpSpPr>
        <p:sp>
          <p:nvSpPr>
            <p:cNvPr id="9252" name="Google Shape;9252;p8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83"/>
          <p:cNvGrpSpPr/>
          <p:nvPr/>
        </p:nvGrpSpPr>
        <p:grpSpPr>
          <a:xfrm>
            <a:off x="2443625" y="3682271"/>
            <a:ext cx="395270" cy="371966"/>
            <a:chOff x="2456800" y="3682271"/>
            <a:chExt cx="395270" cy="371966"/>
          </a:xfrm>
        </p:grpSpPr>
        <p:sp>
          <p:nvSpPr>
            <p:cNvPr id="9260" name="Google Shape;9260;p8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3"/>
          <p:cNvGrpSpPr/>
          <p:nvPr/>
        </p:nvGrpSpPr>
        <p:grpSpPr>
          <a:xfrm>
            <a:off x="3001075" y="3682271"/>
            <a:ext cx="391092" cy="371940"/>
            <a:chOff x="3014250" y="3682271"/>
            <a:chExt cx="391092" cy="371940"/>
          </a:xfrm>
        </p:grpSpPr>
        <p:sp>
          <p:nvSpPr>
            <p:cNvPr id="9270" name="Google Shape;9270;p8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83"/>
          <p:cNvGrpSpPr/>
          <p:nvPr/>
        </p:nvGrpSpPr>
        <p:grpSpPr>
          <a:xfrm>
            <a:off x="3555950" y="3702947"/>
            <a:ext cx="388728" cy="330692"/>
            <a:chOff x="3569125" y="3702947"/>
            <a:chExt cx="388728" cy="330692"/>
          </a:xfrm>
        </p:grpSpPr>
        <p:sp>
          <p:nvSpPr>
            <p:cNvPr id="9274" name="Google Shape;9274;p8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83"/>
          <p:cNvGrpSpPr/>
          <p:nvPr/>
        </p:nvGrpSpPr>
        <p:grpSpPr>
          <a:xfrm>
            <a:off x="4098819" y="3682455"/>
            <a:ext cx="387992" cy="371625"/>
            <a:chOff x="4111994" y="3682455"/>
            <a:chExt cx="387992" cy="371625"/>
          </a:xfrm>
        </p:grpSpPr>
        <p:sp>
          <p:nvSpPr>
            <p:cNvPr id="9279" name="Google Shape;9279;p8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83"/>
          <p:cNvGrpSpPr/>
          <p:nvPr/>
        </p:nvGrpSpPr>
        <p:grpSpPr>
          <a:xfrm>
            <a:off x="4661734" y="3682271"/>
            <a:ext cx="371966" cy="371966"/>
            <a:chOff x="4674908" y="3682271"/>
            <a:chExt cx="371966" cy="371966"/>
          </a:xfrm>
        </p:grpSpPr>
        <p:sp>
          <p:nvSpPr>
            <p:cNvPr id="9282" name="Google Shape;9282;p8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83"/>
          <p:cNvGrpSpPr/>
          <p:nvPr/>
        </p:nvGrpSpPr>
        <p:grpSpPr>
          <a:xfrm>
            <a:off x="5210435" y="3731112"/>
            <a:ext cx="371782" cy="274285"/>
            <a:chOff x="5223609" y="3731112"/>
            <a:chExt cx="371782" cy="274285"/>
          </a:xfrm>
        </p:grpSpPr>
        <p:sp>
          <p:nvSpPr>
            <p:cNvPr id="9287" name="Google Shape;9287;p8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9" name="Google Shape;9289;p83"/>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0" name="Google Shape;9290;p83"/>
          <p:cNvGrpSpPr/>
          <p:nvPr/>
        </p:nvGrpSpPr>
        <p:grpSpPr>
          <a:xfrm>
            <a:off x="6306734" y="3696721"/>
            <a:ext cx="373963" cy="343119"/>
            <a:chOff x="6319908" y="3696721"/>
            <a:chExt cx="373963" cy="343119"/>
          </a:xfrm>
        </p:grpSpPr>
        <p:sp>
          <p:nvSpPr>
            <p:cNvPr id="9291" name="Google Shape;9291;p8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83"/>
          <p:cNvGrpSpPr/>
          <p:nvPr/>
        </p:nvGrpSpPr>
        <p:grpSpPr>
          <a:xfrm>
            <a:off x="6858167" y="3740044"/>
            <a:ext cx="371966" cy="256420"/>
            <a:chOff x="6871342" y="3740044"/>
            <a:chExt cx="371966" cy="256420"/>
          </a:xfrm>
        </p:grpSpPr>
        <p:sp>
          <p:nvSpPr>
            <p:cNvPr id="9301" name="Google Shape;9301;p8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83"/>
          <p:cNvGrpSpPr/>
          <p:nvPr/>
        </p:nvGrpSpPr>
        <p:grpSpPr>
          <a:xfrm>
            <a:off x="7389187" y="3681535"/>
            <a:ext cx="402757" cy="372728"/>
            <a:chOff x="7402362" y="3681535"/>
            <a:chExt cx="402757" cy="372728"/>
          </a:xfrm>
        </p:grpSpPr>
        <p:sp>
          <p:nvSpPr>
            <p:cNvPr id="9314" name="Google Shape;9314;p8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83"/>
          <p:cNvGrpSpPr/>
          <p:nvPr/>
        </p:nvGrpSpPr>
        <p:grpSpPr>
          <a:xfrm>
            <a:off x="7947530" y="3736235"/>
            <a:ext cx="378902" cy="264065"/>
            <a:chOff x="7960705" y="3736235"/>
            <a:chExt cx="378902" cy="264065"/>
          </a:xfrm>
        </p:grpSpPr>
        <p:sp>
          <p:nvSpPr>
            <p:cNvPr id="9331" name="Google Shape;9331;p8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83"/>
          <p:cNvGrpSpPr/>
          <p:nvPr/>
        </p:nvGrpSpPr>
        <p:grpSpPr>
          <a:xfrm>
            <a:off x="6654327" y="4162270"/>
            <a:ext cx="166200" cy="388019"/>
            <a:chOff x="6400828" y="4162270"/>
            <a:chExt cx="166200" cy="388019"/>
          </a:xfrm>
        </p:grpSpPr>
        <p:sp>
          <p:nvSpPr>
            <p:cNvPr id="9346" name="Google Shape;9346;p8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83"/>
          <p:cNvGrpSpPr/>
          <p:nvPr/>
        </p:nvGrpSpPr>
        <p:grpSpPr>
          <a:xfrm>
            <a:off x="7173314" y="4162270"/>
            <a:ext cx="225260" cy="388019"/>
            <a:chOff x="6919815" y="4162270"/>
            <a:chExt cx="225260" cy="388019"/>
          </a:xfrm>
        </p:grpSpPr>
        <p:sp>
          <p:nvSpPr>
            <p:cNvPr id="9354" name="Google Shape;9354;p8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83"/>
          <p:cNvGrpSpPr/>
          <p:nvPr/>
        </p:nvGrpSpPr>
        <p:grpSpPr>
          <a:xfrm>
            <a:off x="7639099" y="4177035"/>
            <a:ext cx="388728" cy="358383"/>
            <a:chOff x="7385600" y="4177035"/>
            <a:chExt cx="388728" cy="358383"/>
          </a:xfrm>
        </p:grpSpPr>
        <p:sp>
          <p:nvSpPr>
            <p:cNvPr id="9363" name="Google Shape;9363;p8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83"/>
          <p:cNvGrpSpPr/>
          <p:nvPr/>
        </p:nvGrpSpPr>
        <p:grpSpPr>
          <a:xfrm>
            <a:off x="3611911" y="3259862"/>
            <a:ext cx="369207" cy="258259"/>
            <a:chOff x="3625085" y="3259862"/>
            <a:chExt cx="369207" cy="258259"/>
          </a:xfrm>
        </p:grpSpPr>
        <p:sp>
          <p:nvSpPr>
            <p:cNvPr id="9371" name="Google Shape;9371;p8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83"/>
          <p:cNvGrpSpPr/>
          <p:nvPr/>
        </p:nvGrpSpPr>
        <p:grpSpPr>
          <a:xfrm>
            <a:off x="6304185" y="3276808"/>
            <a:ext cx="363217" cy="248590"/>
            <a:chOff x="6317360" y="3276808"/>
            <a:chExt cx="363217" cy="248590"/>
          </a:xfrm>
        </p:grpSpPr>
        <p:sp>
          <p:nvSpPr>
            <p:cNvPr id="9385" name="Google Shape;9385;p8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83"/>
          <p:cNvGrpSpPr/>
          <p:nvPr/>
        </p:nvGrpSpPr>
        <p:grpSpPr>
          <a:xfrm>
            <a:off x="5337891" y="4183682"/>
            <a:ext cx="504064" cy="325595"/>
            <a:chOff x="5084391" y="4183682"/>
            <a:chExt cx="504064" cy="325595"/>
          </a:xfrm>
        </p:grpSpPr>
        <p:sp>
          <p:nvSpPr>
            <p:cNvPr id="9413" name="Google Shape;9413;p8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83"/>
          <p:cNvGrpSpPr/>
          <p:nvPr/>
        </p:nvGrpSpPr>
        <p:grpSpPr>
          <a:xfrm>
            <a:off x="7934420" y="2347996"/>
            <a:ext cx="379795" cy="267165"/>
            <a:chOff x="7947595" y="2347996"/>
            <a:chExt cx="379795" cy="267165"/>
          </a:xfrm>
        </p:grpSpPr>
        <p:sp>
          <p:nvSpPr>
            <p:cNvPr id="9430" name="Google Shape;9430;p8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83"/>
          <p:cNvGrpSpPr/>
          <p:nvPr/>
        </p:nvGrpSpPr>
        <p:grpSpPr>
          <a:xfrm>
            <a:off x="6387469" y="2310269"/>
            <a:ext cx="275362" cy="338784"/>
            <a:chOff x="6400644" y="2310269"/>
            <a:chExt cx="275362" cy="338784"/>
          </a:xfrm>
        </p:grpSpPr>
        <p:sp>
          <p:nvSpPr>
            <p:cNvPr id="9440" name="Google Shape;9440;p8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83"/>
          <p:cNvGrpSpPr/>
          <p:nvPr/>
        </p:nvGrpSpPr>
        <p:grpSpPr>
          <a:xfrm>
            <a:off x="1595767" y="4161009"/>
            <a:ext cx="359565" cy="358094"/>
            <a:chOff x="1342268" y="4161009"/>
            <a:chExt cx="359565" cy="358094"/>
          </a:xfrm>
        </p:grpSpPr>
        <p:sp>
          <p:nvSpPr>
            <p:cNvPr id="9454" name="Google Shape;9454;p8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3"/>
          <p:cNvGrpSpPr/>
          <p:nvPr/>
        </p:nvGrpSpPr>
        <p:grpSpPr>
          <a:xfrm>
            <a:off x="1899837" y="2764940"/>
            <a:ext cx="417523" cy="374252"/>
            <a:chOff x="1913012" y="2764940"/>
            <a:chExt cx="417523" cy="374252"/>
          </a:xfrm>
        </p:grpSpPr>
        <p:sp>
          <p:nvSpPr>
            <p:cNvPr id="9464" name="Google Shape;9464;p8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83"/>
          <p:cNvGrpSpPr/>
          <p:nvPr/>
        </p:nvGrpSpPr>
        <p:grpSpPr>
          <a:xfrm>
            <a:off x="817568" y="2763601"/>
            <a:ext cx="384734" cy="381556"/>
            <a:chOff x="830742" y="2763601"/>
            <a:chExt cx="384734" cy="381556"/>
          </a:xfrm>
        </p:grpSpPr>
        <p:sp>
          <p:nvSpPr>
            <p:cNvPr id="9477" name="Google Shape;9477;p8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83"/>
          <p:cNvGrpSpPr/>
          <p:nvPr/>
        </p:nvGrpSpPr>
        <p:grpSpPr>
          <a:xfrm>
            <a:off x="3260997" y="4183419"/>
            <a:ext cx="375434" cy="329667"/>
            <a:chOff x="3007498" y="4183419"/>
            <a:chExt cx="375434" cy="329667"/>
          </a:xfrm>
        </p:grpSpPr>
        <p:sp>
          <p:nvSpPr>
            <p:cNvPr id="9499" name="Google Shape;9499;p8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83"/>
          <p:cNvGrpSpPr/>
          <p:nvPr/>
        </p:nvGrpSpPr>
        <p:grpSpPr>
          <a:xfrm>
            <a:off x="6906101" y="2766990"/>
            <a:ext cx="274550" cy="354728"/>
            <a:chOff x="7606826" y="2419290"/>
            <a:chExt cx="274550" cy="354728"/>
          </a:xfrm>
        </p:grpSpPr>
        <p:sp>
          <p:nvSpPr>
            <p:cNvPr id="9520" name="Google Shape;9520;p8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83"/>
          <p:cNvGrpSpPr/>
          <p:nvPr/>
        </p:nvGrpSpPr>
        <p:grpSpPr>
          <a:xfrm>
            <a:off x="7536994" y="2777003"/>
            <a:ext cx="263316" cy="354728"/>
            <a:chOff x="8062968" y="2419290"/>
            <a:chExt cx="263316" cy="354728"/>
          </a:xfrm>
        </p:grpSpPr>
        <p:sp>
          <p:nvSpPr>
            <p:cNvPr id="9536" name="Google Shape;9536;p8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3" name="Google Shape;9553;p83"/>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9554" name="Google Shape;9554;p8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555" name="Google Shape;9555;p83"/>
          <p:cNvGrpSpPr/>
          <p:nvPr/>
        </p:nvGrpSpPr>
        <p:grpSpPr>
          <a:xfrm>
            <a:off x="1089824" y="4149725"/>
            <a:ext cx="364280" cy="363684"/>
            <a:chOff x="836325" y="4149725"/>
            <a:chExt cx="364280" cy="363684"/>
          </a:xfrm>
        </p:grpSpPr>
        <p:sp>
          <p:nvSpPr>
            <p:cNvPr id="9556" name="Google Shape;9556;p83"/>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3"/>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3"/>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3"/>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3"/>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3"/>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3"/>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6" name="Shape 9566"/>
        <p:cNvGrpSpPr/>
        <p:nvPr/>
      </p:nvGrpSpPr>
      <p:grpSpPr>
        <a:xfrm>
          <a:off x="0" y="0"/>
          <a:ext cx="0" cy="0"/>
          <a:chOff x="0" y="0"/>
          <a:chExt cx="0" cy="0"/>
        </a:xfrm>
      </p:grpSpPr>
      <p:grpSp>
        <p:nvGrpSpPr>
          <p:cNvPr id="9567" name="Google Shape;9567;p84"/>
          <p:cNvGrpSpPr/>
          <p:nvPr/>
        </p:nvGrpSpPr>
        <p:grpSpPr>
          <a:xfrm>
            <a:off x="7071588" y="2263554"/>
            <a:ext cx="362163" cy="347098"/>
            <a:chOff x="7075663" y="2444129"/>
            <a:chExt cx="362163" cy="347098"/>
          </a:xfrm>
        </p:grpSpPr>
        <p:sp>
          <p:nvSpPr>
            <p:cNvPr id="9568" name="Google Shape;9568;p8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84"/>
          <p:cNvGrpSpPr/>
          <p:nvPr/>
        </p:nvGrpSpPr>
        <p:grpSpPr>
          <a:xfrm>
            <a:off x="6634100" y="2256009"/>
            <a:ext cx="372197" cy="362163"/>
            <a:chOff x="6638175" y="2436584"/>
            <a:chExt cx="372197" cy="362163"/>
          </a:xfrm>
        </p:grpSpPr>
        <p:sp>
          <p:nvSpPr>
            <p:cNvPr id="9577" name="Google Shape;9577;p8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84"/>
          <p:cNvGrpSpPr/>
          <p:nvPr/>
        </p:nvGrpSpPr>
        <p:grpSpPr>
          <a:xfrm>
            <a:off x="6188831" y="2258865"/>
            <a:ext cx="371699" cy="356084"/>
            <a:chOff x="6192906" y="2439440"/>
            <a:chExt cx="371699" cy="356084"/>
          </a:xfrm>
        </p:grpSpPr>
        <p:sp>
          <p:nvSpPr>
            <p:cNvPr id="9591" name="Google Shape;9591;p8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84"/>
          <p:cNvGrpSpPr/>
          <p:nvPr/>
        </p:nvGrpSpPr>
        <p:grpSpPr>
          <a:xfrm>
            <a:off x="5758392" y="2256009"/>
            <a:ext cx="362163" cy="362163"/>
            <a:chOff x="5762467" y="2436584"/>
            <a:chExt cx="362163" cy="362163"/>
          </a:xfrm>
        </p:grpSpPr>
        <p:sp>
          <p:nvSpPr>
            <p:cNvPr id="9605" name="Google Shape;9605;p8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84"/>
          <p:cNvGrpSpPr/>
          <p:nvPr/>
        </p:nvGrpSpPr>
        <p:grpSpPr>
          <a:xfrm>
            <a:off x="5319646" y="2256454"/>
            <a:ext cx="362922" cy="361219"/>
            <a:chOff x="5323721" y="2437029"/>
            <a:chExt cx="362922" cy="361219"/>
          </a:xfrm>
        </p:grpSpPr>
        <p:sp>
          <p:nvSpPr>
            <p:cNvPr id="9631" name="Google Shape;9631;p8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84"/>
          <p:cNvGrpSpPr/>
          <p:nvPr/>
        </p:nvGrpSpPr>
        <p:grpSpPr>
          <a:xfrm>
            <a:off x="4871862" y="2288156"/>
            <a:ext cx="407122" cy="315448"/>
            <a:chOff x="4875937" y="2468731"/>
            <a:chExt cx="407122" cy="315448"/>
          </a:xfrm>
        </p:grpSpPr>
        <p:sp>
          <p:nvSpPr>
            <p:cNvPr id="9649" name="Google Shape;9649;p8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4"/>
          <p:cNvGrpSpPr/>
          <p:nvPr/>
        </p:nvGrpSpPr>
        <p:grpSpPr>
          <a:xfrm>
            <a:off x="4889207" y="3624199"/>
            <a:ext cx="242114" cy="362163"/>
            <a:chOff x="4893282" y="3804774"/>
            <a:chExt cx="242114" cy="362163"/>
          </a:xfrm>
        </p:grpSpPr>
        <p:sp>
          <p:nvSpPr>
            <p:cNvPr id="9669" name="Google Shape;9669;p8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84"/>
          <p:cNvGrpSpPr/>
          <p:nvPr/>
        </p:nvGrpSpPr>
        <p:grpSpPr>
          <a:xfrm>
            <a:off x="6244087" y="3624199"/>
            <a:ext cx="231058" cy="362425"/>
            <a:chOff x="6248162" y="3804774"/>
            <a:chExt cx="231058" cy="362425"/>
          </a:xfrm>
        </p:grpSpPr>
        <p:sp>
          <p:nvSpPr>
            <p:cNvPr id="9696" name="Google Shape;9696;p8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84"/>
          <p:cNvGrpSpPr/>
          <p:nvPr/>
        </p:nvGrpSpPr>
        <p:grpSpPr>
          <a:xfrm>
            <a:off x="5342493" y="3624199"/>
            <a:ext cx="233337" cy="362163"/>
            <a:chOff x="5346568" y="3804774"/>
            <a:chExt cx="233337" cy="362163"/>
          </a:xfrm>
        </p:grpSpPr>
        <p:sp>
          <p:nvSpPr>
            <p:cNvPr id="9701" name="Google Shape;9701;p8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84"/>
          <p:cNvGrpSpPr/>
          <p:nvPr/>
        </p:nvGrpSpPr>
        <p:grpSpPr>
          <a:xfrm>
            <a:off x="6700910" y="3624566"/>
            <a:ext cx="209967" cy="361639"/>
            <a:chOff x="6704985" y="3805141"/>
            <a:chExt cx="209967" cy="361639"/>
          </a:xfrm>
        </p:grpSpPr>
        <p:sp>
          <p:nvSpPr>
            <p:cNvPr id="9721" name="Google Shape;9721;p8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84"/>
          <p:cNvGrpSpPr/>
          <p:nvPr/>
        </p:nvGrpSpPr>
        <p:grpSpPr>
          <a:xfrm>
            <a:off x="7509809" y="2267694"/>
            <a:ext cx="363184" cy="338792"/>
            <a:chOff x="7513884" y="2448269"/>
            <a:chExt cx="363184" cy="338792"/>
          </a:xfrm>
        </p:grpSpPr>
        <p:sp>
          <p:nvSpPr>
            <p:cNvPr id="9734" name="Google Shape;9734;p8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84"/>
          <p:cNvGrpSpPr/>
          <p:nvPr/>
        </p:nvGrpSpPr>
        <p:grpSpPr>
          <a:xfrm>
            <a:off x="5773692" y="3624251"/>
            <a:ext cx="258699" cy="362136"/>
            <a:chOff x="5777767" y="3804826"/>
            <a:chExt cx="258699" cy="362136"/>
          </a:xfrm>
        </p:grpSpPr>
        <p:sp>
          <p:nvSpPr>
            <p:cNvPr id="9741" name="Google Shape;9741;p8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4"/>
          <p:cNvGrpSpPr/>
          <p:nvPr/>
        </p:nvGrpSpPr>
        <p:grpSpPr>
          <a:xfrm>
            <a:off x="7949026" y="2256009"/>
            <a:ext cx="361691" cy="362163"/>
            <a:chOff x="7953101" y="2436584"/>
            <a:chExt cx="361691" cy="362163"/>
          </a:xfrm>
        </p:grpSpPr>
        <p:sp>
          <p:nvSpPr>
            <p:cNvPr id="9745" name="Google Shape;9745;p8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84"/>
          <p:cNvGrpSpPr/>
          <p:nvPr/>
        </p:nvGrpSpPr>
        <p:grpSpPr>
          <a:xfrm>
            <a:off x="4855278" y="3174555"/>
            <a:ext cx="373481" cy="362267"/>
            <a:chOff x="4859353" y="3355130"/>
            <a:chExt cx="373481" cy="362267"/>
          </a:xfrm>
        </p:grpSpPr>
        <p:sp>
          <p:nvSpPr>
            <p:cNvPr id="9755" name="Google Shape;9755;p8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84"/>
          <p:cNvGrpSpPr/>
          <p:nvPr/>
        </p:nvGrpSpPr>
        <p:grpSpPr>
          <a:xfrm>
            <a:off x="6633603" y="1320407"/>
            <a:ext cx="378721" cy="362005"/>
            <a:chOff x="6637678" y="1500982"/>
            <a:chExt cx="378721" cy="362005"/>
          </a:xfrm>
        </p:grpSpPr>
        <p:sp>
          <p:nvSpPr>
            <p:cNvPr id="9770" name="Google Shape;9770;p8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84"/>
          <p:cNvGrpSpPr/>
          <p:nvPr/>
        </p:nvGrpSpPr>
        <p:grpSpPr>
          <a:xfrm>
            <a:off x="5823918" y="3174921"/>
            <a:ext cx="223041" cy="362163"/>
            <a:chOff x="5827993" y="3355496"/>
            <a:chExt cx="223041" cy="362163"/>
          </a:xfrm>
        </p:grpSpPr>
        <p:sp>
          <p:nvSpPr>
            <p:cNvPr id="9787" name="Google Shape;9787;p8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84"/>
          <p:cNvGrpSpPr/>
          <p:nvPr/>
        </p:nvGrpSpPr>
        <p:grpSpPr>
          <a:xfrm>
            <a:off x="7524638" y="1320066"/>
            <a:ext cx="370520" cy="361586"/>
            <a:chOff x="7528713" y="1500641"/>
            <a:chExt cx="370520" cy="361586"/>
          </a:xfrm>
        </p:grpSpPr>
        <p:sp>
          <p:nvSpPr>
            <p:cNvPr id="9803" name="Google Shape;9803;p8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84"/>
          <p:cNvGrpSpPr/>
          <p:nvPr/>
        </p:nvGrpSpPr>
        <p:grpSpPr>
          <a:xfrm>
            <a:off x="5313123" y="3174921"/>
            <a:ext cx="367429" cy="362163"/>
            <a:chOff x="5317198" y="3355496"/>
            <a:chExt cx="367429" cy="362163"/>
          </a:xfrm>
        </p:grpSpPr>
        <p:sp>
          <p:nvSpPr>
            <p:cNvPr id="9811" name="Google Shape;9811;p8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84"/>
          <p:cNvGrpSpPr/>
          <p:nvPr/>
        </p:nvGrpSpPr>
        <p:grpSpPr>
          <a:xfrm>
            <a:off x="5298896" y="1319988"/>
            <a:ext cx="383175" cy="362241"/>
            <a:chOff x="5302971" y="1500563"/>
            <a:chExt cx="383175" cy="362241"/>
          </a:xfrm>
        </p:grpSpPr>
        <p:sp>
          <p:nvSpPr>
            <p:cNvPr id="9828" name="Google Shape;9828;p8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84"/>
          <p:cNvGrpSpPr/>
          <p:nvPr/>
        </p:nvGrpSpPr>
        <p:grpSpPr>
          <a:xfrm>
            <a:off x="6198630" y="1344878"/>
            <a:ext cx="364180" cy="312461"/>
            <a:chOff x="6202705" y="1525453"/>
            <a:chExt cx="364180" cy="312461"/>
          </a:xfrm>
        </p:grpSpPr>
        <p:sp>
          <p:nvSpPr>
            <p:cNvPr id="9831" name="Google Shape;9831;p8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84"/>
          <p:cNvGrpSpPr/>
          <p:nvPr/>
        </p:nvGrpSpPr>
        <p:grpSpPr>
          <a:xfrm>
            <a:off x="7083142" y="1323027"/>
            <a:ext cx="362398" cy="356163"/>
            <a:chOff x="7087217" y="1503602"/>
            <a:chExt cx="362398" cy="356163"/>
          </a:xfrm>
        </p:grpSpPr>
        <p:sp>
          <p:nvSpPr>
            <p:cNvPr id="9839" name="Google Shape;9839;p8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84"/>
          <p:cNvGrpSpPr/>
          <p:nvPr/>
        </p:nvGrpSpPr>
        <p:grpSpPr>
          <a:xfrm>
            <a:off x="7964877" y="1320302"/>
            <a:ext cx="378747" cy="361455"/>
            <a:chOff x="7968952" y="1500877"/>
            <a:chExt cx="378747" cy="361455"/>
          </a:xfrm>
        </p:grpSpPr>
        <p:sp>
          <p:nvSpPr>
            <p:cNvPr id="9861" name="Google Shape;9861;p8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84"/>
          <p:cNvGrpSpPr/>
          <p:nvPr/>
        </p:nvGrpSpPr>
        <p:grpSpPr>
          <a:xfrm>
            <a:off x="5757370" y="1361148"/>
            <a:ext cx="362163" cy="279737"/>
            <a:chOff x="5761445" y="1541723"/>
            <a:chExt cx="362163" cy="279737"/>
          </a:xfrm>
        </p:grpSpPr>
        <p:sp>
          <p:nvSpPr>
            <p:cNvPr id="9877" name="Google Shape;9877;p8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84"/>
          <p:cNvGrpSpPr/>
          <p:nvPr/>
        </p:nvGrpSpPr>
        <p:grpSpPr>
          <a:xfrm>
            <a:off x="6200883" y="3175000"/>
            <a:ext cx="358390" cy="362320"/>
            <a:chOff x="6204958" y="3355575"/>
            <a:chExt cx="358390" cy="362320"/>
          </a:xfrm>
        </p:grpSpPr>
        <p:sp>
          <p:nvSpPr>
            <p:cNvPr id="9884" name="Google Shape;9884;p8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4"/>
          <p:cNvGrpSpPr/>
          <p:nvPr/>
        </p:nvGrpSpPr>
        <p:grpSpPr>
          <a:xfrm>
            <a:off x="4935895" y="1319280"/>
            <a:ext cx="242979" cy="362660"/>
            <a:chOff x="4939970" y="1499855"/>
            <a:chExt cx="242979" cy="362660"/>
          </a:xfrm>
        </p:grpSpPr>
        <p:sp>
          <p:nvSpPr>
            <p:cNvPr id="9901" name="Google Shape;9901;p8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84"/>
          <p:cNvGrpSpPr/>
          <p:nvPr/>
        </p:nvGrpSpPr>
        <p:grpSpPr>
          <a:xfrm>
            <a:off x="8019373" y="3174921"/>
            <a:ext cx="284322" cy="362163"/>
            <a:chOff x="8023448" y="3355496"/>
            <a:chExt cx="284322" cy="362163"/>
          </a:xfrm>
        </p:grpSpPr>
        <p:sp>
          <p:nvSpPr>
            <p:cNvPr id="9908" name="Google Shape;9908;p8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4"/>
          <p:cNvGrpSpPr/>
          <p:nvPr/>
        </p:nvGrpSpPr>
        <p:grpSpPr>
          <a:xfrm>
            <a:off x="6640126" y="3174921"/>
            <a:ext cx="366695" cy="361979"/>
            <a:chOff x="6644201" y="3355496"/>
            <a:chExt cx="366695" cy="361979"/>
          </a:xfrm>
        </p:grpSpPr>
        <p:sp>
          <p:nvSpPr>
            <p:cNvPr id="9918" name="Google Shape;9918;p8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84"/>
          <p:cNvGrpSpPr/>
          <p:nvPr/>
        </p:nvGrpSpPr>
        <p:grpSpPr>
          <a:xfrm>
            <a:off x="7951070" y="1838617"/>
            <a:ext cx="365176" cy="271013"/>
            <a:chOff x="7955145" y="2019192"/>
            <a:chExt cx="365176" cy="271013"/>
          </a:xfrm>
        </p:grpSpPr>
        <p:sp>
          <p:nvSpPr>
            <p:cNvPr id="9941" name="Google Shape;9941;p8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84"/>
          <p:cNvGrpSpPr/>
          <p:nvPr/>
        </p:nvGrpSpPr>
        <p:grpSpPr>
          <a:xfrm>
            <a:off x="7514080" y="1828896"/>
            <a:ext cx="361927" cy="290270"/>
            <a:chOff x="7518155" y="2009471"/>
            <a:chExt cx="361927" cy="290270"/>
          </a:xfrm>
        </p:grpSpPr>
        <p:sp>
          <p:nvSpPr>
            <p:cNvPr id="9948" name="Google Shape;9948;p8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84"/>
          <p:cNvGrpSpPr/>
          <p:nvPr/>
        </p:nvGrpSpPr>
        <p:grpSpPr>
          <a:xfrm>
            <a:off x="7075597" y="1810478"/>
            <a:ext cx="362163" cy="327264"/>
            <a:chOff x="7079672" y="1991053"/>
            <a:chExt cx="362163" cy="327264"/>
          </a:xfrm>
        </p:grpSpPr>
        <p:sp>
          <p:nvSpPr>
            <p:cNvPr id="9962" name="Google Shape;9962;p8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84"/>
          <p:cNvGrpSpPr/>
          <p:nvPr/>
        </p:nvGrpSpPr>
        <p:grpSpPr>
          <a:xfrm>
            <a:off x="6637113" y="1854939"/>
            <a:ext cx="361901" cy="238132"/>
            <a:chOff x="6641188" y="2035514"/>
            <a:chExt cx="361901" cy="238132"/>
          </a:xfrm>
        </p:grpSpPr>
        <p:sp>
          <p:nvSpPr>
            <p:cNvPr id="9979" name="Google Shape;9979;p8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84"/>
          <p:cNvGrpSpPr/>
          <p:nvPr/>
        </p:nvGrpSpPr>
        <p:grpSpPr>
          <a:xfrm>
            <a:off x="6198368" y="1806102"/>
            <a:ext cx="362425" cy="335884"/>
            <a:chOff x="6202443" y="1986677"/>
            <a:chExt cx="362425" cy="335884"/>
          </a:xfrm>
        </p:grpSpPr>
        <p:sp>
          <p:nvSpPr>
            <p:cNvPr id="9999" name="Google Shape;9999;p8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84"/>
          <p:cNvGrpSpPr/>
          <p:nvPr/>
        </p:nvGrpSpPr>
        <p:grpSpPr>
          <a:xfrm>
            <a:off x="5760147" y="1836023"/>
            <a:ext cx="374293" cy="276069"/>
            <a:chOff x="5764222" y="2016598"/>
            <a:chExt cx="374293" cy="276069"/>
          </a:xfrm>
        </p:grpSpPr>
        <p:sp>
          <p:nvSpPr>
            <p:cNvPr id="10020" name="Google Shape;10020;p8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84"/>
          <p:cNvGrpSpPr/>
          <p:nvPr/>
        </p:nvGrpSpPr>
        <p:grpSpPr>
          <a:xfrm>
            <a:off x="5321402" y="1835866"/>
            <a:ext cx="361927" cy="276515"/>
            <a:chOff x="5325477" y="2016441"/>
            <a:chExt cx="361927" cy="276515"/>
          </a:xfrm>
        </p:grpSpPr>
        <p:sp>
          <p:nvSpPr>
            <p:cNvPr id="10032" name="Google Shape;10032;p8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84"/>
          <p:cNvGrpSpPr/>
          <p:nvPr/>
        </p:nvGrpSpPr>
        <p:grpSpPr>
          <a:xfrm>
            <a:off x="4866596" y="1836625"/>
            <a:ext cx="364180" cy="274812"/>
            <a:chOff x="4870671" y="2017200"/>
            <a:chExt cx="364180" cy="274812"/>
          </a:xfrm>
        </p:grpSpPr>
        <p:sp>
          <p:nvSpPr>
            <p:cNvPr id="10053" name="Google Shape;10053;p8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4"/>
          <p:cNvGrpSpPr/>
          <p:nvPr/>
        </p:nvGrpSpPr>
        <p:grpSpPr>
          <a:xfrm>
            <a:off x="7140651" y="3174921"/>
            <a:ext cx="260690" cy="362032"/>
            <a:chOff x="7144726" y="3355496"/>
            <a:chExt cx="260690" cy="362032"/>
          </a:xfrm>
        </p:grpSpPr>
        <p:sp>
          <p:nvSpPr>
            <p:cNvPr id="10067" name="Google Shape;10067;p8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84"/>
          <p:cNvGrpSpPr/>
          <p:nvPr/>
        </p:nvGrpSpPr>
        <p:grpSpPr>
          <a:xfrm>
            <a:off x="6701644" y="4097476"/>
            <a:ext cx="261712" cy="361770"/>
            <a:chOff x="6705719" y="4278051"/>
            <a:chExt cx="261712" cy="361770"/>
          </a:xfrm>
        </p:grpSpPr>
        <p:sp>
          <p:nvSpPr>
            <p:cNvPr id="10074" name="Google Shape;10074;p8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84"/>
          <p:cNvGrpSpPr/>
          <p:nvPr/>
        </p:nvGrpSpPr>
        <p:grpSpPr>
          <a:xfrm>
            <a:off x="5746575" y="2711077"/>
            <a:ext cx="320216" cy="361403"/>
            <a:chOff x="5750650" y="2891652"/>
            <a:chExt cx="320216" cy="361403"/>
          </a:xfrm>
        </p:grpSpPr>
        <p:sp>
          <p:nvSpPr>
            <p:cNvPr id="10090" name="Google Shape;10090;p8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84"/>
          <p:cNvGrpSpPr/>
          <p:nvPr/>
        </p:nvGrpSpPr>
        <p:grpSpPr>
          <a:xfrm>
            <a:off x="6653934" y="2710815"/>
            <a:ext cx="315972" cy="361927"/>
            <a:chOff x="6658009" y="2891390"/>
            <a:chExt cx="315972" cy="361927"/>
          </a:xfrm>
        </p:grpSpPr>
        <p:sp>
          <p:nvSpPr>
            <p:cNvPr id="10106" name="Google Shape;10106;p8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84"/>
          <p:cNvGrpSpPr/>
          <p:nvPr/>
        </p:nvGrpSpPr>
        <p:grpSpPr>
          <a:xfrm>
            <a:off x="6199390" y="2710631"/>
            <a:ext cx="320478" cy="362110"/>
            <a:chOff x="6203465" y="2891206"/>
            <a:chExt cx="320478" cy="362110"/>
          </a:xfrm>
        </p:grpSpPr>
        <p:sp>
          <p:nvSpPr>
            <p:cNvPr id="10114" name="Google Shape;10114;p8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84"/>
          <p:cNvGrpSpPr/>
          <p:nvPr/>
        </p:nvGrpSpPr>
        <p:grpSpPr>
          <a:xfrm>
            <a:off x="7563205" y="2710684"/>
            <a:ext cx="307116" cy="362294"/>
            <a:chOff x="7567280" y="2891259"/>
            <a:chExt cx="307116" cy="362294"/>
          </a:xfrm>
        </p:grpSpPr>
        <p:sp>
          <p:nvSpPr>
            <p:cNvPr id="10120" name="Google Shape;10120;p8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84"/>
          <p:cNvGrpSpPr/>
          <p:nvPr/>
        </p:nvGrpSpPr>
        <p:grpSpPr>
          <a:xfrm>
            <a:off x="7108504" y="2710946"/>
            <a:ext cx="338556" cy="361534"/>
            <a:chOff x="7112579" y="2891521"/>
            <a:chExt cx="338556" cy="361534"/>
          </a:xfrm>
        </p:grpSpPr>
        <p:sp>
          <p:nvSpPr>
            <p:cNvPr id="10133" name="Google Shape;10133;p8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4"/>
          <p:cNvGrpSpPr/>
          <p:nvPr/>
        </p:nvGrpSpPr>
        <p:grpSpPr>
          <a:xfrm>
            <a:off x="7151184" y="3624461"/>
            <a:ext cx="207478" cy="361272"/>
            <a:chOff x="7155259" y="3805036"/>
            <a:chExt cx="207478" cy="361272"/>
          </a:xfrm>
        </p:grpSpPr>
        <p:sp>
          <p:nvSpPr>
            <p:cNvPr id="10136" name="Google Shape;10136;p8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84"/>
          <p:cNvGrpSpPr/>
          <p:nvPr/>
        </p:nvGrpSpPr>
        <p:grpSpPr>
          <a:xfrm>
            <a:off x="4911293" y="2710815"/>
            <a:ext cx="182850" cy="361927"/>
            <a:chOff x="4915368" y="2891390"/>
            <a:chExt cx="182850" cy="361927"/>
          </a:xfrm>
        </p:grpSpPr>
        <p:sp>
          <p:nvSpPr>
            <p:cNvPr id="10149" name="Google Shape;10149;p8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84"/>
          <p:cNvGrpSpPr/>
          <p:nvPr/>
        </p:nvGrpSpPr>
        <p:grpSpPr>
          <a:xfrm>
            <a:off x="8024639" y="2711077"/>
            <a:ext cx="289589" cy="361403"/>
            <a:chOff x="8028714" y="2891652"/>
            <a:chExt cx="289589" cy="361403"/>
          </a:xfrm>
        </p:grpSpPr>
        <p:sp>
          <p:nvSpPr>
            <p:cNvPr id="10161" name="Google Shape;10161;p8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4"/>
          <p:cNvGrpSpPr/>
          <p:nvPr/>
        </p:nvGrpSpPr>
        <p:grpSpPr>
          <a:xfrm>
            <a:off x="7547747" y="3624199"/>
            <a:ext cx="293335" cy="361927"/>
            <a:chOff x="7551822" y="3804774"/>
            <a:chExt cx="293335" cy="361927"/>
          </a:xfrm>
        </p:grpSpPr>
        <p:sp>
          <p:nvSpPr>
            <p:cNvPr id="10182" name="Google Shape;10182;p8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4"/>
          <p:cNvGrpSpPr/>
          <p:nvPr/>
        </p:nvGrpSpPr>
        <p:grpSpPr>
          <a:xfrm>
            <a:off x="6259650" y="4097083"/>
            <a:ext cx="210491" cy="362163"/>
            <a:chOff x="6263725" y="4277658"/>
            <a:chExt cx="210491" cy="362163"/>
          </a:xfrm>
        </p:grpSpPr>
        <p:sp>
          <p:nvSpPr>
            <p:cNvPr id="10194" name="Google Shape;10194;p8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4"/>
          <p:cNvGrpSpPr/>
          <p:nvPr/>
        </p:nvGrpSpPr>
        <p:grpSpPr>
          <a:xfrm>
            <a:off x="7983715" y="3624120"/>
            <a:ext cx="336303" cy="362005"/>
            <a:chOff x="7987790" y="3804695"/>
            <a:chExt cx="336303" cy="362005"/>
          </a:xfrm>
        </p:grpSpPr>
        <p:sp>
          <p:nvSpPr>
            <p:cNvPr id="10210" name="Google Shape;10210;p8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84"/>
          <p:cNvGrpSpPr/>
          <p:nvPr/>
        </p:nvGrpSpPr>
        <p:grpSpPr>
          <a:xfrm>
            <a:off x="5269369" y="2710710"/>
            <a:ext cx="371123" cy="362267"/>
            <a:chOff x="5273444" y="2891285"/>
            <a:chExt cx="371123" cy="362267"/>
          </a:xfrm>
        </p:grpSpPr>
        <p:sp>
          <p:nvSpPr>
            <p:cNvPr id="10221" name="Google Shape;10221;p8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4"/>
          <p:cNvGrpSpPr/>
          <p:nvPr/>
        </p:nvGrpSpPr>
        <p:grpSpPr>
          <a:xfrm>
            <a:off x="7626322" y="3177824"/>
            <a:ext cx="214759" cy="357030"/>
            <a:chOff x="2235125" y="238075"/>
            <a:chExt cx="3144350" cy="5227375"/>
          </a:xfrm>
        </p:grpSpPr>
        <p:sp>
          <p:nvSpPr>
            <p:cNvPr id="10236" name="Google Shape;10236;p8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84"/>
          <p:cNvGrpSpPr/>
          <p:nvPr/>
        </p:nvGrpSpPr>
        <p:grpSpPr>
          <a:xfrm>
            <a:off x="2818791" y="4097368"/>
            <a:ext cx="342496" cy="351944"/>
            <a:chOff x="2810729" y="4267107"/>
            <a:chExt cx="342496" cy="351944"/>
          </a:xfrm>
        </p:grpSpPr>
        <p:sp>
          <p:nvSpPr>
            <p:cNvPr id="10246" name="Google Shape;10246;p8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4"/>
          <p:cNvGrpSpPr/>
          <p:nvPr/>
        </p:nvGrpSpPr>
        <p:grpSpPr>
          <a:xfrm>
            <a:off x="1787231" y="3635885"/>
            <a:ext cx="282381" cy="343454"/>
            <a:chOff x="1779168" y="3805625"/>
            <a:chExt cx="282381" cy="343454"/>
          </a:xfrm>
        </p:grpSpPr>
        <p:sp>
          <p:nvSpPr>
            <p:cNvPr id="10277" name="Google Shape;10277;p8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4"/>
          <p:cNvGrpSpPr/>
          <p:nvPr/>
        </p:nvGrpSpPr>
        <p:grpSpPr>
          <a:xfrm>
            <a:off x="2601585" y="2237289"/>
            <a:ext cx="391606" cy="364535"/>
            <a:chOff x="2593522" y="2407029"/>
            <a:chExt cx="391606" cy="364535"/>
          </a:xfrm>
        </p:grpSpPr>
        <p:sp>
          <p:nvSpPr>
            <p:cNvPr id="10306" name="Google Shape;10306;p8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84"/>
          <p:cNvGrpSpPr/>
          <p:nvPr/>
        </p:nvGrpSpPr>
        <p:grpSpPr>
          <a:xfrm>
            <a:off x="3963109" y="2262503"/>
            <a:ext cx="322912" cy="334396"/>
            <a:chOff x="3955047" y="2432242"/>
            <a:chExt cx="322912" cy="334396"/>
          </a:xfrm>
        </p:grpSpPr>
        <p:sp>
          <p:nvSpPr>
            <p:cNvPr id="10346" name="Google Shape;10346;p8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84"/>
          <p:cNvGrpSpPr/>
          <p:nvPr/>
        </p:nvGrpSpPr>
        <p:grpSpPr>
          <a:xfrm>
            <a:off x="1810528" y="1793115"/>
            <a:ext cx="265373" cy="351944"/>
            <a:chOff x="1802465" y="1962854"/>
            <a:chExt cx="265373" cy="351944"/>
          </a:xfrm>
        </p:grpSpPr>
        <p:sp>
          <p:nvSpPr>
            <p:cNvPr id="10350" name="Google Shape;10350;p8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4"/>
          <p:cNvGrpSpPr/>
          <p:nvPr/>
        </p:nvGrpSpPr>
        <p:grpSpPr>
          <a:xfrm>
            <a:off x="3520133" y="1786482"/>
            <a:ext cx="373983" cy="363622"/>
            <a:chOff x="3512070" y="1956222"/>
            <a:chExt cx="373983" cy="363622"/>
          </a:xfrm>
        </p:grpSpPr>
        <p:sp>
          <p:nvSpPr>
            <p:cNvPr id="10358" name="Google Shape;10358;p8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84"/>
          <p:cNvGrpSpPr/>
          <p:nvPr/>
        </p:nvGrpSpPr>
        <p:grpSpPr>
          <a:xfrm>
            <a:off x="850746" y="2225012"/>
            <a:ext cx="345640" cy="356660"/>
            <a:chOff x="842683" y="2394751"/>
            <a:chExt cx="345640" cy="356660"/>
          </a:xfrm>
        </p:grpSpPr>
        <p:sp>
          <p:nvSpPr>
            <p:cNvPr id="10376" name="Google Shape;10376;p8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84"/>
          <p:cNvGrpSpPr/>
          <p:nvPr/>
        </p:nvGrpSpPr>
        <p:grpSpPr>
          <a:xfrm>
            <a:off x="1298678" y="2229728"/>
            <a:ext cx="336836" cy="342511"/>
            <a:chOff x="1290615" y="2399467"/>
            <a:chExt cx="336836" cy="342511"/>
          </a:xfrm>
        </p:grpSpPr>
        <p:sp>
          <p:nvSpPr>
            <p:cNvPr id="10393" name="Google Shape;10393;p8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84"/>
          <p:cNvGrpSpPr/>
          <p:nvPr/>
        </p:nvGrpSpPr>
        <p:grpSpPr>
          <a:xfrm>
            <a:off x="1756372" y="2238861"/>
            <a:ext cx="308508" cy="333378"/>
            <a:chOff x="1748310" y="2408601"/>
            <a:chExt cx="308508" cy="333378"/>
          </a:xfrm>
        </p:grpSpPr>
        <p:sp>
          <p:nvSpPr>
            <p:cNvPr id="10413" name="Google Shape;10413;p8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4"/>
          <p:cNvGrpSpPr/>
          <p:nvPr/>
        </p:nvGrpSpPr>
        <p:grpSpPr>
          <a:xfrm>
            <a:off x="3052676" y="2248294"/>
            <a:ext cx="376184" cy="315141"/>
            <a:chOff x="3044614" y="2418033"/>
            <a:chExt cx="376184" cy="315141"/>
          </a:xfrm>
        </p:grpSpPr>
        <p:sp>
          <p:nvSpPr>
            <p:cNvPr id="10422" name="Google Shape;10422;p8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84"/>
          <p:cNvGrpSpPr/>
          <p:nvPr/>
        </p:nvGrpSpPr>
        <p:grpSpPr>
          <a:xfrm>
            <a:off x="3951700" y="3645333"/>
            <a:ext cx="357933" cy="342676"/>
            <a:chOff x="3943638" y="3815072"/>
            <a:chExt cx="357933" cy="342676"/>
          </a:xfrm>
        </p:grpSpPr>
        <p:sp>
          <p:nvSpPr>
            <p:cNvPr id="10432" name="Google Shape;10432;p8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84"/>
          <p:cNvGrpSpPr/>
          <p:nvPr/>
        </p:nvGrpSpPr>
        <p:grpSpPr>
          <a:xfrm>
            <a:off x="3516345" y="3640602"/>
            <a:ext cx="351644" cy="351959"/>
            <a:chOff x="3508282" y="3810341"/>
            <a:chExt cx="351644" cy="351959"/>
          </a:xfrm>
        </p:grpSpPr>
        <p:sp>
          <p:nvSpPr>
            <p:cNvPr id="10442" name="Google Shape;10442;p8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4"/>
          <p:cNvGrpSpPr/>
          <p:nvPr/>
        </p:nvGrpSpPr>
        <p:grpSpPr>
          <a:xfrm>
            <a:off x="2232648" y="1793115"/>
            <a:ext cx="303163" cy="351809"/>
            <a:chOff x="2224585" y="1962854"/>
            <a:chExt cx="303163" cy="351809"/>
          </a:xfrm>
        </p:grpSpPr>
        <p:sp>
          <p:nvSpPr>
            <p:cNvPr id="10456" name="Google Shape;10456;p8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4"/>
          <p:cNvGrpSpPr/>
          <p:nvPr/>
        </p:nvGrpSpPr>
        <p:grpSpPr>
          <a:xfrm>
            <a:off x="2630856" y="1821128"/>
            <a:ext cx="389090" cy="296231"/>
            <a:chOff x="2622794" y="1990868"/>
            <a:chExt cx="389090" cy="296231"/>
          </a:xfrm>
        </p:grpSpPr>
        <p:sp>
          <p:nvSpPr>
            <p:cNvPr id="10465" name="Google Shape;10465;p8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84"/>
          <p:cNvGrpSpPr/>
          <p:nvPr/>
        </p:nvGrpSpPr>
        <p:grpSpPr>
          <a:xfrm>
            <a:off x="3985388" y="1782409"/>
            <a:ext cx="327074" cy="375241"/>
            <a:chOff x="3977326" y="1952149"/>
            <a:chExt cx="327074" cy="375241"/>
          </a:xfrm>
        </p:grpSpPr>
        <p:sp>
          <p:nvSpPr>
            <p:cNvPr id="10475" name="Google Shape;10475;p8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84"/>
          <p:cNvGrpSpPr/>
          <p:nvPr/>
        </p:nvGrpSpPr>
        <p:grpSpPr>
          <a:xfrm>
            <a:off x="1349674" y="3170315"/>
            <a:ext cx="259399" cy="370524"/>
            <a:chOff x="1341612" y="3340055"/>
            <a:chExt cx="259399" cy="370524"/>
          </a:xfrm>
        </p:grpSpPr>
        <p:sp>
          <p:nvSpPr>
            <p:cNvPr id="10493" name="Google Shape;10493;p8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84"/>
          <p:cNvGrpSpPr/>
          <p:nvPr/>
        </p:nvGrpSpPr>
        <p:grpSpPr>
          <a:xfrm>
            <a:off x="2187955" y="3675233"/>
            <a:ext cx="351629" cy="282381"/>
            <a:chOff x="2179892" y="3844972"/>
            <a:chExt cx="351629" cy="282381"/>
          </a:xfrm>
        </p:grpSpPr>
        <p:sp>
          <p:nvSpPr>
            <p:cNvPr id="10512" name="Google Shape;10512;p8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84"/>
          <p:cNvGrpSpPr/>
          <p:nvPr/>
        </p:nvGrpSpPr>
        <p:grpSpPr>
          <a:xfrm>
            <a:off x="3139232" y="3647145"/>
            <a:ext cx="220051" cy="338169"/>
            <a:chOff x="3131170" y="3816884"/>
            <a:chExt cx="220051" cy="338169"/>
          </a:xfrm>
        </p:grpSpPr>
        <p:sp>
          <p:nvSpPr>
            <p:cNvPr id="10533" name="Google Shape;10533;p8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4"/>
          <p:cNvGrpSpPr/>
          <p:nvPr/>
        </p:nvGrpSpPr>
        <p:grpSpPr>
          <a:xfrm>
            <a:off x="911564" y="3189824"/>
            <a:ext cx="247990" cy="333393"/>
            <a:chOff x="903502" y="3359564"/>
            <a:chExt cx="247990" cy="333393"/>
          </a:xfrm>
        </p:grpSpPr>
        <p:sp>
          <p:nvSpPr>
            <p:cNvPr id="10543" name="Google Shape;10543;p8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84"/>
          <p:cNvGrpSpPr/>
          <p:nvPr/>
        </p:nvGrpSpPr>
        <p:grpSpPr>
          <a:xfrm>
            <a:off x="2624253" y="2720721"/>
            <a:ext cx="365793" cy="361152"/>
            <a:chOff x="2616191" y="2890461"/>
            <a:chExt cx="365793" cy="361152"/>
          </a:xfrm>
        </p:grpSpPr>
        <p:sp>
          <p:nvSpPr>
            <p:cNvPr id="10566" name="Google Shape;10566;p8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84"/>
          <p:cNvGrpSpPr/>
          <p:nvPr/>
        </p:nvGrpSpPr>
        <p:grpSpPr>
          <a:xfrm>
            <a:off x="3058022" y="1776121"/>
            <a:ext cx="402940" cy="388536"/>
            <a:chOff x="3049959" y="1945861"/>
            <a:chExt cx="402940" cy="388536"/>
          </a:xfrm>
        </p:grpSpPr>
        <p:sp>
          <p:nvSpPr>
            <p:cNvPr id="10578" name="Google Shape;10578;p8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84"/>
          <p:cNvGrpSpPr/>
          <p:nvPr/>
        </p:nvGrpSpPr>
        <p:grpSpPr>
          <a:xfrm>
            <a:off x="2491088" y="4098940"/>
            <a:ext cx="202428" cy="349114"/>
            <a:chOff x="2483025" y="4268679"/>
            <a:chExt cx="202428" cy="349114"/>
          </a:xfrm>
        </p:grpSpPr>
        <p:sp>
          <p:nvSpPr>
            <p:cNvPr id="10585" name="Google Shape;10585;p8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4"/>
          <p:cNvGrpSpPr/>
          <p:nvPr/>
        </p:nvGrpSpPr>
        <p:grpSpPr>
          <a:xfrm>
            <a:off x="870569" y="2716244"/>
            <a:ext cx="329590" cy="365000"/>
            <a:chOff x="862507" y="2885984"/>
            <a:chExt cx="329590" cy="365000"/>
          </a:xfrm>
        </p:grpSpPr>
        <p:sp>
          <p:nvSpPr>
            <p:cNvPr id="10592" name="Google Shape;10592;p8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84"/>
          <p:cNvGrpSpPr/>
          <p:nvPr/>
        </p:nvGrpSpPr>
        <p:grpSpPr>
          <a:xfrm>
            <a:off x="3090138" y="2702065"/>
            <a:ext cx="318884" cy="379807"/>
            <a:chOff x="3082075" y="2871805"/>
            <a:chExt cx="318884" cy="379807"/>
          </a:xfrm>
        </p:grpSpPr>
        <p:sp>
          <p:nvSpPr>
            <p:cNvPr id="10600" name="Google Shape;10600;p8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84"/>
          <p:cNvGrpSpPr/>
          <p:nvPr/>
        </p:nvGrpSpPr>
        <p:grpSpPr>
          <a:xfrm>
            <a:off x="2602843" y="1346755"/>
            <a:ext cx="410187" cy="324244"/>
            <a:chOff x="2594780" y="1516494"/>
            <a:chExt cx="410187" cy="324244"/>
          </a:xfrm>
        </p:grpSpPr>
        <p:sp>
          <p:nvSpPr>
            <p:cNvPr id="10621" name="Google Shape;10621;p8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84"/>
          <p:cNvGrpSpPr/>
          <p:nvPr/>
        </p:nvGrpSpPr>
        <p:grpSpPr>
          <a:xfrm>
            <a:off x="1751027" y="1333220"/>
            <a:ext cx="333692" cy="333363"/>
            <a:chOff x="1742965" y="1502959"/>
            <a:chExt cx="333692" cy="333363"/>
          </a:xfrm>
        </p:grpSpPr>
        <p:sp>
          <p:nvSpPr>
            <p:cNvPr id="10630" name="Google Shape;10630;p8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4"/>
          <p:cNvGrpSpPr/>
          <p:nvPr/>
        </p:nvGrpSpPr>
        <p:grpSpPr>
          <a:xfrm>
            <a:off x="3059594" y="1347069"/>
            <a:ext cx="390034" cy="296545"/>
            <a:chOff x="3051531" y="1516809"/>
            <a:chExt cx="390034" cy="296545"/>
          </a:xfrm>
        </p:grpSpPr>
        <p:sp>
          <p:nvSpPr>
            <p:cNvPr id="10635" name="Google Shape;10635;p8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84"/>
          <p:cNvGrpSpPr/>
          <p:nvPr/>
        </p:nvGrpSpPr>
        <p:grpSpPr>
          <a:xfrm>
            <a:off x="3522963" y="1319280"/>
            <a:ext cx="354145" cy="351869"/>
            <a:chOff x="3514900" y="1489020"/>
            <a:chExt cx="354145" cy="351869"/>
          </a:xfrm>
        </p:grpSpPr>
        <p:sp>
          <p:nvSpPr>
            <p:cNvPr id="10651" name="Google Shape;10651;p8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4"/>
          <p:cNvGrpSpPr/>
          <p:nvPr/>
        </p:nvGrpSpPr>
        <p:grpSpPr>
          <a:xfrm>
            <a:off x="3074387" y="3180706"/>
            <a:ext cx="346598" cy="333183"/>
            <a:chOff x="3066324" y="3350446"/>
            <a:chExt cx="346598" cy="333183"/>
          </a:xfrm>
        </p:grpSpPr>
        <p:sp>
          <p:nvSpPr>
            <p:cNvPr id="10674" name="Google Shape;10674;p8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4"/>
          <p:cNvGrpSpPr/>
          <p:nvPr/>
        </p:nvGrpSpPr>
        <p:grpSpPr>
          <a:xfrm>
            <a:off x="1290817" y="1782350"/>
            <a:ext cx="363278" cy="363338"/>
            <a:chOff x="1282755" y="1952089"/>
            <a:chExt cx="363278" cy="363338"/>
          </a:xfrm>
        </p:grpSpPr>
        <p:sp>
          <p:nvSpPr>
            <p:cNvPr id="10685" name="Google Shape;10685;p8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4"/>
          <p:cNvGrpSpPr/>
          <p:nvPr/>
        </p:nvGrpSpPr>
        <p:grpSpPr>
          <a:xfrm>
            <a:off x="3518156" y="2739542"/>
            <a:ext cx="355133" cy="343574"/>
            <a:chOff x="3510094" y="2909281"/>
            <a:chExt cx="355133" cy="343574"/>
          </a:xfrm>
        </p:grpSpPr>
        <p:sp>
          <p:nvSpPr>
            <p:cNvPr id="10693" name="Google Shape;10693;p8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84"/>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84"/>
          <p:cNvGrpSpPr/>
          <p:nvPr/>
        </p:nvGrpSpPr>
        <p:grpSpPr>
          <a:xfrm>
            <a:off x="2171904" y="1337232"/>
            <a:ext cx="382787" cy="331566"/>
            <a:chOff x="2163842" y="1506972"/>
            <a:chExt cx="382787" cy="331566"/>
          </a:xfrm>
        </p:grpSpPr>
        <p:sp>
          <p:nvSpPr>
            <p:cNvPr id="10708" name="Google Shape;10708;p8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4"/>
          <p:cNvGrpSpPr/>
          <p:nvPr/>
        </p:nvGrpSpPr>
        <p:grpSpPr>
          <a:xfrm>
            <a:off x="1746940" y="3179913"/>
            <a:ext cx="357918" cy="350536"/>
            <a:chOff x="1738877" y="3349652"/>
            <a:chExt cx="357918" cy="350536"/>
          </a:xfrm>
        </p:grpSpPr>
        <p:sp>
          <p:nvSpPr>
            <p:cNvPr id="10717" name="Google Shape;10717;p8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84"/>
          <p:cNvGrpSpPr/>
          <p:nvPr/>
        </p:nvGrpSpPr>
        <p:grpSpPr>
          <a:xfrm>
            <a:off x="1979882" y="4107115"/>
            <a:ext cx="383281" cy="333947"/>
            <a:chOff x="1971819" y="4276854"/>
            <a:chExt cx="383281" cy="333947"/>
          </a:xfrm>
        </p:grpSpPr>
        <p:sp>
          <p:nvSpPr>
            <p:cNvPr id="10736" name="Google Shape;10736;p8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84"/>
          <p:cNvGrpSpPr/>
          <p:nvPr/>
        </p:nvGrpSpPr>
        <p:grpSpPr>
          <a:xfrm>
            <a:off x="1833181" y="2716080"/>
            <a:ext cx="175987" cy="361391"/>
            <a:chOff x="1825119" y="2885819"/>
            <a:chExt cx="175987" cy="361391"/>
          </a:xfrm>
        </p:grpSpPr>
        <p:sp>
          <p:nvSpPr>
            <p:cNvPr id="10747" name="Google Shape;10747;p8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4"/>
          <p:cNvGrpSpPr/>
          <p:nvPr/>
        </p:nvGrpSpPr>
        <p:grpSpPr>
          <a:xfrm>
            <a:off x="3512886" y="3236104"/>
            <a:ext cx="369896" cy="226339"/>
            <a:chOff x="3504824" y="3405844"/>
            <a:chExt cx="369896" cy="226339"/>
          </a:xfrm>
        </p:grpSpPr>
        <p:sp>
          <p:nvSpPr>
            <p:cNvPr id="10758" name="Google Shape;10758;p8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84"/>
          <p:cNvGrpSpPr/>
          <p:nvPr/>
        </p:nvGrpSpPr>
        <p:grpSpPr>
          <a:xfrm>
            <a:off x="1303724" y="3649855"/>
            <a:ext cx="345640" cy="342900"/>
            <a:chOff x="1295661" y="3819594"/>
            <a:chExt cx="345640" cy="342900"/>
          </a:xfrm>
        </p:grpSpPr>
        <p:sp>
          <p:nvSpPr>
            <p:cNvPr id="10775" name="Google Shape;10775;p8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4"/>
          <p:cNvGrpSpPr/>
          <p:nvPr/>
        </p:nvGrpSpPr>
        <p:grpSpPr>
          <a:xfrm>
            <a:off x="3494635" y="2263730"/>
            <a:ext cx="379328" cy="281738"/>
            <a:chOff x="3486572" y="2433470"/>
            <a:chExt cx="379328" cy="281738"/>
          </a:xfrm>
        </p:grpSpPr>
        <p:sp>
          <p:nvSpPr>
            <p:cNvPr id="10793" name="Google Shape;10793;p8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0" name="Google Shape;10800;p84"/>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1" name="Google Shape;10801;p84"/>
          <p:cNvGrpSpPr/>
          <p:nvPr/>
        </p:nvGrpSpPr>
        <p:grpSpPr>
          <a:xfrm>
            <a:off x="4005212" y="3159894"/>
            <a:ext cx="270733" cy="355762"/>
            <a:chOff x="3997149" y="3329634"/>
            <a:chExt cx="270733" cy="355762"/>
          </a:xfrm>
        </p:grpSpPr>
        <p:sp>
          <p:nvSpPr>
            <p:cNvPr id="10802" name="Google Shape;10802;p8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84"/>
          <p:cNvGrpSpPr/>
          <p:nvPr/>
        </p:nvGrpSpPr>
        <p:grpSpPr>
          <a:xfrm>
            <a:off x="3962406" y="2729615"/>
            <a:ext cx="345655" cy="343529"/>
            <a:chOff x="3954343" y="2899354"/>
            <a:chExt cx="345655" cy="343529"/>
          </a:xfrm>
        </p:grpSpPr>
        <p:sp>
          <p:nvSpPr>
            <p:cNvPr id="10824" name="Google Shape;10824;p8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4"/>
          <p:cNvGrpSpPr/>
          <p:nvPr/>
        </p:nvGrpSpPr>
        <p:grpSpPr>
          <a:xfrm>
            <a:off x="2174105" y="3181605"/>
            <a:ext cx="369566" cy="349803"/>
            <a:chOff x="2166043" y="3351344"/>
            <a:chExt cx="369566" cy="349803"/>
          </a:xfrm>
        </p:grpSpPr>
        <p:sp>
          <p:nvSpPr>
            <p:cNvPr id="10837" name="Google Shape;10837;p8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4"/>
          <p:cNvGrpSpPr/>
          <p:nvPr/>
        </p:nvGrpSpPr>
        <p:grpSpPr>
          <a:xfrm>
            <a:off x="2627712" y="3182593"/>
            <a:ext cx="365793" cy="329275"/>
            <a:chOff x="2619649" y="3352332"/>
            <a:chExt cx="365793" cy="329275"/>
          </a:xfrm>
        </p:grpSpPr>
        <p:sp>
          <p:nvSpPr>
            <p:cNvPr id="10847" name="Google Shape;10847;p8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84"/>
          <p:cNvGrpSpPr/>
          <p:nvPr/>
        </p:nvGrpSpPr>
        <p:grpSpPr>
          <a:xfrm>
            <a:off x="1304197" y="1345501"/>
            <a:ext cx="340624" cy="351944"/>
            <a:chOff x="1293760" y="1498228"/>
            <a:chExt cx="340624" cy="351944"/>
          </a:xfrm>
        </p:grpSpPr>
        <p:sp>
          <p:nvSpPr>
            <p:cNvPr id="10858" name="Google Shape;10858;p8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84"/>
          <p:cNvGrpSpPr/>
          <p:nvPr/>
        </p:nvGrpSpPr>
        <p:grpSpPr>
          <a:xfrm>
            <a:off x="857663" y="1782335"/>
            <a:ext cx="406713" cy="383745"/>
            <a:chOff x="849601" y="1952074"/>
            <a:chExt cx="406713" cy="383745"/>
          </a:xfrm>
        </p:grpSpPr>
        <p:sp>
          <p:nvSpPr>
            <p:cNvPr id="10873" name="Google Shape;10873;p8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4"/>
          <p:cNvGrpSpPr/>
          <p:nvPr/>
        </p:nvGrpSpPr>
        <p:grpSpPr>
          <a:xfrm>
            <a:off x="2261934" y="2723626"/>
            <a:ext cx="203985" cy="355417"/>
            <a:chOff x="2253871" y="2893365"/>
            <a:chExt cx="203985" cy="355417"/>
          </a:xfrm>
        </p:grpSpPr>
        <p:sp>
          <p:nvSpPr>
            <p:cNvPr id="10881" name="Google Shape;10881;p8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84"/>
          <p:cNvGrpSpPr/>
          <p:nvPr/>
        </p:nvGrpSpPr>
        <p:grpSpPr>
          <a:xfrm>
            <a:off x="2199603" y="2238861"/>
            <a:ext cx="308823" cy="342571"/>
            <a:chOff x="2191541" y="2408601"/>
            <a:chExt cx="308823" cy="342571"/>
          </a:xfrm>
        </p:grpSpPr>
        <p:sp>
          <p:nvSpPr>
            <p:cNvPr id="10893" name="Google Shape;10893;p8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84"/>
          <p:cNvGrpSpPr/>
          <p:nvPr/>
        </p:nvGrpSpPr>
        <p:grpSpPr>
          <a:xfrm>
            <a:off x="855462" y="1333848"/>
            <a:ext cx="342496" cy="341553"/>
            <a:chOff x="847400" y="1503588"/>
            <a:chExt cx="342496" cy="341553"/>
          </a:xfrm>
        </p:grpSpPr>
        <p:sp>
          <p:nvSpPr>
            <p:cNvPr id="10907" name="Google Shape;10907;p8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84"/>
          <p:cNvGrpSpPr/>
          <p:nvPr/>
        </p:nvGrpSpPr>
        <p:grpSpPr>
          <a:xfrm>
            <a:off x="1338026" y="2729929"/>
            <a:ext cx="280495" cy="361077"/>
            <a:chOff x="1329963" y="2899669"/>
            <a:chExt cx="280495" cy="361077"/>
          </a:xfrm>
        </p:grpSpPr>
        <p:sp>
          <p:nvSpPr>
            <p:cNvPr id="10928" name="Google Shape;10928;p8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84"/>
          <p:cNvGrpSpPr/>
          <p:nvPr/>
        </p:nvGrpSpPr>
        <p:grpSpPr>
          <a:xfrm>
            <a:off x="945492" y="3631169"/>
            <a:ext cx="195496" cy="343439"/>
            <a:chOff x="937429" y="3800908"/>
            <a:chExt cx="195496" cy="343439"/>
          </a:xfrm>
        </p:grpSpPr>
        <p:sp>
          <p:nvSpPr>
            <p:cNvPr id="10936" name="Google Shape;10936;p8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4"/>
          <p:cNvGrpSpPr/>
          <p:nvPr/>
        </p:nvGrpSpPr>
        <p:grpSpPr>
          <a:xfrm>
            <a:off x="2695722" y="3640916"/>
            <a:ext cx="365164" cy="342511"/>
            <a:chOff x="2611459" y="3810655"/>
            <a:chExt cx="365164" cy="342511"/>
          </a:xfrm>
        </p:grpSpPr>
        <p:sp>
          <p:nvSpPr>
            <p:cNvPr id="10950" name="Google Shape;10950;p8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4"/>
          <p:cNvGrpSpPr/>
          <p:nvPr/>
        </p:nvGrpSpPr>
        <p:grpSpPr>
          <a:xfrm>
            <a:off x="3960519" y="1354540"/>
            <a:ext cx="370195" cy="300154"/>
            <a:chOff x="3952456" y="1524280"/>
            <a:chExt cx="370195" cy="300154"/>
          </a:xfrm>
        </p:grpSpPr>
        <p:sp>
          <p:nvSpPr>
            <p:cNvPr id="10962" name="Google Shape;10962;p8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8" name="Google Shape;10968;p84"/>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0969" name="Google Shape;10969;p84"/>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73" name="Shape 10973"/>
        <p:cNvGrpSpPr/>
        <p:nvPr/>
      </p:nvGrpSpPr>
      <p:grpSpPr>
        <a:xfrm>
          <a:off x="0" y="0"/>
          <a:ext cx="0" cy="0"/>
          <a:chOff x="0" y="0"/>
          <a:chExt cx="0" cy="0"/>
        </a:xfrm>
      </p:grpSpPr>
      <p:grpSp>
        <p:nvGrpSpPr>
          <p:cNvPr id="10974" name="Google Shape;10974;p85"/>
          <p:cNvGrpSpPr/>
          <p:nvPr/>
        </p:nvGrpSpPr>
        <p:grpSpPr>
          <a:xfrm>
            <a:off x="894207" y="1345785"/>
            <a:ext cx="257112" cy="362808"/>
            <a:chOff x="908482" y="1502585"/>
            <a:chExt cx="257112" cy="362808"/>
          </a:xfrm>
        </p:grpSpPr>
        <p:sp>
          <p:nvSpPr>
            <p:cNvPr id="10975" name="Google Shape;10975;p8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85"/>
          <p:cNvGrpSpPr/>
          <p:nvPr/>
        </p:nvGrpSpPr>
        <p:grpSpPr>
          <a:xfrm>
            <a:off x="1289262" y="1345916"/>
            <a:ext cx="362939" cy="362677"/>
            <a:chOff x="1303537" y="1502716"/>
            <a:chExt cx="362939" cy="362677"/>
          </a:xfrm>
        </p:grpSpPr>
        <p:sp>
          <p:nvSpPr>
            <p:cNvPr id="10996" name="Google Shape;10996;p8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85"/>
          <p:cNvGrpSpPr/>
          <p:nvPr/>
        </p:nvGrpSpPr>
        <p:grpSpPr>
          <a:xfrm>
            <a:off x="1737626" y="1345916"/>
            <a:ext cx="362677" cy="362677"/>
            <a:chOff x="1751901" y="1502716"/>
            <a:chExt cx="362677" cy="362677"/>
          </a:xfrm>
        </p:grpSpPr>
        <p:sp>
          <p:nvSpPr>
            <p:cNvPr id="11008" name="Google Shape;11008;p8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85"/>
          <p:cNvGrpSpPr/>
          <p:nvPr/>
        </p:nvGrpSpPr>
        <p:grpSpPr>
          <a:xfrm>
            <a:off x="3080903" y="1345916"/>
            <a:ext cx="334290" cy="362677"/>
            <a:chOff x="3095178" y="1502716"/>
            <a:chExt cx="334290" cy="362677"/>
          </a:xfrm>
        </p:grpSpPr>
        <p:sp>
          <p:nvSpPr>
            <p:cNvPr id="11028" name="Google Shape;11028;p8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85"/>
          <p:cNvGrpSpPr/>
          <p:nvPr/>
        </p:nvGrpSpPr>
        <p:grpSpPr>
          <a:xfrm>
            <a:off x="3528006" y="1348805"/>
            <a:ext cx="366196" cy="357005"/>
            <a:chOff x="3542281" y="1505605"/>
            <a:chExt cx="366196" cy="357005"/>
          </a:xfrm>
        </p:grpSpPr>
        <p:sp>
          <p:nvSpPr>
            <p:cNvPr id="11046" name="Google Shape;11046;p8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85"/>
          <p:cNvGrpSpPr/>
          <p:nvPr/>
        </p:nvGrpSpPr>
        <p:grpSpPr>
          <a:xfrm>
            <a:off x="1734107" y="3227997"/>
            <a:ext cx="364673" cy="340067"/>
            <a:chOff x="1748382" y="3384797"/>
            <a:chExt cx="364673" cy="340067"/>
          </a:xfrm>
        </p:grpSpPr>
        <p:sp>
          <p:nvSpPr>
            <p:cNvPr id="11072" name="Google Shape;11072;p8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5"/>
          <p:cNvGrpSpPr/>
          <p:nvPr/>
        </p:nvGrpSpPr>
        <p:grpSpPr>
          <a:xfrm>
            <a:off x="2168368" y="3229520"/>
            <a:ext cx="382030" cy="320451"/>
            <a:chOff x="2182643" y="3386320"/>
            <a:chExt cx="382030" cy="320451"/>
          </a:xfrm>
        </p:grpSpPr>
        <p:sp>
          <p:nvSpPr>
            <p:cNvPr id="11088" name="Google Shape;11088;p8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85"/>
          <p:cNvGrpSpPr/>
          <p:nvPr/>
        </p:nvGrpSpPr>
        <p:grpSpPr>
          <a:xfrm>
            <a:off x="3070111" y="3232540"/>
            <a:ext cx="353880" cy="330745"/>
            <a:chOff x="3084386" y="3389340"/>
            <a:chExt cx="353880" cy="330745"/>
          </a:xfrm>
        </p:grpSpPr>
        <p:sp>
          <p:nvSpPr>
            <p:cNvPr id="11104" name="Google Shape;11104;p8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85"/>
          <p:cNvGrpSpPr/>
          <p:nvPr/>
        </p:nvGrpSpPr>
        <p:grpSpPr>
          <a:xfrm>
            <a:off x="849224" y="1814106"/>
            <a:ext cx="347078" cy="364016"/>
            <a:chOff x="863499" y="1970906"/>
            <a:chExt cx="347078" cy="364016"/>
          </a:xfrm>
        </p:grpSpPr>
        <p:sp>
          <p:nvSpPr>
            <p:cNvPr id="11117" name="Google Shape;11117;p8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5"/>
          <p:cNvGrpSpPr/>
          <p:nvPr/>
        </p:nvGrpSpPr>
        <p:grpSpPr>
          <a:xfrm>
            <a:off x="1735604" y="1814106"/>
            <a:ext cx="364436" cy="364174"/>
            <a:chOff x="1749879" y="1970906"/>
            <a:chExt cx="364436" cy="364174"/>
          </a:xfrm>
        </p:grpSpPr>
        <p:sp>
          <p:nvSpPr>
            <p:cNvPr id="11132" name="Google Shape;11132;p8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85"/>
          <p:cNvGrpSpPr/>
          <p:nvPr/>
        </p:nvGrpSpPr>
        <p:grpSpPr>
          <a:xfrm>
            <a:off x="2172150" y="1819358"/>
            <a:ext cx="396106" cy="353985"/>
            <a:chOff x="2186425" y="1976158"/>
            <a:chExt cx="396106" cy="353985"/>
          </a:xfrm>
        </p:grpSpPr>
        <p:sp>
          <p:nvSpPr>
            <p:cNvPr id="11147" name="Google Shape;11147;p8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85"/>
          <p:cNvGrpSpPr/>
          <p:nvPr/>
        </p:nvGrpSpPr>
        <p:grpSpPr>
          <a:xfrm>
            <a:off x="2644882" y="1860612"/>
            <a:ext cx="319190" cy="271240"/>
            <a:chOff x="2659157" y="2017412"/>
            <a:chExt cx="319190" cy="271240"/>
          </a:xfrm>
        </p:grpSpPr>
        <p:sp>
          <p:nvSpPr>
            <p:cNvPr id="11155" name="Google Shape;11155;p8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85"/>
          <p:cNvGrpSpPr/>
          <p:nvPr/>
        </p:nvGrpSpPr>
        <p:grpSpPr>
          <a:xfrm>
            <a:off x="3097500" y="1836716"/>
            <a:ext cx="318928" cy="319217"/>
            <a:chOff x="3111775" y="1993516"/>
            <a:chExt cx="318928" cy="319217"/>
          </a:xfrm>
        </p:grpSpPr>
        <p:sp>
          <p:nvSpPr>
            <p:cNvPr id="11182" name="Google Shape;11182;p8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5"/>
          <p:cNvGrpSpPr/>
          <p:nvPr/>
        </p:nvGrpSpPr>
        <p:grpSpPr>
          <a:xfrm>
            <a:off x="4009510" y="1813607"/>
            <a:ext cx="288807" cy="355377"/>
            <a:chOff x="4023785" y="1970407"/>
            <a:chExt cx="288807" cy="355377"/>
          </a:xfrm>
        </p:grpSpPr>
        <p:sp>
          <p:nvSpPr>
            <p:cNvPr id="11213" name="Google Shape;11213;p8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5"/>
          <p:cNvGrpSpPr/>
          <p:nvPr/>
        </p:nvGrpSpPr>
        <p:grpSpPr>
          <a:xfrm>
            <a:off x="3530265" y="3224163"/>
            <a:ext cx="320188" cy="319269"/>
            <a:chOff x="3544540" y="3380963"/>
            <a:chExt cx="320188" cy="319269"/>
          </a:xfrm>
        </p:grpSpPr>
        <p:sp>
          <p:nvSpPr>
            <p:cNvPr id="11234" name="Google Shape;11234;p8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85"/>
          <p:cNvGrpSpPr/>
          <p:nvPr/>
        </p:nvGrpSpPr>
        <p:grpSpPr>
          <a:xfrm>
            <a:off x="3930362" y="3198034"/>
            <a:ext cx="415696" cy="371605"/>
            <a:chOff x="3944637" y="3354834"/>
            <a:chExt cx="415696" cy="371605"/>
          </a:xfrm>
        </p:grpSpPr>
        <p:sp>
          <p:nvSpPr>
            <p:cNvPr id="11251" name="Google Shape;11251;p8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5"/>
          <p:cNvGrpSpPr/>
          <p:nvPr/>
        </p:nvGrpSpPr>
        <p:grpSpPr>
          <a:xfrm>
            <a:off x="1300344" y="3664727"/>
            <a:ext cx="346317" cy="332136"/>
            <a:chOff x="1314619" y="3821527"/>
            <a:chExt cx="346317" cy="332136"/>
          </a:xfrm>
        </p:grpSpPr>
        <p:sp>
          <p:nvSpPr>
            <p:cNvPr id="11269" name="Google Shape;11269;p8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5"/>
          <p:cNvGrpSpPr/>
          <p:nvPr/>
        </p:nvGrpSpPr>
        <p:grpSpPr>
          <a:xfrm>
            <a:off x="1736864" y="3634134"/>
            <a:ext cx="386258" cy="380507"/>
            <a:chOff x="1751139" y="3790934"/>
            <a:chExt cx="386258" cy="380507"/>
          </a:xfrm>
        </p:grpSpPr>
        <p:sp>
          <p:nvSpPr>
            <p:cNvPr id="11278" name="Google Shape;11278;p8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85"/>
          <p:cNvGrpSpPr/>
          <p:nvPr/>
        </p:nvGrpSpPr>
        <p:grpSpPr>
          <a:xfrm>
            <a:off x="2175406" y="3664806"/>
            <a:ext cx="395607" cy="318928"/>
            <a:chOff x="2189681" y="3821606"/>
            <a:chExt cx="395607" cy="318928"/>
          </a:xfrm>
        </p:grpSpPr>
        <p:sp>
          <p:nvSpPr>
            <p:cNvPr id="11297" name="Google Shape;11297;p8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7" name="Google Shape;11327;p85"/>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8" name="Google Shape;11328;p85"/>
          <p:cNvGrpSpPr/>
          <p:nvPr/>
        </p:nvGrpSpPr>
        <p:grpSpPr>
          <a:xfrm>
            <a:off x="1263134" y="1804547"/>
            <a:ext cx="420475" cy="383055"/>
            <a:chOff x="1277409" y="1961347"/>
            <a:chExt cx="420475" cy="383055"/>
          </a:xfrm>
        </p:grpSpPr>
        <p:sp>
          <p:nvSpPr>
            <p:cNvPr id="11329" name="Google Shape;11329;p8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85"/>
          <p:cNvGrpSpPr/>
          <p:nvPr/>
        </p:nvGrpSpPr>
        <p:grpSpPr>
          <a:xfrm>
            <a:off x="2200800" y="2276019"/>
            <a:ext cx="380008" cy="351648"/>
            <a:chOff x="2215075" y="2432819"/>
            <a:chExt cx="380008" cy="351648"/>
          </a:xfrm>
        </p:grpSpPr>
        <p:sp>
          <p:nvSpPr>
            <p:cNvPr id="11357" name="Google Shape;11357;p8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85"/>
          <p:cNvGrpSpPr/>
          <p:nvPr/>
        </p:nvGrpSpPr>
        <p:grpSpPr>
          <a:xfrm>
            <a:off x="2647141" y="2265542"/>
            <a:ext cx="344059" cy="340671"/>
            <a:chOff x="2661416" y="2422342"/>
            <a:chExt cx="344059" cy="340671"/>
          </a:xfrm>
        </p:grpSpPr>
        <p:sp>
          <p:nvSpPr>
            <p:cNvPr id="11389" name="Google Shape;11389;p8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85"/>
          <p:cNvGrpSpPr/>
          <p:nvPr/>
        </p:nvGrpSpPr>
        <p:grpSpPr>
          <a:xfrm>
            <a:off x="4052235" y="2265542"/>
            <a:ext cx="206876" cy="348470"/>
            <a:chOff x="4066510" y="2422342"/>
            <a:chExt cx="206876" cy="348470"/>
          </a:xfrm>
        </p:grpSpPr>
        <p:sp>
          <p:nvSpPr>
            <p:cNvPr id="11403" name="Google Shape;11403;p8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5" name="Google Shape;11415;p85"/>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6" name="Google Shape;11416;p85"/>
          <p:cNvGrpSpPr/>
          <p:nvPr/>
        </p:nvGrpSpPr>
        <p:grpSpPr>
          <a:xfrm>
            <a:off x="2603418" y="3660525"/>
            <a:ext cx="420475" cy="326491"/>
            <a:chOff x="2617693" y="3817325"/>
            <a:chExt cx="420475" cy="326491"/>
          </a:xfrm>
        </p:grpSpPr>
        <p:sp>
          <p:nvSpPr>
            <p:cNvPr id="11417" name="Google Shape;11417;p8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85"/>
          <p:cNvGrpSpPr/>
          <p:nvPr/>
        </p:nvGrpSpPr>
        <p:grpSpPr>
          <a:xfrm>
            <a:off x="3531026" y="2266723"/>
            <a:ext cx="358134" cy="356637"/>
            <a:chOff x="3545301" y="2423523"/>
            <a:chExt cx="358134" cy="356637"/>
          </a:xfrm>
        </p:grpSpPr>
        <p:sp>
          <p:nvSpPr>
            <p:cNvPr id="11435" name="Google Shape;11435;p8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85"/>
          <p:cNvGrpSpPr/>
          <p:nvPr/>
        </p:nvGrpSpPr>
        <p:grpSpPr>
          <a:xfrm>
            <a:off x="3517187" y="3667799"/>
            <a:ext cx="377251" cy="324232"/>
            <a:chOff x="3531462" y="3824599"/>
            <a:chExt cx="377251" cy="324232"/>
          </a:xfrm>
        </p:grpSpPr>
        <p:sp>
          <p:nvSpPr>
            <p:cNvPr id="11445" name="Google Shape;11445;p8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85"/>
          <p:cNvGrpSpPr/>
          <p:nvPr/>
        </p:nvGrpSpPr>
        <p:grpSpPr>
          <a:xfrm>
            <a:off x="4016311" y="3648446"/>
            <a:ext cx="286523" cy="340566"/>
            <a:chOff x="4030586" y="3805246"/>
            <a:chExt cx="286523" cy="340566"/>
          </a:xfrm>
        </p:grpSpPr>
        <p:sp>
          <p:nvSpPr>
            <p:cNvPr id="11457" name="Google Shape;11457;p8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85"/>
          <p:cNvGrpSpPr/>
          <p:nvPr/>
        </p:nvGrpSpPr>
        <p:grpSpPr>
          <a:xfrm>
            <a:off x="2166609" y="2731919"/>
            <a:ext cx="376752" cy="374468"/>
            <a:chOff x="2180884" y="2888719"/>
            <a:chExt cx="376752" cy="374468"/>
          </a:xfrm>
        </p:grpSpPr>
        <p:sp>
          <p:nvSpPr>
            <p:cNvPr id="11471" name="Google Shape;11471;p8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85"/>
          <p:cNvGrpSpPr/>
          <p:nvPr/>
        </p:nvGrpSpPr>
        <p:grpSpPr>
          <a:xfrm>
            <a:off x="3940157" y="2786199"/>
            <a:ext cx="378249" cy="265909"/>
            <a:chOff x="3954432" y="2942999"/>
            <a:chExt cx="378249" cy="265909"/>
          </a:xfrm>
        </p:grpSpPr>
        <p:sp>
          <p:nvSpPr>
            <p:cNvPr id="11486" name="Google Shape;11486;p8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85"/>
          <p:cNvGrpSpPr/>
          <p:nvPr/>
        </p:nvGrpSpPr>
        <p:grpSpPr>
          <a:xfrm>
            <a:off x="1737862" y="4109808"/>
            <a:ext cx="378512" cy="374756"/>
            <a:chOff x="1752137" y="4266608"/>
            <a:chExt cx="378512" cy="374756"/>
          </a:xfrm>
        </p:grpSpPr>
        <p:sp>
          <p:nvSpPr>
            <p:cNvPr id="11496" name="Google Shape;11496;p8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5"/>
          <p:cNvGrpSpPr/>
          <p:nvPr/>
        </p:nvGrpSpPr>
        <p:grpSpPr>
          <a:xfrm>
            <a:off x="3103513" y="3655746"/>
            <a:ext cx="341065" cy="341065"/>
            <a:chOff x="3117788" y="3812546"/>
            <a:chExt cx="341065" cy="341065"/>
          </a:xfrm>
        </p:grpSpPr>
        <p:sp>
          <p:nvSpPr>
            <p:cNvPr id="11518" name="Google Shape;11518;p8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5"/>
          <p:cNvGrpSpPr/>
          <p:nvPr/>
        </p:nvGrpSpPr>
        <p:grpSpPr>
          <a:xfrm>
            <a:off x="3980125" y="4143132"/>
            <a:ext cx="338281" cy="322657"/>
            <a:chOff x="3994400" y="4299932"/>
            <a:chExt cx="338281" cy="322657"/>
          </a:xfrm>
        </p:grpSpPr>
        <p:sp>
          <p:nvSpPr>
            <p:cNvPr id="11525" name="Google Shape;11525;p8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3" name="Google Shape;11533;p85"/>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5"/>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85"/>
          <p:cNvGrpSpPr/>
          <p:nvPr/>
        </p:nvGrpSpPr>
        <p:grpSpPr>
          <a:xfrm>
            <a:off x="3559151" y="1808828"/>
            <a:ext cx="302358" cy="374993"/>
            <a:chOff x="3573426" y="1965628"/>
            <a:chExt cx="302358" cy="374993"/>
          </a:xfrm>
        </p:grpSpPr>
        <p:sp>
          <p:nvSpPr>
            <p:cNvPr id="11536" name="Google Shape;11536;p8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85"/>
          <p:cNvGrpSpPr/>
          <p:nvPr/>
        </p:nvGrpSpPr>
        <p:grpSpPr>
          <a:xfrm>
            <a:off x="3499357" y="2751772"/>
            <a:ext cx="355876" cy="331007"/>
            <a:chOff x="3513632" y="2908572"/>
            <a:chExt cx="355876" cy="331007"/>
          </a:xfrm>
        </p:grpSpPr>
        <p:sp>
          <p:nvSpPr>
            <p:cNvPr id="11584" name="Google Shape;11584;p8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85"/>
          <p:cNvGrpSpPr/>
          <p:nvPr/>
        </p:nvGrpSpPr>
        <p:grpSpPr>
          <a:xfrm>
            <a:off x="2679808" y="2731630"/>
            <a:ext cx="235762" cy="374756"/>
            <a:chOff x="2694083" y="2888430"/>
            <a:chExt cx="235762" cy="374756"/>
          </a:xfrm>
        </p:grpSpPr>
        <p:sp>
          <p:nvSpPr>
            <p:cNvPr id="11601" name="Google Shape;11601;p8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85"/>
          <p:cNvGrpSpPr/>
          <p:nvPr/>
        </p:nvGrpSpPr>
        <p:grpSpPr>
          <a:xfrm>
            <a:off x="857259" y="4143788"/>
            <a:ext cx="357661" cy="311155"/>
            <a:chOff x="871534" y="4300588"/>
            <a:chExt cx="357661" cy="311155"/>
          </a:xfrm>
        </p:grpSpPr>
        <p:sp>
          <p:nvSpPr>
            <p:cNvPr id="11611" name="Google Shape;11611;p8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85"/>
          <p:cNvGrpSpPr/>
          <p:nvPr/>
        </p:nvGrpSpPr>
        <p:grpSpPr>
          <a:xfrm>
            <a:off x="901744" y="3664806"/>
            <a:ext cx="250100" cy="336785"/>
            <a:chOff x="916019" y="3821606"/>
            <a:chExt cx="250100" cy="336785"/>
          </a:xfrm>
        </p:grpSpPr>
        <p:sp>
          <p:nvSpPr>
            <p:cNvPr id="11633" name="Google Shape;11633;p8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5"/>
          <p:cNvGrpSpPr/>
          <p:nvPr/>
        </p:nvGrpSpPr>
        <p:grpSpPr>
          <a:xfrm>
            <a:off x="835411" y="2752770"/>
            <a:ext cx="374730" cy="332504"/>
            <a:chOff x="849686" y="2909570"/>
            <a:chExt cx="374730" cy="332504"/>
          </a:xfrm>
        </p:grpSpPr>
        <p:sp>
          <p:nvSpPr>
            <p:cNvPr id="11647" name="Google Shape;11647;p8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5"/>
          <p:cNvGrpSpPr/>
          <p:nvPr/>
        </p:nvGrpSpPr>
        <p:grpSpPr>
          <a:xfrm>
            <a:off x="1721292" y="2263441"/>
            <a:ext cx="417718" cy="372866"/>
            <a:chOff x="1735567" y="2420241"/>
            <a:chExt cx="417718" cy="372866"/>
          </a:xfrm>
        </p:grpSpPr>
        <p:sp>
          <p:nvSpPr>
            <p:cNvPr id="11659" name="Google Shape;11659;p8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5"/>
          <p:cNvGrpSpPr/>
          <p:nvPr/>
        </p:nvGrpSpPr>
        <p:grpSpPr>
          <a:xfrm>
            <a:off x="3585043" y="4142790"/>
            <a:ext cx="251098" cy="309028"/>
            <a:chOff x="3599318" y="4299590"/>
            <a:chExt cx="251098" cy="309028"/>
          </a:xfrm>
        </p:grpSpPr>
        <p:sp>
          <p:nvSpPr>
            <p:cNvPr id="11672" name="Google Shape;11672;p8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85"/>
          <p:cNvGrpSpPr/>
          <p:nvPr/>
        </p:nvGrpSpPr>
        <p:grpSpPr>
          <a:xfrm>
            <a:off x="3091723" y="2276440"/>
            <a:ext cx="345818" cy="345056"/>
            <a:chOff x="3105998" y="2433240"/>
            <a:chExt cx="345818" cy="345056"/>
          </a:xfrm>
        </p:grpSpPr>
        <p:sp>
          <p:nvSpPr>
            <p:cNvPr id="11679" name="Google Shape;11679;p8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85"/>
          <p:cNvGrpSpPr/>
          <p:nvPr/>
        </p:nvGrpSpPr>
        <p:grpSpPr>
          <a:xfrm>
            <a:off x="1723051" y="2743973"/>
            <a:ext cx="374730" cy="350361"/>
            <a:chOff x="1737326" y="2900773"/>
            <a:chExt cx="374730" cy="350361"/>
          </a:xfrm>
        </p:grpSpPr>
        <p:sp>
          <p:nvSpPr>
            <p:cNvPr id="11691" name="Google Shape;11691;p8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85"/>
          <p:cNvGrpSpPr/>
          <p:nvPr/>
        </p:nvGrpSpPr>
        <p:grpSpPr>
          <a:xfrm>
            <a:off x="3986401" y="1422596"/>
            <a:ext cx="327226" cy="211603"/>
            <a:chOff x="4000676" y="1579396"/>
            <a:chExt cx="327226" cy="211603"/>
          </a:xfrm>
        </p:grpSpPr>
        <p:sp>
          <p:nvSpPr>
            <p:cNvPr id="11709" name="Google Shape;11709;p8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85"/>
          <p:cNvGrpSpPr/>
          <p:nvPr/>
        </p:nvGrpSpPr>
        <p:grpSpPr>
          <a:xfrm>
            <a:off x="2621248" y="1358784"/>
            <a:ext cx="371054" cy="336469"/>
            <a:chOff x="2635523" y="1515584"/>
            <a:chExt cx="371054" cy="336469"/>
          </a:xfrm>
        </p:grpSpPr>
        <p:sp>
          <p:nvSpPr>
            <p:cNvPr id="11726" name="Google Shape;11726;p8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85"/>
          <p:cNvGrpSpPr/>
          <p:nvPr/>
        </p:nvGrpSpPr>
        <p:grpSpPr>
          <a:xfrm>
            <a:off x="2217632" y="1363931"/>
            <a:ext cx="311627" cy="326569"/>
            <a:chOff x="2231907" y="1520731"/>
            <a:chExt cx="311627" cy="326569"/>
          </a:xfrm>
        </p:grpSpPr>
        <p:sp>
          <p:nvSpPr>
            <p:cNvPr id="11734" name="Google Shape;11734;p8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85"/>
          <p:cNvGrpSpPr/>
          <p:nvPr/>
        </p:nvGrpSpPr>
        <p:grpSpPr>
          <a:xfrm>
            <a:off x="1325974" y="4144733"/>
            <a:ext cx="311890" cy="304695"/>
            <a:chOff x="1340249" y="4301533"/>
            <a:chExt cx="311890" cy="304695"/>
          </a:xfrm>
        </p:grpSpPr>
        <p:sp>
          <p:nvSpPr>
            <p:cNvPr id="11745" name="Google Shape;11745;p8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5"/>
          <p:cNvGrpSpPr/>
          <p:nvPr/>
        </p:nvGrpSpPr>
        <p:grpSpPr>
          <a:xfrm>
            <a:off x="1316415" y="3220224"/>
            <a:ext cx="306874" cy="332268"/>
            <a:chOff x="1330690" y="3377024"/>
            <a:chExt cx="306874" cy="332268"/>
          </a:xfrm>
        </p:grpSpPr>
        <p:sp>
          <p:nvSpPr>
            <p:cNvPr id="11760" name="Google Shape;11760;p8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85"/>
          <p:cNvGrpSpPr/>
          <p:nvPr/>
        </p:nvGrpSpPr>
        <p:grpSpPr>
          <a:xfrm>
            <a:off x="2636322" y="3224977"/>
            <a:ext cx="341511" cy="324994"/>
            <a:chOff x="2650597" y="3381777"/>
            <a:chExt cx="341511" cy="324994"/>
          </a:xfrm>
        </p:grpSpPr>
        <p:sp>
          <p:nvSpPr>
            <p:cNvPr id="11780" name="Google Shape;11780;p8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85"/>
          <p:cNvGrpSpPr/>
          <p:nvPr/>
        </p:nvGrpSpPr>
        <p:grpSpPr>
          <a:xfrm>
            <a:off x="1281227" y="2280562"/>
            <a:ext cx="402645" cy="323917"/>
            <a:chOff x="1295502" y="2437362"/>
            <a:chExt cx="402645" cy="323917"/>
          </a:xfrm>
        </p:grpSpPr>
        <p:sp>
          <p:nvSpPr>
            <p:cNvPr id="11816" name="Google Shape;11816;p8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85"/>
          <p:cNvGrpSpPr/>
          <p:nvPr/>
        </p:nvGrpSpPr>
        <p:grpSpPr>
          <a:xfrm>
            <a:off x="868315" y="2281560"/>
            <a:ext cx="337310" cy="337047"/>
            <a:chOff x="882590" y="2438360"/>
            <a:chExt cx="337310" cy="337047"/>
          </a:xfrm>
        </p:grpSpPr>
        <p:sp>
          <p:nvSpPr>
            <p:cNvPr id="11833" name="Google Shape;11833;p8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5"/>
          <p:cNvGrpSpPr/>
          <p:nvPr/>
        </p:nvGrpSpPr>
        <p:grpSpPr>
          <a:xfrm>
            <a:off x="856498" y="3201185"/>
            <a:ext cx="342824" cy="351228"/>
            <a:chOff x="870773" y="3357985"/>
            <a:chExt cx="342824" cy="351228"/>
          </a:xfrm>
        </p:grpSpPr>
        <p:sp>
          <p:nvSpPr>
            <p:cNvPr id="11858" name="Google Shape;11858;p8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85"/>
          <p:cNvGrpSpPr/>
          <p:nvPr/>
        </p:nvGrpSpPr>
        <p:grpSpPr>
          <a:xfrm>
            <a:off x="2728809" y="4142790"/>
            <a:ext cx="159372" cy="308896"/>
            <a:chOff x="2743084" y="4299590"/>
            <a:chExt cx="159372" cy="308896"/>
          </a:xfrm>
        </p:grpSpPr>
        <p:sp>
          <p:nvSpPr>
            <p:cNvPr id="11867" name="Google Shape;11867;p8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85"/>
          <p:cNvGrpSpPr/>
          <p:nvPr/>
        </p:nvGrpSpPr>
        <p:grpSpPr>
          <a:xfrm>
            <a:off x="1279231" y="2782916"/>
            <a:ext cx="374730" cy="272211"/>
            <a:chOff x="1293506" y="2939716"/>
            <a:chExt cx="374730" cy="272211"/>
          </a:xfrm>
        </p:grpSpPr>
        <p:sp>
          <p:nvSpPr>
            <p:cNvPr id="11883" name="Google Shape;11883;p8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85"/>
          <p:cNvGrpSpPr/>
          <p:nvPr/>
        </p:nvGrpSpPr>
        <p:grpSpPr>
          <a:xfrm>
            <a:off x="2185963" y="4132365"/>
            <a:ext cx="374756" cy="329300"/>
            <a:chOff x="2200238" y="4289165"/>
            <a:chExt cx="374756" cy="329300"/>
          </a:xfrm>
        </p:grpSpPr>
        <p:sp>
          <p:nvSpPr>
            <p:cNvPr id="11914" name="Google Shape;11914;p8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85"/>
          <p:cNvGrpSpPr/>
          <p:nvPr/>
        </p:nvGrpSpPr>
        <p:grpSpPr>
          <a:xfrm>
            <a:off x="3116092" y="4167685"/>
            <a:ext cx="297342" cy="258871"/>
            <a:chOff x="3130367" y="4324485"/>
            <a:chExt cx="297342" cy="258871"/>
          </a:xfrm>
        </p:grpSpPr>
        <p:sp>
          <p:nvSpPr>
            <p:cNvPr id="11937" name="Google Shape;11937;p8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85"/>
          <p:cNvGrpSpPr/>
          <p:nvPr/>
        </p:nvGrpSpPr>
        <p:grpSpPr>
          <a:xfrm>
            <a:off x="3046477" y="2746809"/>
            <a:ext cx="390565" cy="359578"/>
            <a:chOff x="3060752" y="2903609"/>
            <a:chExt cx="390565" cy="359578"/>
          </a:xfrm>
        </p:grpSpPr>
        <p:sp>
          <p:nvSpPr>
            <p:cNvPr id="11961" name="Google Shape;11961;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85"/>
          <p:cNvGrpSpPr/>
          <p:nvPr/>
        </p:nvGrpSpPr>
        <p:grpSpPr>
          <a:xfrm>
            <a:off x="6216451" y="3658649"/>
            <a:ext cx="364673" cy="339804"/>
            <a:chOff x="6221064" y="3811049"/>
            <a:chExt cx="364673" cy="339804"/>
          </a:xfrm>
        </p:grpSpPr>
        <p:sp>
          <p:nvSpPr>
            <p:cNvPr id="11996" name="Google Shape;11996;p8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85"/>
          <p:cNvGrpSpPr/>
          <p:nvPr/>
        </p:nvGrpSpPr>
        <p:grpSpPr>
          <a:xfrm>
            <a:off x="5761812" y="4122795"/>
            <a:ext cx="358160" cy="356926"/>
            <a:chOff x="5766424" y="4275195"/>
            <a:chExt cx="358160" cy="356926"/>
          </a:xfrm>
        </p:grpSpPr>
        <p:sp>
          <p:nvSpPr>
            <p:cNvPr id="12012" name="Google Shape;12012;p8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85"/>
          <p:cNvGrpSpPr/>
          <p:nvPr/>
        </p:nvGrpSpPr>
        <p:grpSpPr>
          <a:xfrm>
            <a:off x="4880448" y="1366388"/>
            <a:ext cx="385786" cy="342588"/>
            <a:chOff x="4885060" y="1518788"/>
            <a:chExt cx="385786" cy="342588"/>
          </a:xfrm>
        </p:grpSpPr>
        <p:sp>
          <p:nvSpPr>
            <p:cNvPr id="12022" name="Google Shape;12022;p8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85"/>
          <p:cNvGrpSpPr/>
          <p:nvPr/>
        </p:nvGrpSpPr>
        <p:grpSpPr>
          <a:xfrm>
            <a:off x="5389865" y="1362133"/>
            <a:ext cx="249076" cy="351096"/>
            <a:chOff x="5394478" y="1514533"/>
            <a:chExt cx="249076" cy="351096"/>
          </a:xfrm>
        </p:grpSpPr>
        <p:sp>
          <p:nvSpPr>
            <p:cNvPr id="12042" name="Google Shape;12042;p8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85"/>
          <p:cNvGrpSpPr/>
          <p:nvPr/>
        </p:nvGrpSpPr>
        <p:grpSpPr>
          <a:xfrm>
            <a:off x="5777647" y="1359612"/>
            <a:ext cx="356138" cy="356138"/>
            <a:chOff x="5782259" y="1512012"/>
            <a:chExt cx="356138" cy="356138"/>
          </a:xfrm>
        </p:grpSpPr>
        <p:sp>
          <p:nvSpPr>
            <p:cNvPr id="12063" name="Google Shape;12063;p8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85"/>
          <p:cNvGrpSpPr/>
          <p:nvPr/>
        </p:nvGrpSpPr>
        <p:grpSpPr>
          <a:xfrm>
            <a:off x="6224986" y="1365652"/>
            <a:ext cx="343560" cy="343822"/>
            <a:chOff x="6229598" y="1518052"/>
            <a:chExt cx="343560" cy="343822"/>
          </a:xfrm>
        </p:grpSpPr>
        <p:sp>
          <p:nvSpPr>
            <p:cNvPr id="12075" name="Google Shape;12075;p8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85"/>
          <p:cNvGrpSpPr/>
          <p:nvPr/>
        </p:nvGrpSpPr>
        <p:grpSpPr>
          <a:xfrm>
            <a:off x="6665287" y="1353074"/>
            <a:ext cx="345083" cy="369216"/>
            <a:chOff x="6669900" y="1505474"/>
            <a:chExt cx="345083" cy="369216"/>
          </a:xfrm>
        </p:grpSpPr>
        <p:sp>
          <p:nvSpPr>
            <p:cNvPr id="12095" name="Google Shape;12095;p8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85"/>
          <p:cNvGrpSpPr/>
          <p:nvPr/>
        </p:nvGrpSpPr>
        <p:grpSpPr>
          <a:xfrm>
            <a:off x="7112390" y="1365600"/>
            <a:ext cx="333003" cy="344085"/>
            <a:chOff x="7117003" y="1518000"/>
            <a:chExt cx="333003" cy="344085"/>
          </a:xfrm>
        </p:grpSpPr>
        <p:sp>
          <p:nvSpPr>
            <p:cNvPr id="12118" name="Google Shape;12118;p8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85"/>
          <p:cNvGrpSpPr/>
          <p:nvPr/>
        </p:nvGrpSpPr>
        <p:grpSpPr>
          <a:xfrm>
            <a:off x="7551431" y="1347559"/>
            <a:ext cx="337283" cy="380192"/>
            <a:chOff x="7556043" y="1499959"/>
            <a:chExt cx="337283" cy="380192"/>
          </a:xfrm>
        </p:grpSpPr>
        <p:sp>
          <p:nvSpPr>
            <p:cNvPr id="12157" name="Google Shape;12157;p8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85"/>
          <p:cNvGrpSpPr/>
          <p:nvPr/>
        </p:nvGrpSpPr>
        <p:grpSpPr>
          <a:xfrm>
            <a:off x="4859833" y="3187807"/>
            <a:ext cx="395607" cy="387414"/>
            <a:chOff x="4864446" y="3340207"/>
            <a:chExt cx="395607" cy="387414"/>
          </a:xfrm>
        </p:grpSpPr>
        <p:sp>
          <p:nvSpPr>
            <p:cNvPr id="12172" name="Google Shape;12172;p8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85"/>
          <p:cNvGrpSpPr/>
          <p:nvPr/>
        </p:nvGrpSpPr>
        <p:grpSpPr>
          <a:xfrm>
            <a:off x="5298375" y="3237439"/>
            <a:ext cx="394609" cy="286523"/>
            <a:chOff x="5302988" y="3389839"/>
            <a:chExt cx="394609" cy="286523"/>
          </a:xfrm>
        </p:grpSpPr>
        <p:sp>
          <p:nvSpPr>
            <p:cNvPr id="12198" name="Google Shape;12198;p8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1" name="Google Shape;12231;p85"/>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2" name="Google Shape;12232;p85"/>
          <p:cNvGrpSpPr/>
          <p:nvPr/>
        </p:nvGrpSpPr>
        <p:grpSpPr>
          <a:xfrm>
            <a:off x="5736419" y="3233657"/>
            <a:ext cx="394609" cy="294585"/>
            <a:chOff x="5741031" y="3386057"/>
            <a:chExt cx="394609" cy="294585"/>
          </a:xfrm>
        </p:grpSpPr>
        <p:sp>
          <p:nvSpPr>
            <p:cNvPr id="12233" name="Google Shape;12233;p8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3" name="Google Shape;12263;p85"/>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4" name="Google Shape;12264;p85"/>
          <p:cNvGrpSpPr/>
          <p:nvPr/>
        </p:nvGrpSpPr>
        <p:grpSpPr>
          <a:xfrm>
            <a:off x="6174462" y="3216326"/>
            <a:ext cx="394609" cy="328749"/>
            <a:chOff x="6179074" y="3368726"/>
            <a:chExt cx="394609" cy="328749"/>
          </a:xfrm>
        </p:grpSpPr>
        <p:sp>
          <p:nvSpPr>
            <p:cNvPr id="12265" name="Google Shape;12265;p8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85"/>
          <p:cNvGrpSpPr/>
          <p:nvPr/>
        </p:nvGrpSpPr>
        <p:grpSpPr>
          <a:xfrm>
            <a:off x="7050311" y="3215328"/>
            <a:ext cx="394583" cy="331007"/>
            <a:chOff x="7054924" y="3367728"/>
            <a:chExt cx="394583" cy="331007"/>
          </a:xfrm>
        </p:grpSpPr>
        <p:sp>
          <p:nvSpPr>
            <p:cNvPr id="12349" name="Google Shape;12349;p8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85"/>
          <p:cNvGrpSpPr/>
          <p:nvPr/>
        </p:nvGrpSpPr>
        <p:grpSpPr>
          <a:xfrm>
            <a:off x="7488354" y="3209025"/>
            <a:ext cx="394583" cy="343586"/>
            <a:chOff x="7492967" y="3361425"/>
            <a:chExt cx="394583" cy="343586"/>
          </a:xfrm>
        </p:grpSpPr>
        <p:sp>
          <p:nvSpPr>
            <p:cNvPr id="12365" name="Google Shape;12365;p8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85"/>
          <p:cNvGrpSpPr/>
          <p:nvPr/>
        </p:nvGrpSpPr>
        <p:grpSpPr>
          <a:xfrm>
            <a:off x="7930914" y="3200754"/>
            <a:ext cx="385287" cy="360156"/>
            <a:chOff x="7935527" y="3353154"/>
            <a:chExt cx="385287" cy="360156"/>
          </a:xfrm>
        </p:grpSpPr>
        <p:sp>
          <p:nvSpPr>
            <p:cNvPr id="12389" name="Google Shape;12389;p8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85"/>
          <p:cNvGrpSpPr/>
          <p:nvPr/>
        </p:nvGrpSpPr>
        <p:grpSpPr>
          <a:xfrm>
            <a:off x="5315208" y="1833842"/>
            <a:ext cx="348103" cy="348103"/>
            <a:chOff x="5319821" y="1986242"/>
            <a:chExt cx="348103" cy="348103"/>
          </a:xfrm>
        </p:grpSpPr>
        <p:sp>
          <p:nvSpPr>
            <p:cNvPr id="12402" name="Google Shape;12402;p8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5"/>
          <p:cNvGrpSpPr/>
          <p:nvPr/>
        </p:nvGrpSpPr>
        <p:grpSpPr>
          <a:xfrm>
            <a:off x="5761313" y="1824283"/>
            <a:ext cx="348339" cy="348103"/>
            <a:chOff x="5765926" y="1976683"/>
            <a:chExt cx="348339" cy="348103"/>
          </a:xfrm>
        </p:grpSpPr>
        <p:sp>
          <p:nvSpPr>
            <p:cNvPr id="12440" name="Google Shape;12440;p8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85"/>
          <p:cNvGrpSpPr/>
          <p:nvPr/>
        </p:nvGrpSpPr>
        <p:grpSpPr>
          <a:xfrm>
            <a:off x="6186778" y="1829089"/>
            <a:ext cx="389068" cy="347787"/>
            <a:chOff x="6191390" y="1981489"/>
            <a:chExt cx="389068" cy="347787"/>
          </a:xfrm>
        </p:grpSpPr>
        <p:sp>
          <p:nvSpPr>
            <p:cNvPr id="12455" name="Google Shape;12455;p8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85"/>
          <p:cNvGrpSpPr/>
          <p:nvPr/>
        </p:nvGrpSpPr>
        <p:grpSpPr>
          <a:xfrm>
            <a:off x="6653234" y="1855191"/>
            <a:ext cx="348103" cy="295714"/>
            <a:chOff x="6657846" y="2007591"/>
            <a:chExt cx="348103" cy="295714"/>
          </a:xfrm>
        </p:grpSpPr>
        <p:sp>
          <p:nvSpPr>
            <p:cNvPr id="12463" name="Google Shape;12463;p8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85"/>
          <p:cNvGrpSpPr/>
          <p:nvPr/>
        </p:nvGrpSpPr>
        <p:grpSpPr>
          <a:xfrm>
            <a:off x="7099575" y="1819504"/>
            <a:ext cx="347341" cy="348103"/>
            <a:chOff x="7104188" y="1971904"/>
            <a:chExt cx="347341" cy="348103"/>
          </a:xfrm>
        </p:grpSpPr>
        <p:sp>
          <p:nvSpPr>
            <p:cNvPr id="12490" name="Google Shape;12490;p8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85"/>
          <p:cNvGrpSpPr/>
          <p:nvPr/>
        </p:nvGrpSpPr>
        <p:grpSpPr>
          <a:xfrm>
            <a:off x="7546652" y="1819504"/>
            <a:ext cx="344321" cy="348155"/>
            <a:chOff x="7551264" y="1971904"/>
            <a:chExt cx="344321" cy="348155"/>
          </a:xfrm>
        </p:grpSpPr>
        <p:sp>
          <p:nvSpPr>
            <p:cNvPr id="12521" name="Google Shape;12521;p8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85"/>
          <p:cNvGrpSpPr/>
          <p:nvPr/>
        </p:nvGrpSpPr>
        <p:grpSpPr>
          <a:xfrm>
            <a:off x="7988214" y="1365390"/>
            <a:ext cx="317431" cy="344584"/>
            <a:chOff x="7992826" y="1517790"/>
            <a:chExt cx="317431" cy="344584"/>
          </a:xfrm>
        </p:grpSpPr>
        <p:sp>
          <p:nvSpPr>
            <p:cNvPr id="12541" name="Google Shape;12541;p8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85"/>
          <p:cNvGrpSpPr/>
          <p:nvPr/>
        </p:nvGrpSpPr>
        <p:grpSpPr>
          <a:xfrm>
            <a:off x="7987452" y="1819504"/>
            <a:ext cx="351621" cy="348103"/>
            <a:chOff x="7992065" y="1971904"/>
            <a:chExt cx="351621" cy="348103"/>
          </a:xfrm>
        </p:grpSpPr>
        <p:sp>
          <p:nvSpPr>
            <p:cNvPr id="12559" name="Google Shape;12559;p8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5"/>
          <p:cNvGrpSpPr/>
          <p:nvPr/>
        </p:nvGrpSpPr>
        <p:grpSpPr>
          <a:xfrm>
            <a:off x="4906576" y="3641055"/>
            <a:ext cx="296580" cy="364935"/>
            <a:chOff x="4911189" y="3793455"/>
            <a:chExt cx="296580" cy="364935"/>
          </a:xfrm>
        </p:grpSpPr>
        <p:sp>
          <p:nvSpPr>
            <p:cNvPr id="12575" name="Google Shape;12575;p8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85"/>
          <p:cNvGrpSpPr/>
          <p:nvPr/>
        </p:nvGrpSpPr>
        <p:grpSpPr>
          <a:xfrm>
            <a:off x="5336820" y="3640871"/>
            <a:ext cx="330272" cy="329117"/>
            <a:chOff x="5341433" y="3793271"/>
            <a:chExt cx="330272" cy="329117"/>
          </a:xfrm>
        </p:grpSpPr>
        <p:sp>
          <p:nvSpPr>
            <p:cNvPr id="12596" name="Google Shape;12596;p8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5"/>
          <p:cNvGrpSpPr/>
          <p:nvPr/>
        </p:nvGrpSpPr>
        <p:grpSpPr>
          <a:xfrm>
            <a:off x="5739438" y="3613850"/>
            <a:ext cx="428511" cy="383186"/>
            <a:chOff x="5744051" y="3766250"/>
            <a:chExt cx="428511" cy="383186"/>
          </a:xfrm>
        </p:grpSpPr>
        <p:sp>
          <p:nvSpPr>
            <p:cNvPr id="12613" name="Google Shape;12613;p8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5"/>
          <p:cNvGrpSpPr/>
          <p:nvPr/>
        </p:nvGrpSpPr>
        <p:grpSpPr>
          <a:xfrm>
            <a:off x="6674084" y="3640924"/>
            <a:ext cx="342824" cy="328985"/>
            <a:chOff x="6678697" y="3793324"/>
            <a:chExt cx="342824" cy="328985"/>
          </a:xfrm>
        </p:grpSpPr>
        <p:sp>
          <p:nvSpPr>
            <p:cNvPr id="12631" name="Google Shape;12631;p8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85"/>
          <p:cNvGrpSpPr/>
          <p:nvPr/>
        </p:nvGrpSpPr>
        <p:grpSpPr>
          <a:xfrm>
            <a:off x="7097291" y="3609622"/>
            <a:ext cx="398627" cy="392088"/>
            <a:chOff x="7101903" y="3762022"/>
            <a:chExt cx="398627" cy="392088"/>
          </a:xfrm>
        </p:grpSpPr>
        <p:sp>
          <p:nvSpPr>
            <p:cNvPr id="12640" name="Google Shape;12640;p8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5"/>
          <p:cNvGrpSpPr/>
          <p:nvPr/>
        </p:nvGrpSpPr>
        <p:grpSpPr>
          <a:xfrm>
            <a:off x="7536857" y="3641055"/>
            <a:ext cx="407897" cy="328985"/>
            <a:chOff x="7541469" y="3793455"/>
            <a:chExt cx="407897" cy="328985"/>
          </a:xfrm>
        </p:grpSpPr>
        <p:sp>
          <p:nvSpPr>
            <p:cNvPr id="12659" name="Google Shape;12659;p8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85"/>
          <p:cNvGrpSpPr/>
          <p:nvPr/>
        </p:nvGrpSpPr>
        <p:grpSpPr>
          <a:xfrm>
            <a:off x="5305676" y="2803912"/>
            <a:ext cx="432292" cy="264412"/>
            <a:chOff x="5310288" y="2956312"/>
            <a:chExt cx="432292" cy="264412"/>
          </a:xfrm>
        </p:grpSpPr>
        <p:sp>
          <p:nvSpPr>
            <p:cNvPr id="12690" name="Google Shape;12690;p8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85"/>
          <p:cNvGrpSpPr/>
          <p:nvPr/>
        </p:nvGrpSpPr>
        <p:grpSpPr>
          <a:xfrm>
            <a:off x="4874434" y="2279920"/>
            <a:ext cx="398075" cy="340303"/>
            <a:chOff x="4879047" y="2432320"/>
            <a:chExt cx="398075" cy="340303"/>
          </a:xfrm>
        </p:grpSpPr>
        <p:sp>
          <p:nvSpPr>
            <p:cNvPr id="12718" name="Google Shape;12718;p8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85"/>
          <p:cNvGrpSpPr/>
          <p:nvPr/>
        </p:nvGrpSpPr>
        <p:grpSpPr>
          <a:xfrm>
            <a:off x="5384088" y="2241423"/>
            <a:ext cx="280982" cy="395896"/>
            <a:chOff x="5388701" y="2393823"/>
            <a:chExt cx="280982" cy="395896"/>
          </a:xfrm>
        </p:grpSpPr>
        <p:sp>
          <p:nvSpPr>
            <p:cNvPr id="12745" name="Google Shape;12745;p8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85"/>
          <p:cNvGrpSpPr/>
          <p:nvPr/>
        </p:nvGrpSpPr>
        <p:grpSpPr>
          <a:xfrm>
            <a:off x="5738677" y="2286722"/>
            <a:ext cx="444871" cy="316407"/>
            <a:chOff x="5743289" y="2439122"/>
            <a:chExt cx="444871" cy="316407"/>
          </a:xfrm>
        </p:grpSpPr>
        <p:sp>
          <p:nvSpPr>
            <p:cNvPr id="12776" name="Google Shape;12776;p8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85"/>
          <p:cNvGrpSpPr/>
          <p:nvPr/>
        </p:nvGrpSpPr>
        <p:grpSpPr>
          <a:xfrm>
            <a:off x="6225747" y="2280183"/>
            <a:ext cx="351359" cy="363412"/>
            <a:chOff x="6230360" y="2432583"/>
            <a:chExt cx="351359" cy="363412"/>
          </a:xfrm>
        </p:grpSpPr>
        <p:sp>
          <p:nvSpPr>
            <p:cNvPr id="12806" name="Google Shape;12806;p8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85"/>
          <p:cNvGrpSpPr/>
          <p:nvPr/>
        </p:nvGrpSpPr>
        <p:grpSpPr>
          <a:xfrm>
            <a:off x="6629364" y="2307152"/>
            <a:ext cx="387781" cy="286680"/>
            <a:chOff x="6633976" y="2459552"/>
            <a:chExt cx="387781" cy="286680"/>
          </a:xfrm>
        </p:grpSpPr>
        <p:sp>
          <p:nvSpPr>
            <p:cNvPr id="12828" name="Google Shape;12828;p8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85"/>
          <p:cNvGrpSpPr/>
          <p:nvPr/>
        </p:nvGrpSpPr>
        <p:grpSpPr>
          <a:xfrm>
            <a:off x="7086498" y="2276165"/>
            <a:ext cx="376989" cy="348864"/>
            <a:chOff x="7091110" y="2428565"/>
            <a:chExt cx="376989" cy="348864"/>
          </a:xfrm>
        </p:grpSpPr>
        <p:sp>
          <p:nvSpPr>
            <p:cNvPr id="12836" name="Google Shape;12836;p8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85"/>
          <p:cNvGrpSpPr/>
          <p:nvPr/>
        </p:nvGrpSpPr>
        <p:grpSpPr>
          <a:xfrm>
            <a:off x="7531815" y="2262825"/>
            <a:ext cx="369715" cy="375492"/>
            <a:chOff x="7536427" y="2415225"/>
            <a:chExt cx="369715" cy="375492"/>
          </a:xfrm>
        </p:grpSpPr>
        <p:sp>
          <p:nvSpPr>
            <p:cNvPr id="12868" name="Google Shape;12868;p8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85"/>
          <p:cNvGrpSpPr/>
          <p:nvPr/>
        </p:nvGrpSpPr>
        <p:grpSpPr>
          <a:xfrm>
            <a:off x="7976160" y="2276402"/>
            <a:ext cx="353381" cy="358160"/>
            <a:chOff x="7980773" y="2428802"/>
            <a:chExt cx="353381" cy="358160"/>
          </a:xfrm>
        </p:grpSpPr>
        <p:sp>
          <p:nvSpPr>
            <p:cNvPr id="12907" name="Google Shape;12907;p8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85"/>
          <p:cNvGrpSpPr/>
          <p:nvPr/>
        </p:nvGrpSpPr>
        <p:grpSpPr>
          <a:xfrm>
            <a:off x="4881445" y="4138840"/>
            <a:ext cx="346343" cy="343953"/>
            <a:chOff x="4886058" y="4291240"/>
            <a:chExt cx="346343" cy="343953"/>
          </a:xfrm>
        </p:grpSpPr>
        <p:sp>
          <p:nvSpPr>
            <p:cNvPr id="12938" name="Google Shape;12938;p8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85"/>
          <p:cNvGrpSpPr/>
          <p:nvPr/>
        </p:nvGrpSpPr>
        <p:grpSpPr>
          <a:xfrm>
            <a:off x="5339604" y="4138656"/>
            <a:ext cx="304616" cy="343560"/>
            <a:chOff x="5344216" y="4291056"/>
            <a:chExt cx="304616" cy="343560"/>
          </a:xfrm>
        </p:grpSpPr>
        <p:sp>
          <p:nvSpPr>
            <p:cNvPr id="12952" name="Google Shape;12952;p8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5"/>
          <p:cNvGrpSpPr/>
          <p:nvPr/>
        </p:nvGrpSpPr>
        <p:grpSpPr>
          <a:xfrm>
            <a:off x="6275387" y="4112022"/>
            <a:ext cx="204093" cy="343743"/>
            <a:chOff x="6271562" y="4290872"/>
            <a:chExt cx="204093" cy="343743"/>
          </a:xfrm>
        </p:grpSpPr>
        <p:sp>
          <p:nvSpPr>
            <p:cNvPr id="12964" name="Google Shape;12964;p8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85"/>
          <p:cNvGrpSpPr/>
          <p:nvPr/>
        </p:nvGrpSpPr>
        <p:grpSpPr>
          <a:xfrm>
            <a:off x="6634878" y="4176838"/>
            <a:ext cx="344085" cy="267195"/>
            <a:chOff x="6639491" y="4329238"/>
            <a:chExt cx="344085" cy="267195"/>
          </a:xfrm>
        </p:grpSpPr>
        <p:sp>
          <p:nvSpPr>
            <p:cNvPr id="12977" name="Google Shape;12977;p8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5"/>
          <p:cNvGrpSpPr/>
          <p:nvPr/>
        </p:nvGrpSpPr>
        <p:grpSpPr>
          <a:xfrm>
            <a:off x="7128724" y="4138656"/>
            <a:ext cx="232979" cy="343560"/>
            <a:chOff x="7133336" y="4291056"/>
            <a:chExt cx="232979" cy="343560"/>
          </a:xfrm>
        </p:grpSpPr>
        <p:sp>
          <p:nvSpPr>
            <p:cNvPr id="12996" name="Google Shape;12996;p8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85"/>
          <p:cNvGrpSpPr/>
          <p:nvPr/>
        </p:nvGrpSpPr>
        <p:grpSpPr>
          <a:xfrm>
            <a:off x="7566767" y="4138656"/>
            <a:ext cx="232979" cy="343560"/>
            <a:chOff x="7571379" y="4291056"/>
            <a:chExt cx="232979" cy="343560"/>
          </a:xfrm>
        </p:grpSpPr>
        <p:sp>
          <p:nvSpPr>
            <p:cNvPr id="13014" name="Google Shape;13014;p8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85"/>
          <p:cNvGrpSpPr/>
          <p:nvPr/>
        </p:nvGrpSpPr>
        <p:grpSpPr>
          <a:xfrm>
            <a:off x="6661768" y="3195475"/>
            <a:ext cx="295819" cy="370712"/>
            <a:chOff x="6666381" y="3347875"/>
            <a:chExt cx="295819" cy="370712"/>
          </a:xfrm>
        </p:grpSpPr>
        <p:sp>
          <p:nvSpPr>
            <p:cNvPr id="13031" name="Google Shape;13031;p8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85"/>
          <p:cNvGrpSpPr/>
          <p:nvPr/>
        </p:nvGrpSpPr>
        <p:grpSpPr>
          <a:xfrm>
            <a:off x="4873147" y="2735059"/>
            <a:ext cx="389567" cy="390329"/>
            <a:chOff x="4877760" y="2887459"/>
            <a:chExt cx="389567" cy="390329"/>
          </a:xfrm>
        </p:grpSpPr>
        <p:sp>
          <p:nvSpPr>
            <p:cNvPr id="13072" name="Google Shape;13072;p8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6" name="Google Shape;13116;p85"/>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5"/>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5"/>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5"/>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5"/>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1" name="Google Shape;13121;p85"/>
          <p:cNvGrpSpPr/>
          <p:nvPr/>
        </p:nvGrpSpPr>
        <p:grpSpPr>
          <a:xfrm>
            <a:off x="5774627" y="2735295"/>
            <a:ext cx="314411" cy="389830"/>
            <a:chOff x="5779239" y="2887695"/>
            <a:chExt cx="314411" cy="389830"/>
          </a:xfrm>
        </p:grpSpPr>
        <p:sp>
          <p:nvSpPr>
            <p:cNvPr id="13122" name="Google Shape;13122;p8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85"/>
          <p:cNvGrpSpPr/>
          <p:nvPr/>
        </p:nvGrpSpPr>
        <p:grpSpPr>
          <a:xfrm>
            <a:off x="6185517" y="2788577"/>
            <a:ext cx="389830" cy="283004"/>
            <a:chOff x="6190130" y="2940977"/>
            <a:chExt cx="389830" cy="283004"/>
          </a:xfrm>
        </p:grpSpPr>
        <p:sp>
          <p:nvSpPr>
            <p:cNvPr id="13167" name="Google Shape;13167;p8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85"/>
          <p:cNvGrpSpPr/>
          <p:nvPr/>
        </p:nvGrpSpPr>
        <p:grpSpPr>
          <a:xfrm>
            <a:off x="6629364" y="2747874"/>
            <a:ext cx="389803" cy="364673"/>
            <a:chOff x="6633976" y="2900274"/>
            <a:chExt cx="389803" cy="364673"/>
          </a:xfrm>
        </p:grpSpPr>
        <p:sp>
          <p:nvSpPr>
            <p:cNvPr id="13198" name="Google Shape;13198;p8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85"/>
          <p:cNvGrpSpPr/>
          <p:nvPr/>
        </p:nvGrpSpPr>
        <p:grpSpPr>
          <a:xfrm>
            <a:off x="7513223" y="2733037"/>
            <a:ext cx="364935" cy="382529"/>
            <a:chOff x="7517835" y="2885437"/>
            <a:chExt cx="364935" cy="382529"/>
          </a:xfrm>
        </p:grpSpPr>
        <p:sp>
          <p:nvSpPr>
            <p:cNvPr id="13216" name="Google Shape;13216;p8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85"/>
          <p:cNvGrpSpPr/>
          <p:nvPr/>
        </p:nvGrpSpPr>
        <p:grpSpPr>
          <a:xfrm>
            <a:off x="7082979" y="2734744"/>
            <a:ext cx="358160" cy="385602"/>
            <a:chOff x="7087591" y="2887144"/>
            <a:chExt cx="358160" cy="385602"/>
          </a:xfrm>
        </p:grpSpPr>
        <p:sp>
          <p:nvSpPr>
            <p:cNvPr id="13254" name="Google Shape;13254;p8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85"/>
          <p:cNvGrpSpPr/>
          <p:nvPr/>
        </p:nvGrpSpPr>
        <p:grpSpPr>
          <a:xfrm>
            <a:off x="7946749" y="2733037"/>
            <a:ext cx="382529" cy="382529"/>
            <a:chOff x="7951362" y="2885437"/>
            <a:chExt cx="382529" cy="382529"/>
          </a:xfrm>
        </p:grpSpPr>
        <p:sp>
          <p:nvSpPr>
            <p:cNvPr id="13274" name="Google Shape;13274;p8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85"/>
          <p:cNvGrpSpPr/>
          <p:nvPr/>
        </p:nvGrpSpPr>
        <p:grpSpPr>
          <a:xfrm>
            <a:off x="8049793" y="3662089"/>
            <a:ext cx="276964" cy="336601"/>
            <a:chOff x="8054406" y="3814489"/>
            <a:chExt cx="276964" cy="336601"/>
          </a:xfrm>
        </p:grpSpPr>
        <p:sp>
          <p:nvSpPr>
            <p:cNvPr id="13324" name="Google Shape;13324;p8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85"/>
          <p:cNvGrpSpPr/>
          <p:nvPr/>
        </p:nvGrpSpPr>
        <p:grpSpPr>
          <a:xfrm>
            <a:off x="7932175" y="4142674"/>
            <a:ext cx="378249" cy="335524"/>
            <a:chOff x="7936787" y="4295074"/>
            <a:chExt cx="378249" cy="335524"/>
          </a:xfrm>
        </p:grpSpPr>
        <p:sp>
          <p:nvSpPr>
            <p:cNvPr id="13334" name="Google Shape;13334;p8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85"/>
          <p:cNvGrpSpPr/>
          <p:nvPr/>
        </p:nvGrpSpPr>
        <p:grpSpPr>
          <a:xfrm>
            <a:off x="4881445" y="1813490"/>
            <a:ext cx="388569" cy="388307"/>
            <a:chOff x="4886058" y="1965890"/>
            <a:chExt cx="388569" cy="388307"/>
          </a:xfrm>
        </p:grpSpPr>
        <p:sp>
          <p:nvSpPr>
            <p:cNvPr id="13351" name="Google Shape;13351;p8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2" name="Google Shape;13362;p8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3363" name="Google Shape;13363;p8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67" name="Shape 13367"/>
        <p:cNvGrpSpPr/>
        <p:nvPr/>
      </p:nvGrpSpPr>
      <p:grpSpPr>
        <a:xfrm>
          <a:off x="0" y="0"/>
          <a:ext cx="0" cy="0"/>
          <a:chOff x="0" y="0"/>
          <a:chExt cx="0" cy="0"/>
        </a:xfrm>
      </p:grpSpPr>
      <p:grpSp>
        <p:nvGrpSpPr>
          <p:cNvPr id="13368" name="Google Shape;13368;p86"/>
          <p:cNvGrpSpPr/>
          <p:nvPr/>
        </p:nvGrpSpPr>
        <p:grpSpPr>
          <a:xfrm>
            <a:off x="1738624" y="3196252"/>
            <a:ext cx="292801" cy="359258"/>
            <a:chOff x="1765162" y="3346789"/>
            <a:chExt cx="292801" cy="359258"/>
          </a:xfrm>
        </p:grpSpPr>
        <p:sp>
          <p:nvSpPr>
            <p:cNvPr id="13369" name="Google Shape;13369;p8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6"/>
          <p:cNvGrpSpPr/>
          <p:nvPr/>
        </p:nvGrpSpPr>
        <p:grpSpPr>
          <a:xfrm>
            <a:off x="3051095" y="2294466"/>
            <a:ext cx="358996" cy="296309"/>
            <a:chOff x="3077632" y="2445004"/>
            <a:chExt cx="358996" cy="296309"/>
          </a:xfrm>
        </p:grpSpPr>
        <p:sp>
          <p:nvSpPr>
            <p:cNvPr id="13385" name="Google Shape;13385;p8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86"/>
          <p:cNvGrpSpPr/>
          <p:nvPr/>
        </p:nvGrpSpPr>
        <p:grpSpPr>
          <a:xfrm>
            <a:off x="2608699" y="2281243"/>
            <a:ext cx="359232" cy="323018"/>
            <a:chOff x="2635237" y="2431780"/>
            <a:chExt cx="359232" cy="323018"/>
          </a:xfrm>
        </p:grpSpPr>
        <p:sp>
          <p:nvSpPr>
            <p:cNvPr id="13412" name="Google Shape;13412;p8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86"/>
          <p:cNvGrpSpPr/>
          <p:nvPr/>
        </p:nvGrpSpPr>
        <p:grpSpPr>
          <a:xfrm>
            <a:off x="3985114" y="3617594"/>
            <a:ext cx="373189" cy="358944"/>
            <a:chOff x="4011651" y="3768132"/>
            <a:chExt cx="373189" cy="358944"/>
          </a:xfrm>
        </p:grpSpPr>
        <p:sp>
          <p:nvSpPr>
            <p:cNvPr id="13428" name="Google Shape;13428;p8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86"/>
          <p:cNvGrpSpPr/>
          <p:nvPr/>
        </p:nvGrpSpPr>
        <p:grpSpPr>
          <a:xfrm>
            <a:off x="2163031" y="1811065"/>
            <a:ext cx="364993" cy="359049"/>
            <a:chOff x="2189568" y="1961603"/>
            <a:chExt cx="364993" cy="359049"/>
          </a:xfrm>
        </p:grpSpPr>
        <p:sp>
          <p:nvSpPr>
            <p:cNvPr id="13439" name="Google Shape;13439;p8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86"/>
          <p:cNvGrpSpPr/>
          <p:nvPr/>
        </p:nvGrpSpPr>
        <p:grpSpPr>
          <a:xfrm>
            <a:off x="2166539" y="2269434"/>
            <a:ext cx="378426" cy="346323"/>
            <a:chOff x="2193077" y="2419971"/>
            <a:chExt cx="378426" cy="346323"/>
          </a:xfrm>
        </p:grpSpPr>
        <p:sp>
          <p:nvSpPr>
            <p:cNvPr id="13456" name="Google Shape;13456;p8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86"/>
          <p:cNvGrpSpPr/>
          <p:nvPr/>
        </p:nvGrpSpPr>
        <p:grpSpPr>
          <a:xfrm>
            <a:off x="835084" y="2731232"/>
            <a:ext cx="276802" cy="367140"/>
            <a:chOff x="861622" y="2881770"/>
            <a:chExt cx="276802" cy="367140"/>
          </a:xfrm>
        </p:grpSpPr>
        <p:sp>
          <p:nvSpPr>
            <p:cNvPr id="13478" name="Google Shape;13478;p8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86"/>
          <p:cNvGrpSpPr/>
          <p:nvPr/>
        </p:nvGrpSpPr>
        <p:grpSpPr>
          <a:xfrm>
            <a:off x="3941647" y="2731154"/>
            <a:ext cx="369444" cy="367140"/>
            <a:chOff x="3968184" y="2881691"/>
            <a:chExt cx="369444" cy="367140"/>
          </a:xfrm>
        </p:grpSpPr>
        <p:sp>
          <p:nvSpPr>
            <p:cNvPr id="13501" name="Google Shape;13501;p8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86"/>
          <p:cNvGrpSpPr/>
          <p:nvPr/>
        </p:nvGrpSpPr>
        <p:grpSpPr>
          <a:xfrm>
            <a:off x="3487258" y="2731546"/>
            <a:ext cx="371487" cy="366826"/>
            <a:chOff x="3513796" y="2882084"/>
            <a:chExt cx="371487" cy="366826"/>
          </a:xfrm>
        </p:grpSpPr>
        <p:sp>
          <p:nvSpPr>
            <p:cNvPr id="13526" name="Google Shape;13526;p8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86"/>
          <p:cNvGrpSpPr/>
          <p:nvPr/>
        </p:nvGrpSpPr>
        <p:grpSpPr>
          <a:xfrm>
            <a:off x="847077" y="1349738"/>
            <a:ext cx="335011" cy="359232"/>
            <a:chOff x="873615" y="1500275"/>
            <a:chExt cx="335011" cy="359232"/>
          </a:xfrm>
        </p:grpSpPr>
        <p:sp>
          <p:nvSpPr>
            <p:cNvPr id="13576" name="Google Shape;13576;p8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86"/>
          <p:cNvGrpSpPr/>
          <p:nvPr/>
        </p:nvGrpSpPr>
        <p:grpSpPr>
          <a:xfrm>
            <a:off x="2175521" y="3196199"/>
            <a:ext cx="337158" cy="359311"/>
            <a:chOff x="2202058" y="3346737"/>
            <a:chExt cx="337158" cy="359311"/>
          </a:xfrm>
        </p:grpSpPr>
        <p:sp>
          <p:nvSpPr>
            <p:cNvPr id="13588" name="Google Shape;13588;p8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6"/>
          <p:cNvGrpSpPr/>
          <p:nvPr/>
        </p:nvGrpSpPr>
        <p:grpSpPr>
          <a:xfrm>
            <a:off x="2196521" y="3667634"/>
            <a:ext cx="359232" cy="306050"/>
            <a:chOff x="2223059" y="3818172"/>
            <a:chExt cx="359232" cy="306050"/>
          </a:xfrm>
        </p:grpSpPr>
        <p:sp>
          <p:nvSpPr>
            <p:cNvPr id="13598" name="Google Shape;13598;p8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86"/>
          <p:cNvGrpSpPr/>
          <p:nvPr/>
        </p:nvGrpSpPr>
        <p:grpSpPr>
          <a:xfrm>
            <a:off x="1699451" y="1841283"/>
            <a:ext cx="378426" cy="298509"/>
            <a:chOff x="1725989" y="1991820"/>
            <a:chExt cx="378426" cy="298509"/>
          </a:xfrm>
        </p:grpSpPr>
        <p:sp>
          <p:nvSpPr>
            <p:cNvPr id="13608" name="Google Shape;13608;p8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6"/>
          <p:cNvGrpSpPr/>
          <p:nvPr/>
        </p:nvGrpSpPr>
        <p:grpSpPr>
          <a:xfrm>
            <a:off x="1741871" y="3641213"/>
            <a:ext cx="367978" cy="359075"/>
            <a:chOff x="1768409" y="3791751"/>
            <a:chExt cx="367978" cy="359075"/>
          </a:xfrm>
        </p:grpSpPr>
        <p:sp>
          <p:nvSpPr>
            <p:cNvPr id="13621" name="Google Shape;13621;p8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86"/>
          <p:cNvGrpSpPr/>
          <p:nvPr/>
        </p:nvGrpSpPr>
        <p:grpSpPr>
          <a:xfrm>
            <a:off x="2642426" y="3640768"/>
            <a:ext cx="358735" cy="359311"/>
            <a:chOff x="2668963" y="3791306"/>
            <a:chExt cx="358735" cy="359311"/>
          </a:xfrm>
        </p:grpSpPr>
        <p:sp>
          <p:nvSpPr>
            <p:cNvPr id="13635" name="Google Shape;13635;p8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6"/>
          <p:cNvGrpSpPr/>
          <p:nvPr/>
        </p:nvGrpSpPr>
        <p:grpSpPr>
          <a:xfrm>
            <a:off x="823144" y="1844660"/>
            <a:ext cx="363893" cy="291727"/>
            <a:chOff x="849682" y="1995198"/>
            <a:chExt cx="363893" cy="291727"/>
          </a:xfrm>
        </p:grpSpPr>
        <p:sp>
          <p:nvSpPr>
            <p:cNvPr id="13652" name="Google Shape;13652;p8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86"/>
          <p:cNvGrpSpPr/>
          <p:nvPr/>
        </p:nvGrpSpPr>
        <p:grpSpPr>
          <a:xfrm>
            <a:off x="3038893" y="1839528"/>
            <a:ext cx="378190" cy="302044"/>
            <a:chOff x="3065430" y="1990066"/>
            <a:chExt cx="378190" cy="302044"/>
          </a:xfrm>
        </p:grpSpPr>
        <p:sp>
          <p:nvSpPr>
            <p:cNvPr id="13671" name="Google Shape;13671;p8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86"/>
          <p:cNvGrpSpPr/>
          <p:nvPr/>
        </p:nvGrpSpPr>
        <p:grpSpPr>
          <a:xfrm>
            <a:off x="3541697" y="3640873"/>
            <a:ext cx="347501" cy="359284"/>
            <a:chOff x="3568234" y="3791410"/>
            <a:chExt cx="347501" cy="359284"/>
          </a:xfrm>
        </p:grpSpPr>
        <p:sp>
          <p:nvSpPr>
            <p:cNvPr id="13683" name="Google Shape;13683;p8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86"/>
          <p:cNvGrpSpPr/>
          <p:nvPr/>
        </p:nvGrpSpPr>
        <p:grpSpPr>
          <a:xfrm>
            <a:off x="1733387" y="1350550"/>
            <a:ext cx="347004" cy="358420"/>
            <a:chOff x="1759925" y="1501087"/>
            <a:chExt cx="347004" cy="358420"/>
          </a:xfrm>
        </p:grpSpPr>
        <p:sp>
          <p:nvSpPr>
            <p:cNvPr id="13695" name="Google Shape;13695;p8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86"/>
          <p:cNvGrpSpPr/>
          <p:nvPr/>
        </p:nvGrpSpPr>
        <p:grpSpPr>
          <a:xfrm>
            <a:off x="3492757" y="2263123"/>
            <a:ext cx="360227" cy="359311"/>
            <a:chOff x="3519295" y="2413660"/>
            <a:chExt cx="360227" cy="359311"/>
          </a:xfrm>
        </p:grpSpPr>
        <p:sp>
          <p:nvSpPr>
            <p:cNvPr id="13723" name="Google Shape;13723;p8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86"/>
          <p:cNvGrpSpPr/>
          <p:nvPr/>
        </p:nvGrpSpPr>
        <p:grpSpPr>
          <a:xfrm>
            <a:off x="1303717" y="3695181"/>
            <a:ext cx="358996" cy="250774"/>
            <a:chOff x="1330255" y="3845718"/>
            <a:chExt cx="358996" cy="250774"/>
          </a:xfrm>
        </p:grpSpPr>
        <p:sp>
          <p:nvSpPr>
            <p:cNvPr id="13759" name="Google Shape;13759;p8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86"/>
          <p:cNvGrpSpPr/>
          <p:nvPr/>
        </p:nvGrpSpPr>
        <p:grpSpPr>
          <a:xfrm>
            <a:off x="3088566" y="3640847"/>
            <a:ext cx="373424" cy="359311"/>
            <a:chOff x="3115103" y="3791384"/>
            <a:chExt cx="373424" cy="359311"/>
          </a:xfrm>
        </p:grpSpPr>
        <p:sp>
          <p:nvSpPr>
            <p:cNvPr id="13770" name="Google Shape;13770;p8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86"/>
          <p:cNvGrpSpPr/>
          <p:nvPr/>
        </p:nvGrpSpPr>
        <p:grpSpPr>
          <a:xfrm>
            <a:off x="857316" y="3642104"/>
            <a:ext cx="378190" cy="357059"/>
            <a:chOff x="883853" y="3792641"/>
            <a:chExt cx="378190" cy="357059"/>
          </a:xfrm>
        </p:grpSpPr>
        <p:sp>
          <p:nvSpPr>
            <p:cNvPr id="13785" name="Google Shape;13785;p8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86"/>
          <p:cNvGrpSpPr/>
          <p:nvPr/>
        </p:nvGrpSpPr>
        <p:grpSpPr>
          <a:xfrm>
            <a:off x="3907659" y="2334268"/>
            <a:ext cx="401207" cy="214036"/>
            <a:chOff x="3934196" y="2484805"/>
            <a:chExt cx="401207" cy="214036"/>
          </a:xfrm>
        </p:grpSpPr>
        <p:sp>
          <p:nvSpPr>
            <p:cNvPr id="13812" name="Google Shape;13812;p8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86"/>
          <p:cNvGrpSpPr/>
          <p:nvPr/>
        </p:nvGrpSpPr>
        <p:grpSpPr>
          <a:xfrm>
            <a:off x="3973357" y="1349659"/>
            <a:ext cx="342474" cy="359232"/>
            <a:chOff x="3999894" y="1500197"/>
            <a:chExt cx="342474" cy="359232"/>
          </a:xfrm>
        </p:grpSpPr>
        <p:sp>
          <p:nvSpPr>
            <p:cNvPr id="13818" name="Google Shape;13818;p8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86"/>
          <p:cNvGrpSpPr/>
          <p:nvPr/>
        </p:nvGrpSpPr>
        <p:grpSpPr>
          <a:xfrm>
            <a:off x="2207257" y="2731625"/>
            <a:ext cx="232601" cy="366747"/>
            <a:chOff x="2233795" y="2882162"/>
            <a:chExt cx="232601" cy="366747"/>
          </a:xfrm>
        </p:grpSpPr>
        <p:sp>
          <p:nvSpPr>
            <p:cNvPr id="13829" name="Google Shape;13829;p8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86"/>
          <p:cNvGrpSpPr/>
          <p:nvPr/>
        </p:nvGrpSpPr>
        <p:grpSpPr>
          <a:xfrm>
            <a:off x="3497235" y="3253885"/>
            <a:ext cx="362008" cy="244175"/>
            <a:chOff x="3523772" y="3404422"/>
            <a:chExt cx="362008" cy="244175"/>
          </a:xfrm>
        </p:grpSpPr>
        <p:sp>
          <p:nvSpPr>
            <p:cNvPr id="13848" name="Google Shape;13848;p8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86"/>
          <p:cNvGrpSpPr/>
          <p:nvPr/>
        </p:nvGrpSpPr>
        <p:grpSpPr>
          <a:xfrm>
            <a:off x="3504488" y="1826776"/>
            <a:ext cx="359232" cy="327836"/>
            <a:chOff x="3531026" y="1977314"/>
            <a:chExt cx="359232" cy="327836"/>
          </a:xfrm>
        </p:grpSpPr>
        <p:sp>
          <p:nvSpPr>
            <p:cNvPr id="13864" name="Google Shape;13864;p8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86"/>
          <p:cNvGrpSpPr/>
          <p:nvPr/>
        </p:nvGrpSpPr>
        <p:grpSpPr>
          <a:xfrm>
            <a:off x="3096814" y="1349738"/>
            <a:ext cx="296781" cy="359232"/>
            <a:chOff x="3123351" y="1500275"/>
            <a:chExt cx="296781" cy="359232"/>
          </a:xfrm>
        </p:grpSpPr>
        <p:sp>
          <p:nvSpPr>
            <p:cNvPr id="13875" name="Google Shape;13875;p8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86"/>
          <p:cNvGrpSpPr/>
          <p:nvPr/>
        </p:nvGrpSpPr>
        <p:grpSpPr>
          <a:xfrm>
            <a:off x="2632920" y="1349738"/>
            <a:ext cx="332261" cy="359232"/>
            <a:chOff x="2659458" y="1500275"/>
            <a:chExt cx="332261" cy="359232"/>
          </a:xfrm>
        </p:grpSpPr>
        <p:sp>
          <p:nvSpPr>
            <p:cNvPr id="13887" name="Google Shape;13887;p8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86"/>
          <p:cNvGrpSpPr/>
          <p:nvPr/>
        </p:nvGrpSpPr>
        <p:grpSpPr>
          <a:xfrm>
            <a:off x="1723646" y="2262992"/>
            <a:ext cx="359730" cy="359441"/>
            <a:chOff x="1750184" y="2413530"/>
            <a:chExt cx="359730" cy="359441"/>
          </a:xfrm>
        </p:grpSpPr>
        <p:sp>
          <p:nvSpPr>
            <p:cNvPr id="13908" name="Google Shape;13908;p8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86"/>
          <p:cNvGrpSpPr/>
          <p:nvPr/>
        </p:nvGrpSpPr>
        <p:grpSpPr>
          <a:xfrm>
            <a:off x="2203513" y="1349685"/>
            <a:ext cx="316524" cy="359284"/>
            <a:chOff x="2230050" y="1500223"/>
            <a:chExt cx="316524" cy="359284"/>
          </a:xfrm>
        </p:grpSpPr>
        <p:sp>
          <p:nvSpPr>
            <p:cNvPr id="13920" name="Google Shape;13920;p8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86"/>
          <p:cNvGrpSpPr/>
          <p:nvPr/>
        </p:nvGrpSpPr>
        <p:grpSpPr>
          <a:xfrm>
            <a:off x="2663504" y="4112229"/>
            <a:ext cx="359389" cy="359232"/>
            <a:chOff x="2690042" y="4262767"/>
            <a:chExt cx="359389" cy="359232"/>
          </a:xfrm>
        </p:grpSpPr>
        <p:sp>
          <p:nvSpPr>
            <p:cNvPr id="13941" name="Google Shape;13941;p8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86"/>
          <p:cNvGrpSpPr/>
          <p:nvPr/>
        </p:nvGrpSpPr>
        <p:grpSpPr>
          <a:xfrm>
            <a:off x="2662902" y="2731625"/>
            <a:ext cx="222337" cy="366721"/>
            <a:chOff x="2689440" y="2882162"/>
            <a:chExt cx="222337" cy="366721"/>
          </a:xfrm>
        </p:grpSpPr>
        <p:sp>
          <p:nvSpPr>
            <p:cNvPr id="13949" name="Google Shape;13949;p8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8" name="Google Shape;13958;p86"/>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9" name="Google Shape;13959;p86"/>
          <p:cNvGrpSpPr/>
          <p:nvPr/>
        </p:nvGrpSpPr>
        <p:grpSpPr>
          <a:xfrm>
            <a:off x="2611449" y="1829604"/>
            <a:ext cx="359232" cy="322023"/>
            <a:chOff x="2637986" y="1980142"/>
            <a:chExt cx="359232" cy="322023"/>
          </a:xfrm>
        </p:grpSpPr>
        <p:sp>
          <p:nvSpPr>
            <p:cNvPr id="13960" name="Google Shape;13960;p8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86"/>
          <p:cNvGrpSpPr/>
          <p:nvPr/>
        </p:nvGrpSpPr>
        <p:grpSpPr>
          <a:xfrm>
            <a:off x="1279994" y="3196435"/>
            <a:ext cx="323018" cy="359075"/>
            <a:chOff x="1306531" y="3346972"/>
            <a:chExt cx="323018" cy="359075"/>
          </a:xfrm>
        </p:grpSpPr>
        <p:sp>
          <p:nvSpPr>
            <p:cNvPr id="13974" name="Google Shape;13974;p8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86"/>
          <p:cNvGrpSpPr/>
          <p:nvPr/>
        </p:nvGrpSpPr>
        <p:grpSpPr>
          <a:xfrm>
            <a:off x="1281486" y="2263437"/>
            <a:ext cx="360253" cy="357111"/>
            <a:chOff x="1308024" y="2413975"/>
            <a:chExt cx="360253" cy="357111"/>
          </a:xfrm>
        </p:grpSpPr>
        <p:sp>
          <p:nvSpPr>
            <p:cNvPr id="13984" name="Google Shape;13984;p8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86"/>
          <p:cNvGrpSpPr/>
          <p:nvPr/>
        </p:nvGrpSpPr>
        <p:grpSpPr>
          <a:xfrm>
            <a:off x="1271981" y="1819785"/>
            <a:ext cx="378452" cy="341321"/>
            <a:chOff x="1298519" y="1970322"/>
            <a:chExt cx="378452" cy="341321"/>
          </a:xfrm>
        </p:grpSpPr>
        <p:sp>
          <p:nvSpPr>
            <p:cNvPr id="14015" name="Google Shape;14015;p8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86"/>
          <p:cNvGrpSpPr/>
          <p:nvPr/>
        </p:nvGrpSpPr>
        <p:grpSpPr>
          <a:xfrm>
            <a:off x="3088278" y="3196330"/>
            <a:ext cx="283217" cy="359180"/>
            <a:chOff x="3114815" y="3346868"/>
            <a:chExt cx="283217" cy="359180"/>
          </a:xfrm>
        </p:grpSpPr>
        <p:sp>
          <p:nvSpPr>
            <p:cNvPr id="14036" name="Google Shape;14036;p8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86"/>
          <p:cNvGrpSpPr/>
          <p:nvPr/>
        </p:nvGrpSpPr>
        <p:grpSpPr>
          <a:xfrm>
            <a:off x="3946648" y="3202693"/>
            <a:ext cx="378661" cy="346558"/>
            <a:chOff x="3973186" y="3353231"/>
            <a:chExt cx="378661" cy="346558"/>
          </a:xfrm>
        </p:grpSpPr>
        <p:sp>
          <p:nvSpPr>
            <p:cNvPr id="14050" name="Google Shape;14050;p8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86"/>
          <p:cNvGrpSpPr/>
          <p:nvPr/>
        </p:nvGrpSpPr>
        <p:grpSpPr>
          <a:xfrm>
            <a:off x="2126319" y="4112465"/>
            <a:ext cx="373241" cy="359127"/>
            <a:chOff x="2152857" y="4263002"/>
            <a:chExt cx="373241" cy="359127"/>
          </a:xfrm>
        </p:grpSpPr>
        <p:sp>
          <p:nvSpPr>
            <p:cNvPr id="14069" name="Google Shape;14069;p8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86"/>
          <p:cNvGrpSpPr/>
          <p:nvPr/>
        </p:nvGrpSpPr>
        <p:grpSpPr>
          <a:xfrm>
            <a:off x="833094" y="3196435"/>
            <a:ext cx="303537" cy="359127"/>
            <a:chOff x="859632" y="3346972"/>
            <a:chExt cx="303537" cy="359127"/>
          </a:xfrm>
        </p:grpSpPr>
        <p:sp>
          <p:nvSpPr>
            <p:cNvPr id="14078" name="Google Shape;14078;p8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86"/>
          <p:cNvGrpSpPr/>
          <p:nvPr/>
        </p:nvGrpSpPr>
        <p:grpSpPr>
          <a:xfrm>
            <a:off x="1741373" y="2731704"/>
            <a:ext cx="265306" cy="366799"/>
            <a:chOff x="1767911" y="2882241"/>
            <a:chExt cx="265306" cy="366799"/>
          </a:xfrm>
        </p:grpSpPr>
        <p:sp>
          <p:nvSpPr>
            <p:cNvPr id="14084" name="Google Shape;14084;p8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86"/>
          <p:cNvGrpSpPr/>
          <p:nvPr/>
        </p:nvGrpSpPr>
        <p:grpSpPr>
          <a:xfrm>
            <a:off x="1305472" y="1349397"/>
            <a:ext cx="331895" cy="359311"/>
            <a:chOff x="1332009" y="1499935"/>
            <a:chExt cx="331895" cy="359311"/>
          </a:xfrm>
        </p:grpSpPr>
        <p:sp>
          <p:nvSpPr>
            <p:cNvPr id="14100" name="Google Shape;14100;p8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7" name="Google Shape;14117;p86"/>
          <p:cNvGrpSpPr/>
          <p:nvPr/>
        </p:nvGrpSpPr>
        <p:grpSpPr>
          <a:xfrm>
            <a:off x="2636927" y="3196278"/>
            <a:ext cx="289528" cy="359232"/>
            <a:chOff x="2663464" y="3346815"/>
            <a:chExt cx="289528" cy="359232"/>
          </a:xfrm>
        </p:grpSpPr>
        <p:sp>
          <p:nvSpPr>
            <p:cNvPr id="14118" name="Google Shape;14118;p8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86"/>
          <p:cNvGrpSpPr/>
          <p:nvPr/>
        </p:nvGrpSpPr>
        <p:grpSpPr>
          <a:xfrm>
            <a:off x="1289237" y="2731389"/>
            <a:ext cx="269051" cy="366983"/>
            <a:chOff x="1315775" y="2881927"/>
            <a:chExt cx="269051" cy="366983"/>
          </a:xfrm>
        </p:grpSpPr>
        <p:sp>
          <p:nvSpPr>
            <p:cNvPr id="14130" name="Google Shape;14130;p8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86"/>
          <p:cNvGrpSpPr/>
          <p:nvPr/>
        </p:nvGrpSpPr>
        <p:grpSpPr>
          <a:xfrm>
            <a:off x="3950890" y="1829604"/>
            <a:ext cx="359232" cy="322023"/>
            <a:chOff x="3977427" y="1980142"/>
            <a:chExt cx="359232" cy="322023"/>
          </a:xfrm>
        </p:grpSpPr>
        <p:sp>
          <p:nvSpPr>
            <p:cNvPr id="14146" name="Google Shape;14146;p8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86"/>
          <p:cNvGrpSpPr/>
          <p:nvPr/>
        </p:nvGrpSpPr>
        <p:grpSpPr>
          <a:xfrm>
            <a:off x="839091" y="2263071"/>
            <a:ext cx="361720" cy="359180"/>
            <a:chOff x="865628" y="2413608"/>
            <a:chExt cx="361720" cy="359180"/>
          </a:xfrm>
        </p:grpSpPr>
        <p:sp>
          <p:nvSpPr>
            <p:cNvPr id="14157" name="Google Shape;14157;p8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86"/>
          <p:cNvGrpSpPr/>
          <p:nvPr/>
        </p:nvGrpSpPr>
        <p:grpSpPr>
          <a:xfrm>
            <a:off x="3090556" y="2731389"/>
            <a:ext cx="268815" cy="366983"/>
            <a:chOff x="3117093" y="2881927"/>
            <a:chExt cx="268815" cy="366983"/>
          </a:xfrm>
        </p:grpSpPr>
        <p:sp>
          <p:nvSpPr>
            <p:cNvPr id="14171" name="Google Shape;14171;p8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86"/>
          <p:cNvGrpSpPr/>
          <p:nvPr/>
        </p:nvGrpSpPr>
        <p:grpSpPr>
          <a:xfrm>
            <a:off x="3507971" y="1357462"/>
            <a:ext cx="368502" cy="343521"/>
            <a:chOff x="3534508" y="1508000"/>
            <a:chExt cx="368502" cy="343521"/>
          </a:xfrm>
        </p:grpSpPr>
        <p:sp>
          <p:nvSpPr>
            <p:cNvPr id="14187" name="Google Shape;14187;p8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86"/>
          <p:cNvGrpSpPr/>
          <p:nvPr/>
        </p:nvGrpSpPr>
        <p:grpSpPr>
          <a:xfrm>
            <a:off x="7131161" y="1349424"/>
            <a:ext cx="279054" cy="354754"/>
            <a:chOff x="7147436" y="1502999"/>
            <a:chExt cx="279054" cy="354754"/>
          </a:xfrm>
        </p:grpSpPr>
        <p:sp>
          <p:nvSpPr>
            <p:cNvPr id="14203" name="Google Shape;14203;p8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86"/>
          <p:cNvGrpSpPr/>
          <p:nvPr/>
        </p:nvGrpSpPr>
        <p:grpSpPr>
          <a:xfrm>
            <a:off x="7586806" y="1819497"/>
            <a:ext cx="276802" cy="354807"/>
            <a:chOff x="7603081" y="1973072"/>
            <a:chExt cx="276802" cy="354807"/>
          </a:xfrm>
        </p:grpSpPr>
        <p:sp>
          <p:nvSpPr>
            <p:cNvPr id="14220" name="Google Shape;14220;p8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86"/>
          <p:cNvGrpSpPr/>
          <p:nvPr/>
        </p:nvGrpSpPr>
        <p:grpSpPr>
          <a:xfrm>
            <a:off x="6680517" y="1349424"/>
            <a:ext cx="276802" cy="354754"/>
            <a:chOff x="6696792" y="1502999"/>
            <a:chExt cx="276802" cy="354754"/>
          </a:xfrm>
        </p:grpSpPr>
        <p:sp>
          <p:nvSpPr>
            <p:cNvPr id="14235" name="Google Shape;14235;p8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0" name="Google Shape;14250;p86"/>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1" name="Google Shape;14251;p86"/>
          <p:cNvGrpSpPr/>
          <p:nvPr/>
        </p:nvGrpSpPr>
        <p:grpSpPr>
          <a:xfrm>
            <a:off x="6207118" y="1349424"/>
            <a:ext cx="320295" cy="354754"/>
            <a:chOff x="6223393" y="1502999"/>
            <a:chExt cx="320295" cy="354754"/>
          </a:xfrm>
        </p:grpSpPr>
        <p:sp>
          <p:nvSpPr>
            <p:cNvPr id="14252" name="Google Shape;14252;p8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86"/>
          <p:cNvGrpSpPr/>
          <p:nvPr/>
        </p:nvGrpSpPr>
        <p:grpSpPr>
          <a:xfrm>
            <a:off x="5294336" y="1349397"/>
            <a:ext cx="339515" cy="354781"/>
            <a:chOff x="5310611" y="1502972"/>
            <a:chExt cx="339515" cy="354781"/>
          </a:xfrm>
        </p:grpSpPr>
        <p:sp>
          <p:nvSpPr>
            <p:cNvPr id="14276" name="Google Shape;14276;p8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86"/>
          <p:cNvGrpSpPr/>
          <p:nvPr/>
        </p:nvGrpSpPr>
        <p:grpSpPr>
          <a:xfrm>
            <a:off x="6237362" y="3636526"/>
            <a:ext cx="274550" cy="354833"/>
            <a:chOff x="6253637" y="3790101"/>
            <a:chExt cx="274550" cy="354833"/>
          </a:xfrm>
        </p:grpSpPr>
        <p:sp>
          <p:nvSpPr>
            <p:cNvPr id="14293" name="Google Shape;14293;p8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86"/>
          <p:cNvGrpSpPr/>
          <p:nvPr/>
        </p:nvGrpSpPr>
        <p:grpSpPr>
          <a:xfrm>
            <a:off x="5786456" y="3636605"/>
            <a:ext cx="274576" cy="354754"/>
            <a:chOff x="5802731" y="3790180"/>
            <a:chExt cx="274576" cy="354754"/>
          </a:xfrm>
        </p:grpSpPr>
        <p:sp>
          <p:nvSpPr>
            <p:cNvPr id="14311" name="Google Shape;14311;p8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86"/>
          <p:cNvGrpSpPr/>
          <p:nvPr/>
        </p:nvGrpSpPr>
        <p:grpSpPr>
          <a:xfrm>
            <a:off x="5335813" y="3636631"/>
            <a:ext cx="274550" cy="354728"/>
            <a:chOff x="5352088" y="3790206"/>
            <a:chExt cx="274550" cy="354728"/>
          </a:xfrm>
        </p:grpSpPr>
        <p:sp>
          <p:nvSpPr>
            <p:cNvPr id="14333" name="Google Shape;14333;p8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86"/>
          <p:cNvGrpSpPr/>
          <p:nvPr/>
        </p:nvGrpSpPr>
        <p:grpSpPr>
          <a:xfrm>
            <a:off x="4885431" y="3636500"/>
            <a:ext cx="274550" cy="354859"/>
            <a:chOff x="4901706" y="3790075"/>
            <a:chExt cx="274550" cy="354859"/>
          </a:xfrm>
        </p:grpSpPr>
        <p:sp>
          <p:nvSpPr>
            <p:cNvPr id="14358" name="Google Shape;14358;p8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86"/>
          <p:cNvGrpSpPr/>
          <p:nvPr/>
        </p:nvGrpSpPr>
        <p:grpSpPr>
          <a:xfrm>
            <a:off x="8036429" y="1349633"/>
            <a:ext cx="275073" cy="354545"/>
            <a:chOff x="8052704" y="1503208"/>
            <a:chExt cx="275073" cy="354545"/>
          </a:xfrm>
        </p:grpSpPr>
        <p:sp>
          <p:nvSpPr>
            <p:cNvPr id="14376" name="Google Shape;14376;p8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6"/>
          <p:cNvGrpSpPr/>
          <p:nvPr/>
        </p:nvGrpSpPr>
        <p:grpSpPr>
          <a:xfrm>
            <a:off x="5778470" y="1349424"/>
            <a:ext cx="274550" cy="354754"/>
            <a:chOff x="5794745" y="1502999"/>
            <a:chExt cx="274550" cy="354754"/>
          </a:xfrm>
        </p:grpSpPr>
        <p:sp>
          <p:nvSpPr>
            <p:cNvPr id="14394" name="Google Shape;14394;p8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86"/>
          <p:cNvGrpSpPr/>
          <p:nvPr/>
        </p:nvGrpSpPr>
        <p:grpSpPr>
          <a:xfrm>
            <a:off x="4880665" y="1349424"/>
            <a:ext cx="263316" cy="354754"/>
            <a:chOff x="4896940" y="1502999"/>
            <a:chExt cx="263316" cy="354754"/>
          </a:xfrm>
        </p:grpSpPr>
        <p:sp>
          <p:nvSpPr>
            <p:cNvPr id="14418" name="Google Shape;14418;p8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86"/>
          <p:cNvGrpSpPr/>
          <p:nvPr/>
        </p:nvGrpSpPr>
        <p:grpSpPr>
          <a:xfrm>
            <a:off x="6239117" y="4114507"/>
            <a:ext cx="274550" cy="354728"/>
            <a:chOff x="6255392" y="4268082"/>
            <a:chExt cx="274550" cy="354728"/>
          </a:xfrm>
        </p:grpSpPr>
        <p:sp>
          <p:nvSpPr>
            <p:cNvPr id="14440" name="Google Shape;14440;p8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86"/>
          <p:cNvGrpSpPr/>
          <p:nvPr/>
        </p:nvGrpSpPr>
        <p:grpSpPr>
          <a:xfrm>
            <a:off x="7587801" y="3636500"/>
            <a:ext cx="275807" cy="354859"/>
            <a:chOff x="7604076" y="3790075"/>
            <a:chExt cx="275807" cy="354859"/>
          </a:xfrm>
        </p:grpSpPr>
        <p:sp>
          <p:nvSpPr>
            <p:cNvPr id="14461" name="Google Shape;14461;p8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6"/>
          <p:cNvGrpSpPr/>
          <p:nvPr/>
        </p:nvGrpSpPr>
        <p:grpSpPr>
          <a:xfrm>
            <a:off x="7138152" y="3636631"/>
            <a:ext cx="274550" cy="354493"/>
            <a:chOff x="7154427" y="3790206"/>
            <a:chExt cx="274550" cy="354493"/>
          </a:xfrm>
        </p:grpSpPr>
        <p:sp>
          <p:nvSpPr>
            <p:cNvPr id="14484" name="Google Shape;14484;p8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86"/>
          <p:cNvGrpSpPr/>
          <p:nvPr/>
        </p:nvGrpSpPr>
        <p:grpSpPr>
          <a:xfrm>
            <a:off x="8038183" y="1819575"/>
            <a:ext cx="274576" cy="354728"/>
            <a:chOff x="8054458" y="1973150"/>
            <a:chExt cx="274576" cy="354728"/>
          </a:xfrm>
        </p:grpSpPr>
        <p:sp>
          <p:nvSpPr>
            <p:cNvPr id="14505" name="Google Shape;14505;p8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86"/>
          <p:cNvGrpSpPr/>
          <p:nvPr/>
        </p:nvGrpSpPr>
        <p:grpSpPr>
          <a:xfrm>
            <a:off x="7137655" y="1819575"/>
            <a:ext cx="274812" cy="354728"/>
            <a:chOff x="7153930" y="1973150"/>
            <a:chExt cx="274812" cy="354728"/>
          </a:xfrm>
        </p:grpSpPr>
        <p:sp>
          <p:nvSpPr>
            <p:cNvPr id="14528" name="Google Shape;14528;p8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7" name="Google Shape;14547;p86"/>
          <p:cNvGrpSpPr/>
          <p:nvPr/>
        </p:nvGrpSpPr>
        <p:grpSpPr>
          <a:xfrm>
            <a:off x="6687247" y="1819523"/>
            <a:ext cx="274812" cy="354781"/>
            <a:chOff x="6703522" y="1973098"/>
            <a:chExt cx="274812" cy="354781"/>
          </a:xfrm>
        </p:grpSpPr>
        <p:sp>
          <p:nvSpPr>
            <p:cNvPr id="14548" name="Google Shape;14548;p8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86"/>
          <p:cNvGrpSpPr/>
          <p:nvPr/>
        </p:nvGrpSpPr>
        <p:grpSpPr>
          <a:xfrm>
            <a:off x="6237100" y="1819575"/>
            <a:ext cx="274812" cy="354728"/>
            <a:chOff x="6253375" y="1973150"/>
            <a:chExt cx="274812" cy="354728"/>
          </a:xfrm>
        </p:grpSpPr>
        <p:sp>
          <p:nvSpPr>
            <p:cNvPr id="14574" name="Google Shape;14574;p8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86"/>
          <p:cNvGrpSpPr/>
          <p:nvPr/>
        </p:nvGrpSpPr>
        <p:grpSpPr>
          <a:xfrm>
            <a:off x="5786221" y="1819575"/>
            <a:ext cx="275309" cy="354728"/>
            <a:chOff x="5802496" y="1973150"/>
            <a:chExt cx="275309" cy="354728"/>
          </a:xfrm>
        </p:grpSpPr>
        <p:sp>
          <p:nvSpPr>
            <p:cNvPr id="14613" name="Google Shape;14613;p8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86"/>
          <p:cNvGrpSpPr/>
          <p:nvPr/>
        </p:nvGrpSpPr>
        <p:grpSpPr>
          <a:xfrm>
            <a:off x="5336808" y="1819575"/>
            <a:ext cx="274576" cy="354728"/>
            <a:chOff x="5353083" y="1973150"/>
            <a:chExt cx="274576" cy="354728"/>
          </a:xfrm>
        </p:grpSpPr>
        <p:sp>
          <p:nvSpPr>
            <p:cNvPr id="14640" name="Google Shape;14640;p8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86"/>
          <p:cNvGrpSpPr/>
          <p:nvPr/>
        </p:nvGrpSpPr>
        <p:grpSpPr>
          <a:xfrm>
            <a:off x="4886426" y="1819575"/>
            <a:ext cx="274812" cy="354728"/>
            <a:chOff x="4902701" y="1973150"/>
            <a:chExt cx="274812" cy="354728"/>
          </a:xfrm>
        </p:grpSpPr>
        <p:sp>
          <p:nvSpPr>
            <p:cNvPr id="14662" name="Google Shape;14662;p8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86"/>
          <p:cNvGrpSpPr/>
          <p:nvPr/>
        </p:nvGrpSpPr>
        <p:grpSpPr>
          <a:xfrm>
            <a:off x="4886426" y="2726414"/>
            <a:ext cx="272560" cy="354676"/>
            <a:chOff x="4902701" y="2879989"/>
            <a:chExt cx="272560" cy="354676"/>
          </a:xfrm>
        </p:grpSpPr>
        <p:sp>
          <p:nvSpPr>
            <p:cNvPr id="14688" name="Google Shape;14688;p8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86"/>
          <p:cNvGrpSpPr/>
          <p:nvPr/>
        </p:nvGrpSpPr>
        <p:grpSpPr>
          <a:xfrm>
            <a:off x="5787713" y="4114507"/>
            <a:ext cx="274550" cy="354728"/>
            <a:chOff x="5803988" y="4268082"/>
            <a:chExt cx="274550" cy="354728"/>
          </a:xfrm>
        </p:grpSpPr>
        <p:sp>
          <p:nvSpPr>
            <p:cNvPr id="14713" name="Google Shape;14713;p8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86"/>
          <p:cNvGrpSpPr/>
          <p:nvPr/>
        </p:nvGrpSpPr>
        <p:grpSpPr>
          <a:xfrm>
            <a:off x="5336074" y="4114507"/>
            <a:ext cx="274550" cy="354728"/>
            <a:chOff x="5352349" y="4268082"/>
            <a:chExt cx="274550" cy="354728"/>
          </a:xfrm>
        </p:grpSpPr>
        <p:sp>
          <p:nvSpPr>
            <p:cNvPr id="14736" name="Google Shape;14736;p8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6"/>
          <p:cNvGrpSpPr/>
          <p:nvPr/>
        </p:nvGrpSpPr>
        <p:grpSpPr>
          <a:xfrm>
            <a:off x="7590551" y="2265715"/>
            <a:ext cx="274550" cy="354728"/>
            <a:chOff x="7606826" y="2419290"/>
            <a:chExt cx="274550" cy="354728"/>
          </a:xfrm>
        </p:grpSpPr>
        <p:sp>
          <p:nvSpPr>
            <p:cNvPr id="14759" name="Google Shape;14759;p8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86"/>
          <p:cNvGrpSpPr/>
          <p:nvPr/>
        </p:nvGrpSpPr>
        <p:grpSpPr>
          <a:xfrm>
            <a:off x="7139907" y="2265715"/>
            <a:ext cx="274550" cy="354728"/>
            <a:chOff x="7156182" y="2419290"/>
            <a:chExt cx="274550" cy="354728"/>
          </a:xfrm>
        </p:grpSpPr>
        <p:sp>
          <p:nvSpPr>
            <p:cNvPr id="14775" name="Google Shape;14775;p8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0" name="Google Shape;14790;p86"/>
          <p:cNvGrpSpPr/>
          <p:nvPr/>
        </p:nvGrpSpPr>
        <p:grpSpPr>
          <a:xfrm>
            <a:off x="6689001" y="2265715"/>
            <a:ext cx="274812" cy="354728"/>
            <a:chOff x="6705276" y="2419290"/>
            <a:chExt cx="274812" cy="354728"/>
          </a:xfrm>
        </p:grpSpPr>
        <p:sp>
          <p:nvSpPr>
            <p:cNvPr id="14791" name="Google Shape;14791;p8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9" name="Google Shape;14819;p86"/>
          <p:cNvGrpSpPr/>
          <p:nvPr/>
        </p:nvGrpSpPr>
        <p:grpSpPr>
          <a:xfrm>
            <a:off x="4886661" y="2265715"/>
            <a:ext cx="274576" cy="354728"/>
            <a:chOff x="4902936" y="2419290"/>
            <a:chExt cx="274576" cy="354728"/>
          </a:xfrm>
        </p:grpSpPr>
        <p:sp>
          <p:nvSpPr>
            <p:cNvPr id="14820" name="Google Shape;14820;p8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86"/>
          <p:cNvGrpSpPr/>
          <p:nvPr/>
        </p:nvGrpSpPr>
        <p:grpSpPr>
          <a:xfrm>
            <a:off x="7591781" y="3192219"/>
            <a:ext cx="270334" cy="354754"/>
            <a:chOff x="7608056" y="3345794"/>
            <a:chExt cx="270334" cy="354754"/>
          </a:xfrm>
        </p:grpSpPr>
        <p:sp>
          <p:nvSpPr>
            <p:cNvPr id="14841" name="Google Shape;14841;p8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86"/>
          <p:cNvGrpSpPr/>
          <p:nvPr/>
        </p:nvGrpSpPr>
        <p:grpSpPr>
          <a:xfrm>
            <a:off x="6696490" y="4114507"/>
            <a:ext cx="263316" cy="354728"/>
            <a:chOff x="6712765" y="4268082"/>
            <a:chExt cx="263316" cy="354728"/>
          </a:xfrm>
        </p:grpSpPr>
        <p:sp>
          <p:nvSpPr>
            <p:cNvPr id="14861" name="Google Shape;14861;p8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86"/>
          <p:cNvGrpSpPr/>
          <p:nvPr/>
        </p:nvGrpSpPr>
        <p:grpSpPr>
          <a:xfrm>
            <a:off x="5343066" y="2265584"/>
            <a:ext cx="262819" cy="354859"/>
            <a:chOff x="5359341" y="2419159"/>
            <a:chExt cx="262819" cy="354859"/>
          </a:xfrm>
        </p:grpSpPr>
        <p:sp>
          <p:nvSpPr>
            <p:cNvPr id="14878" name="Google Shape;14878;p8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9" name="Google Shape;14899;p86"/>
          <p:cNvGrpSpPr/>
          <p:nvPr/>
        </p:nvGrpSpPr>
        <p:grpSpPr>
          <a:xfrm>
            <a:off x="6693007" y="3636631"/>
            <a:ext cx="263316" cy="354493"/>
            <a:chOff x="6709282" y="3790206"/>
            <a:chExt cx="263316" cy="354493"/>
          </a:xfrm>
        </p:grpSpPr>
        <p:sp>
          <p:nvSpPr>
            <p:cNvPr id="14900" name="Google Shape;14900;p8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86"/>
          <p:cNvGrpSpPr/>
          <p:nvPr/>
        </p:nvGrpSpPr>
        <p:grpSpPr>
          <a:xfrm>
            <a:off x="6244354" y="2265715"/>
            <a:ext cx="263055" cy="354493"/>
            <a:chOff x="6260629" y="2419290"/>
            <a:chExt cx="263055" cy="354493"/>
          </a:xfrm>
        </p:grpSpPr>
        <p:sp>
          <p:nvSpPr>
            <p:cNvPr id="14917" name="Google Shape;14917;p8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86"/>
          <p:cNvGrpSpPr/>
          <p:nvPr/>
        </p:nvGrpSpPr>
        <p:grpSpPr>
          <a:xfrm>
            <a:off x="6244589" y="2726336"/>
            <a:ext cx="263343" cy="354754"/>
            <a:chOff x="6260864" y="2879911"/>
            <a:chExt cx="263343" cy="354754"/>
          </a:xfrm>
        </p:grpSpPr>
        <p:sp>
          <p:nvSpPr>
            <p:cNvPr id="14933" name="Google Shape;14933;p8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86"/>
          <p:cNvGrpSpPr/>
          <p:nvPr/>
        </p:nvGrpSpPr>
        <p:grpSpPr>
          <a:xfrm>
            <a:off x="8046693" y="2265715"/>
            <a:ext cx="263316" cy="354728"/>
            <a:chOff x="8062968" y="2419290"/>
            <a:chExt cx="263316" cy="354728"/>
          </a:xfrm>
        </p:grpSpPr>
        <p:sp>
          <p:nvSpPr>
            <p:cNvPr id="14952" name="Google Shape;14952;p8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86"/>
          <p:cNvGrpSpPr/>
          <p:nvPr/>
        </p:nvGrpSpPr>
        <p:grpSpPr>
          <a:xfrm>
            <a:off x="5793448" y="2265715"/>
            <a:ext cx="263316" cy="354728"/>
            <a:chOff x="5809723" y="2419290"/>
            <a:chExt cx="263316" cy="354728"/>
          </a:xfrm>
        </p:grpSpPr>
        <p:sp>
          <p:nvSpPr>
            <p:cNvPr id="14970" name="Google Shape;14970;p8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86"/>
          <p:cNvGrpSpPr/>
          <p:nvPr/>
        </p:nvGrpSpPr>
        <p:grpSpPr>
          <a:xfrm>
            <a:off x="7590551" y="1349424"/>
            <a:ext cx="263552" cy="354754"/>
            <a:chOff x="7606826" y="1502999"/>
            <a:chExt cx="263552" cy="354754"/>
          </a:xfrm>
        </p:grpSpPr>
        <p:sp>
          <p:nvSpPr>
            <p:cNvPr id="14988" name="Google Shape;14988;p8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86"/>
          <p:cNvGrpSpPr/>
          <p:nvPr/>
        </p:nvGrpSpPr>
        <p:grpSpPr>
          <a:xfrm>
            <a:off x="8044180" y="3636500"/>
            <a:ext cx="264076" cy="354623"/>
            <a:chOff x="8060455" y="3790075"/>
            <a:chExt cx="264076" cy="354623"/>
          </a:xfrm>
        </p:grpSpPr>
        <p:sp>
          <p:nvSpPr>
            <p:cNvPr id="15007" name="Google Shape;15007;p8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86"/>
          <p:cNvGrpSpPr/>
          <p:nvPr/>
        </p:nvGrpSpPr>
        <p:grpSpPr>
          <a:xfrm>
            <a:off x="7598275" y="2726336"/>
            <a:ext cx="263316" cy="354754"/>
            <a:chOff x="7614550" y="2879911"/>
            <a:chExt cx="263316" cy="354754"/>
          </a:xfrm>
        </p:grpSpPr>
        <p:sp>
          <p:nvSpPr>
            <p:cNvPr id="15031" name="Google Shape;15031;p8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86"/>
          <p:cNvGrpSpPr/>
          <p:nvPr/>
        </p:nvGrpSpPr>
        <p:grpSpPr>
          <a:xfrm>
            <a:off x="4884409" y="4114612"/>
            <a:ext cx="274576" cy="354623"/>
            <a:chOff x="4900684" y="4268187"/>
            <a:chExt cx="274576" cy="354623"/>
          </a:xfrm>
        </p:grpSpPr>
        <p:sp>
          <p:nvSpPr>
            <p:cNvPr id="15051" name="Google Shape;15051;p8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86"/>
          <p:cNvGrpSpPr/>
          <p:nvPr/>
        </p:nvGrpSpPr>
        <p:grpSpPr>
          <a:xfrm>
            <a:off x="7145379" y="3192219"/>
            <a:ext cx="263343" cy="354754"/>
            <a:chOff x="7161654" y="3345794"/>
            <a:chExt cx="263343" cy="354754"/>
          </a:xfrm>
        </p:grpSpPr>
        <p:sp>
          <p:nvSpPr>
            <p:cNvPr id="15067" name="Google Shape;15067;p8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86"/>
          <p:cNvGrpSpPr/>
          <p:nvPr/>
        </p:nvGrpSpPr>
        <p:grpSpPr>
          <a:xfrm>
            <a:off x="6695495" y="3192219"/>
            <a:ext cx="263081" cy="354754"/>
            <a:chOff x="6711770" y="3345794"/>
            <a:chExt cx="263081" cy="354754"/>
          </a:xfrm>
        </p:grpSpPr>
        <p:sp>
          <p:nvSpPr>
            <p:cNvPr id="15087" name="Google Shape;15087;p8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86"/>
          <p:cNvGrpSpPr/>
          <p:nvPr/>
        </p:nvGrpSpPr>
        <p:grpSpPr>
          <a:xfrm>
            <a:off x="7147134" y="2726676"/>
            <a:ext cx="263316" cy="354414"/>
            <a:chOff x="7163409" y="2880251"/>
            <a:chExt cx="263316" cy="354414"/>
          </a:xfrm>
        </p:grpSpPr>
        <p:sp>
          <p:nvSpPr>
            <p:cNvPr id="15105" name="Google Shape;15105;p8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86"/>
          <p:cNvGrpSpPr/>
          <p:nvPr/>
        </p:nvGrpSpPr>
        <p:grpSpPr>
          <a:xfrm>
            <a:off x="6695757" y="2726597"/>
            <a:ext cx="263316" cy="354493"/>
            <a:chOff x="6712032" y="2880172"/>
            <a:chExt cx="263316" cy="354493"/>
          </a:xfrm>
        </p:grpSpPr>
        <p:sp>
          <p:nvSpPr>
            <p:cNvPr id="15118" name="Google Shape;15118;p8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86"/>
          <p:cNvGrpSpPr/>
          <p:nvPr/>
        </p:nvGrpSpPr>
        <p:grpSpPr>
          <a:xfrm>
            <a:off x="6245349" y="3192219"/>
            <a:ext cx="263316" cy="354754"/>
            <a:chOff x="6261624" y="3345794"/>
            <a:chExt cx="263316" cy="354754"/>
          </a:xfrm>
        </p:grpSpPr>
        <p:sp>
          <p:nvSpPr>
            <p:cNvPr id="15140" name="Google Shape;15140;p8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8" name="Google Shape;15168;p86"/>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9" name="Google Shape;15169;p86"/>
          <p:cNvGrpSpPr/>
          <p:nvPr/>
        </p:nvGrpSpPr>
        <p:grpSpPr>
          <a:xfrm>
            <a:off x="5795464" y="3192219"/>
            <a:ext cx="263316" cy="354754"/>
            <a:chOff x="5811739" y="3345794"/>
            <a:chExt cx="263316" cy="354754"/>
          </a:xfrm>
        </p:grpSpPr>
        <p:sp>
          <p:nvSpPr>
            <p:cNvPr id="15170" name="Google Shape;15170;p8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86"/>
          <p:cNvGrpSpPr/>
          <p:nvPr/>
        </p:nvGrpSpPr>
        <p:grpSpPr>
          <a:xfrm>
            <a:off x="5347543" y="3192219"/>
            <a:ext cx="259074" cy="354493"/>
            <a:chOff x="5363818" y="3345794"/>
            <a:chExt cx="259074" cy="354493"/>
          </a:xfrm>
        </p:grpSpPr>
        <p:sp>
          <p:nvSpPr>
            <p:cNvPr id="15192" name="Google Shape;15192;p8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86"/>
          <p:cNvGrpSpPr/>
          <p:nvPr/>
        </p:nvGrpSpPr>
        <p:grpSpPr>
          <a:xfrm>
            <a:off x="4896664" y="3192088"/>
            <a:ext cx="261326" cy="354885"/>
            <a:chOff x="4912939" y="3345663"/>
            <a:chExt cx="261326" cy="354885"/>
          </a:xfrm>
        </p:grpSpPr>
        <p:sp>
          <p:nvSpPr>
            <p:cNvPr id="15218" name="Google Shape;15218;p8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86"/>
          <p:cNvGrpSpPr/>
          <p:nvPr/>
        </p:nvGrpSpPr>
        <p:grpSpPr>
          <a:xfrm>
            <a:off x="5793448" y="2726336"/>
            <a:ext cx="263081" cy="355016"/>
            <a:chOff x="5809723" y="2879911"/>
            <a:chExt cx="263081" cy="355016"/>
          </a:xfrm>
        </p:grpSpPr>
        <p:sp>
          <p:nvSpPr>
            <p:cNvPr id="15240" name="Google Shape;15240;p8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86"/>
          <p:cNvGrpSpPr/>
          <p:nvPr/>
        </p:nvGrpSpPr>
        <p:grpSpPr>
          <a:xfrm>
            <a:off x="7599794" y="4114481"/>
            <a:ext cx="263316" cy="354754"/>
            <a:chOff x="7616069" y="4268056"/>
            <a:chExt cx="263316" cy="354754"/>
          </a:xfrm>
        </p:grpSpPr>
        <p:sp>
          <p:nvSpPr>
            <p:cNvPr id="15263" name="Google Shape;15263;p8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86"/>
          <p:cNvGrpSpPr/>
          <p:nvPr/>
        </p:nvGrpSpPr>
        <p:grpSpPr>
          <a:xfrm>
            <a:off x="7148129" y="4114743"/>
            <a:ext cx="263316" cy="354493"/>
            <a:chOff x="7164404" y="4268318"/>
            <a:chExt cx="263316" cy="354493"/>
          </a:xfrm>
        </p:grpSpPr>
        <p:sp>
          <p:nvSpPr>
            <p:cNvPr id="15285" name="Google Shape;15285;p8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86"/>
          <p:cNvGrpSpPr/>
          <p:nvPr/>
        </p:nvGrpSpPr>
        <p:grpSpPr>
          <a:xfrm>
            <a:off x="5342071" y="2726336"/>
            <a:ext cx="263316" cy="354754"/>
            <a:chOff x="5358346" y="2879911"/>
            <a:chExt cx="263316" cy="354754"/>
          </a:xfrm>
        </p:grpSpPr>
        <p:sp>
          <p:nvSpPr>
            <p:cNvPr id="15302" name="Google Shape;15302;p8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3" name="Google Shape;15323;p86"/>
          <p:cNvGrpSpPr/>
          <p:nvPr/>
        </p:nvGrpSpPr>
        <p:grpSpPr>
          <a:xfrm>
            <a:off x="8045175" y="3192167"/>
            <a:ext cx="263316" cy="354807"/>
            <a:chOff x="8061450" y="3345742"/>
            <a:chExt cx="263316" cy="354807"/>
          </a:xfrm>
        </p:grpSpPr>
        <p:sp>
          <p:nvSpPr>
            <p:cNvPr id="15324" name="Google Shape;15324;p8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86"/>
          <p:cNvGrpSpPr/>
          <p:nvPr/>
        </p:nvGrpSpPr>
        <p:grpSpPr>
          <a:xfrm>
            <a:off x="8049678" y="2726336"/>
            <a:ext cx="263081" cy="354754"/>
            <a:chOff x="8065953" y="2879911"/>
            <a:chExt cx="263081" cy="354754"/>
          </a:xfrm>
        </p:grpSpPr>
        <p:sp>
          <p:nvSpPr>
            <p:cNvPr id="15341" name="Google Shape;15341;p8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86"/>
          <p:cNvGrpSpPr/>
          <p:nvPr/>
        </p:nvGrpSpPr>
        <p:grpSpPr>
          <a:xfrm>
            <a:off x="8047924" y="4114743"/>
            <a:ext cx="270308" cy="354493"/>
            <a:chOff x="8064199" y="4268318"/>
            <a:chExt cx="270308" cy="354493"/>
          </a:xfrm>
        </p:grpSpPr>
        <p:sp>
          <p:nvSpPr>
            <p:cNvPr id="15358" name="Google Shape;15358;p8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6" name="Google Shape;15376;p86"/>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5377" name="Google Shape;15377;p86"/>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81" name="Shape 15381"/>
        <p:cNvGrpSpPr/>
        <p:nvPr/>
      </p:nvGrpSpPr>
      <p:grpSpPr>
        <a:xfrm>
          <a:off x="0" y="0"/>
          <a:ext cx="0" cy="0"/>
          <a:chOff x="0" y="0"/>
          <a:chExt cx="0" cy="0"/>
        </a:xfrm>
      </p:grpSpPr>
      <p:grpSp>
        <p:nvGrpSpPr>
          <p:cNvPr id="15382" name="Google Shape;15382;p87"/>
          <p:cNvGrpSpPr/>
          <p:nvPr/>
        </p:nvGrpSpPr>
        <p:grpSpPr>
          <a:xfrm>
            <a:off x="3507933" y="3164345"/>
            <a:ext cx="381482" cy="366926"/>
            <a:chOff x="3511608" y="3348218"/>
            <a:chExt cx="381482" cy="366926"/>
          </a:xfrm>
        </p:grpSpPr>
        <p:sp>
          <p:nvSpPr>
            <p:cNvPr id="15383" name="Google Shape;15383;p8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87"/>
          <p:cNvGrpSpPr/>
          <p:nvPr/>
        </p:nvGrpSpPr>
        <p:grpSpPr>
          <a:xfrm>
            <a:off x="1846141" y="3623467"/>
            <a:ext cx="163616" cy="366665"/>
            <a:chOff x="1849816" y="3807339"/>
            <a:chExt cx="163616" cy="366665"/>
          </a:xfrm>
        </p:grpSpPr>
        <p:sp>
          <p:nvSpPr>
            <p:cNvPr id="15398" name="Google Shape;15398;p8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87"/>
          <p:cNvGrpSpPr/>
          <p:nvPr/>
        </p:nvGrpSpPr>
        <p:grpSpPr>
          <a:xfrm>
            <a:off x="2271082" y="3623441"/>
            <a:ext cx="202292" cy="366430"/>
            <a:chOff x="2274757" y="3807313"/>
            <a:chExt cx="202292" cy="366430"/>
          </a:xfrm>
        </p:grpSpPr>
        <p:sp>
          <p:nvSpPr>
            <p:cNvPr id="15413" name="Google Shape;15413;p8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87"/>
          <p:cNvGrpSpPr/>
          <p:nvPr/>
        </p:nvGrpSpPr>
        <p:grpSpPr>
          <a:xfrm>
            <a:off x="3969041" y="3164345"/>
            <a:ext cx="366404" cy="366665"/>
            <a:chOff x="3972716" y="3348218"/>
            <a:chExt cx="366404" cy="366665"/>
          </a:xfrm>
        </p:grpSpPr>
        <p:sp>
          <p:nvSpPr>
            <p:cNvPr id="15424" name="Google Shape;15424;p8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87"/>
          <p:cNvGrpSpPr/>
          <p:nvPr/>
        </p:nvGrpSpPr>
        <p:grpSpPr>
          <a:xfrm>
            <a:off x="862853" y="3164476"/>
            <a:ext cx="317405" cy="366534"/>
            <a:chOff x="866528" y="3348348"/>
            <a:chExt cx="317405" cy="366534"/>
          </a:xfrm>
        </p:grpSpPr>
        <p:sp>
          <p:nvSpPr>
            <p:cNvPr id="15437" name="Google Shape;15437;p8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87"/>
          <p:cNvGrpSpPr/>
          <p:nvPr/>
        </p:nvGrpSpPr>
        <p:grpSpPr>
          <a:xfrm>
            <a:off x="1313143" y="3164423"/>
            <a:ext cx="310872" cy="366848"/>
            <a:chOff x="1316818" y="3348296"/>
            <a:chExt cx="310872" cy="366848"/>
          </a:xfrm>
        </p:grpSpPr>
        <p:sp>
          <p:nvSpPr>
            <p:cNvPr id="15446" name="Google Shape;15446;p8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87"/>
          <p:cNvGrpSpPr/>
          <p:nvPr/>
        </p:nvGrpSpPr>
        <p:grpSpPr>
          <a:xfrm>
            <a:off x="3101573" y="3164371"/>
            <a:ext cx="305620" cy="366430"/>
            <a:chOff x="3105248" y="3348244"/>
            <a:chExt cx="305620" cy="366430"/>
          </a:xfrm>
        </p:grpSpPr>
        <p:sp>
          <p:nvSpPr>
            <p:cNvPr id="15471" name="Google Shape;15471;p8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87"/>
          <p:cNvGrpSpPr/>
          <p:nvPr/>
        </p:nvGrpSpPr>
        <p:grpSpPr>
          <a:xfrm>
            <a:off x="2658313" y="3164345"/>
            <a:ext cx="304078" cy="366665"/>
            <a:chOff x="2661988" y="3348218"/>
            <a:chExt cx="304078" cy="366665"/>
          </a:xfrm>
        </p:grpSpPr>
        <p:sp>
          <p:nvSpPr>
            <p:cNvPr id="15479" name="Google Shape;15479;p8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87"/>
          <p:cNvGrpSpPr/>
          <p:nvPr/>
        </p:nvGrpSpPr>
        <p:grpSpPr>
          <a:xfrm>
            <a:off x="2209252" y="3165024"/>
            <a:ext cx="307606" cy="366482"/>
            <a:chOff x="2212927" y="3348897"/>
            <a:chExt cx="307606" cy="366482"/>
          </a:xfrm>
        </p:grpSpPr>
        <p:sp>
          <p:nvSpPr>
            <p:cNvPr id="15499" name="Google Shape;15499;p8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9" name="Google Shape;15509;p87"/>
          <p:cNvGrpSpPr/>
          <p:nvPr/>
        </p:nvGrpSpPr>
        <p:grpSpPr>
          <a:xfrm>
            <a:off x="1760714" y="3164345"/>
            <a:ext cx="310114" cy="366665"/>
            <a:chOff x="1764389" y="3348218"/>
            <a:chExt cx="310114" cy="366665"/>
          </a:xfrm>
        </p:grpSpPr>
        <p:sp>
          <p:nvSpPr>
            <p:cNvPr id="15510" name="Google Shape;15510;p8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87"/>
          <p:cNvGrpSpPr/>
          <p:nvPr/>
        </p:nvGrpSpPr>
        <p:grpSpPr>
          <a:xfrm>
            <a:off x="2773897" y="3623415"/>
            <a:ext cx="81716" cy="366717"/>
            <a:chOff x="2777572" y="3807287"/>
            <a:chExt cx="81716" cy="366717"/>
          </a:xfrm>
        </p:grpSpPr>
        <p:sp>
          <p:nvSpPr>
            <p:cNvPr id="15531" name="Google Shape;15531;p8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87"/>
          <p:cNvGrpSpPr/>
          <p:nvPr/>
        </p:nvGrpSpPr>
        <p:grpSpPr>
          <a:xfrm>
            <a:off x="3930339" y="4145908"/>
            <a:ext cx="366665" cy="256334"/>
            <a:chOff x="3934014" y="4329780"/>
            <a:chExt cx="366665" cy="256334"/>
          </a:xfrm>
        </p:grpSpPr>
        <p:sp>
          <p:nvSpPr>
            <p:cNvPr id="15543" name="Google Shape;15543;p8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87"/>
          <p:cNvGrpSpPr/>
          <p:nvPr/>
        </p:nvGrpSpPr>
        <p:grpSpPr>
          <a:xfrm>
            <a:off x="943995" y="3623467"/>
            <a:ext cx="194295" cy="366404"/>
            <a:chOff x="947670" y="3807339"/>
            <a:chExt cx="194295" cy="366404"/>
          </a:xfrm>
        </p:grpSpPr>
        <p:sp>
          <p:nvSpPr>
            <p:cNvPr id="15557" name="Google Shape;15557;p8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87"/>
          <p:cNvGrpSpPr/>
          <p:nvPr/>
        </p:nvGrpSpPr>
        <p:grpSpPr>
          <a:xfrm>
            <a:off x="3416704" y="4102685"/>
            <a:ext cx="368939" cy="342283"/>
            <a:chOff x="3420379" y="4286557"/>
            <a:chExt cx="368939" cy="342283"/>
          </a:xfrm>
        </p:grpSpPr>
        <p:sp>
          <p:nvSpPr>
            <p:cNvPr id="15568" name="Google Shape;15568;p8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87"/>
          <p:cNvGrpSpPr/>
          <p:nvPr/>
        </p:nvGrpSpPr>
        <p:grpSpPr>
          <a:xfrm>
            <a:off x="3961515" y="3658380"/>
            <a:ext cx="369801" cy="296813"/>
            <a:chOff x="3965190" y="3842252"/>
            <a:chExt cx="369801" cy="296813"/>
          </a:xfrm>
        </p:grpSpPr>
        <p:sp>
          <p:nvSpPr>
            <p:cNvPr id="15585" name="Google Shape;15585;p8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6" name="Google Shape;15606;p87"/>
          <p:cNvGrpSpPr/>
          <p:nvPr/>
        </p:nvGrpSpPr>
        <p:grpSpPr>
          <a:xfrm>
            <a:off x="3502915" y="3649939"/>
            <a:ext cx="396796" cy="313407"/>
            <a:chOff x="3506590" y="3833812"/>
            <a:chExt cx="396796" cy="313407"/>
          </a:xfrm>
        </p:grpSpPr>
        <p:sp>
          <p:nvSpPr>
            <p:cNvPr id="15607" name="Google Shape;15607;p8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87"/>
          <p:cNvGrpSpPr/>
          <p:nvPr/>
        </p:nvGrpSpPr>
        <p:grpSpPr>
          <a:xfrm>
            <a:off x="2765613" y="1781491"/>
            <a:ext cx="104556" cy="366665"/>
            <a:chOff x="2769288" y="1965364"/>
            <a:chExt cx="104556" cy="366665"/>
          </a:xfrm>
        </p:grpSpPr>
        <p:sp>
          <p:nvSpPr>
            <p:cNvPr id="15611" name="Google Shape;15611;p8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87"/>
          <p:cNvGrpSpPr/>
          <p:nvPr/>
        </p:nvGrpSpPr>
        <p:grpSpPr>
          <a:xfrm>
            <a:off x="3963004" y="1826988"/>
            <a:ext cx="367162" cy="275698"/>
            <a:chOff x="3966679" y="2010861"/>
            <a:chExt cx="367162" cy="275698"/>
          </a:xfrm>
        </p:grpSpPr>
        <p:sp>
          <p:nvSpPr>
            <p:cNvPr id="15624" name="Google Shape;15624;p8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87"/>
          <p:cNvGrpSpPr/>
          <p:nvPr/>
        </p:nvGrpSpPr>
        <p:grpSpPr>
          <a:xfrm>
            <a:off x="1748902" y="1841622"/>
            <a:ext cx="366404" cy="246220"/>
            <a:chOff x="1752577" y="2025495"/>
            <a:chExt cx="366404" cy="246220"/>
          </a:xfrm>
        </p:grpSpPr>
        <p:sp>
          <p:nvSpPr>
            <p:cNvPr id="15629" name="Google Shape;15629;p8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87"/>
          <p:cNvGrpSpPr/>
          <p:nvPr/>
        </p:nvGrpSpPr>
        <p:grpSpPr>
          <a:xfrm>
            <a:off x="1305878" y="1885708"/>
            <a:ext cx="366404" cy="158363"/>
            <a:chOff x="1309553" y="2069580"/>
            <a:chExt cx="366404" cy="158363"/>
          </a:xfrm>
        </p:grpSpPr>
        <p:sp>
          <p:nvSpPr>
            <p:cNvPr id="15646" name="Google Shape;15646;p8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87"/>
          <p:cNvGrpSpPr/>
          <p:nvPr/>
        </p:nvGrpSpPr>
        <p:grpSpPr>
          <a:xfrm>
            <a:off x="862853" y="1904889"/>
            <a:ext cx="366639" cy="119635"/>
            <a:chOff x="866528" y="2088762"/>
            <a:chExt cx="366639" cy="119635"/>
          </a:xfrm>
        </p:grpSpPr>
        <p:sp>
          <p:nvSpPr>
            <p:cNvPr id="15673" name="Google Shape;15673;p8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87"/>
          <p:cNvGrpSpPr/>
          <p:nvPr/>
        </p:nvGrpSpPr>
        <p:grpSpPr>
          <a:xfrm>
            <a:off x="2325594" y="1781439"/>
            <a:ext cx="98807" cy="366273"/>
            <a:chOff x="2329269" y="1965312"/>
            <a:chExt cx="98807" cy="366273"/>
          </a:xfrm>
        </p:grpSpPr>
        <p:sp>
          <p:nvSpPr>
            <p:cNvPr id="15688" name="Google Shape;15688;p8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87"/>
          <p:cNvGrpSpPr/>
          <p:nvPr/>
        </p:nvGrpSpPr>
        <p:grpSpPr>
          <a:xfrm>
            <a:off x="3204378" y="1781099"/>
            <a:ext cx="112344" cy="366926"/>
            <a:chOff x="3208053" y="1964972"/>
            <a:chExt cx="112344" cy="366926"/>
          </a:xfrm>
        </p:grpSpPr>
        <p:sp>
          <p:nvSpPr>
            <p:cNvPr id="15692" name="Google Shape;15692;p8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87"/>
          <p:cNvGrpSpPr/>
          <p:nvPr/>
        </p:nvGrpSpPr>
        <p:grpSpPr>
          <a:xfrm>
            <a:off x="3221704" y="3623467"/>
            <a:ext cx="72413" cy="366404"/>
            <a:chOff x="3225379" y="3807339"/>
            <a:chExt cx="72413" cy="366404"/>
          </a:xfrm>
        </p:grpSpPr>
        <p:sp>
          <p:nvSpPr>
            <p:cNvPr id="15699" name="Google Shape;15699;p8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7" name="Google Shape;15707;p87"/>
          <p:cNvGrpSpPr/>
          <p:nvPr/>
        </p:nvGrpSpPr>
        <p:grpSpPr>
          <a:xfrm>
            <a:off x="3520241" y="1827223"/>
            <a:ext cx="366665" cy="275201"/>
            <a:chOff x="3523916" y="2011096"/>
            <a:chExt cx="366665" cy="275201"/>
          </a:xfrm>
        </p:grpSpPr>
        <p:sp>
          <p:nvSpPr>
            <p:cNvPr id="15708" name="Google Shape;15708;p8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87"/>
          <p:cNvGrpSpPr/>
          <p:nvPr/>
        </p:nvGrpSpPr>
        <p:grpSpPr>
          <a:xfrm>
            <a:off x="1739102" y="1316124"/>
            <a:ext cx="393791" cy="366744"/>
            <a:chOff x="1742777" y="1499997"/>
            <a:chExt cx="393791" cy="366744"/>
          </a:xfrm>
        </p:grpSpPr>
        <p:sp>
          <p:nvSpPr>
            <p:cNvPr id="15729" name="Google Shape;15729;p8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3" name="Google Shape;15743;p87"/>
          <p:cNvGrpSpPr/>
          <p:nvPr/>
        </p:nvGrpSpPr>
        <p:grpSpPr>
          <a:xfrm>
            <a:off x="4010774" y="1316124"/>
            <a:ext cx="319914" cy="366639"/>
            <a:chOff x="4014449" y="1499997"/>
            <a:chExt cx="319914" cy="366639"/>
          </a:xfrm>
        </p:grpSpPr>
        <p:sp>
          <p:nvSpPr>
            <p:cNvPr id="15744" name="Google Shape;15744;p8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87"/>
          <p:cNvGrpSpPr/>
          <p:nvPr/>
        </p:nvGrpSpPr>
        <p:grpSpPr>
          <a:xfrm>
            <a:off x="862592" y="1407588"/>
            <a:ext cx="367397" cy="183711"/>
            <a:chOff x="866267" y="1591460"/>
            <a:chExt cx="367397" cy="183711"/>
          </a:xfrm>
        </p:grpSpPr>
        <p:sp>
          <p:nvSpPr>
            <p:cNvPr id="15750" name="Google Shape;15750;p8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87"/>
          <p:cNvGrpSpPr/>
          <p:nvPr/>
        </p:nvGrpSpPr>
        <p:grpSpPr>
          <a:xfrm>
            <a:off x="3114168" y="1316019"/>
            <a:ext cx="327440" cy="366744"/>
            <a:chOff x="3117843" y="1499892"/>
            <a:chExt cx="327440" cy="366744"/>
          </a:xfrm>
        </p:grpSpPr>
        <p:sp>
          <p:nvSpPr>
            <p:cNvPr id="15769" name="Google Shape;15769;p8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87"/>
          <p:cNvGrpSpPr/>
          <p:nvPr/>
        </p:nvGrpSpPr>
        <p:grpSpPr>
          <a:xfrm>
            <a:off x="2663330" y="1316124"/>
            <a:ext cx="336770" cy="366639"/>
            <a:chOff x="2667005" y="1499997"/>
            <a:chExt cx="336770" cy="366639"/>
          </a:xfrm>
        </p:grpSpPr>
        <p:sp>
          <p:nvSpPr>
            <p:cNvPr id="15777" name="Google Shape;15777;p8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87"/>
          <p:cNvGrpSpPr/>
          <p:nvPr/>
        </p:nvGrpSpPr>
        <p:grpSpPr>
          <a:xfrm>
            <a:off x="3561191" y="1316124"/>
            <a:ext cx="326473" cy="366639"/>
            <a:chOff x="3564866" y="1499997"/>
            <a:chExt cx="326473" cy="366639"/>
          </a:xfrm>
        </p:grpSpPr>
        <p:sp>
          <p:nvSpPr>
            <p:cNvPr id="15797" name="Google Shape;15797;p8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87"/>
          <p:cNvGrpSpPr/>
          <p:nvPr/>
        </p:nvGrpSpPr>
        <p:grpSpPr>
          <a:xfrm>
            <a:off x="1310399" y="1316124"/>
            <a:ext cx="364392" cy="366639"/>
            <a:chOff x="1314074" y="1499997"/>
            <a:chExt cx="364392" cy="366639"/>
          </a:xfrm>
        </p:grpSpPr>
        <p:sp>
          <p:nvSpPr>
            <p:cNvPr id="15807" name="Google Shape;15807;p8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87"/>
          <p:cNvGrpSpPr/>
          <p:nvPr/>
        </p:nvGrpSpPr>
        <p:grpSpPr>
          <a:xfrm>
            <a:off x="2216804" y="1316124"/>
            <a:ext cx="337005" cy="366639"/>
            <a:chOff x="2220479" y="1499997"/>
            <a:chExt cx="337005" cy="366639"/>
          </a:xfrm>
        </p:grpSpPr>
        <p:sp>
          <p:nvSpPr>
            <p:cNvPr id="15820" name="Google Shape;15820;p8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1" name="Google Shape;15831;p87"/>
          <p:cNvGrpSpPr/>
          <p:nvPr/>
        </p:nvGrpSpPr>
        <p:grpSpPr>
          <a:xfrm>
            <a:off x="4101480" y="2242103"/>
            <a:ext cx="87230" cy="366430"/>
            <a:chOff x="4105155" y="2425976"/>
            <a:chExt cx="87230" cy="366430"/>
          </a:xfrm>
        </p:grpSpPr>
        <p:sp>
          <p:nvSpPr>
            <p:cNvPr id="15832" name="Google Shape;15832;p8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87"/>
          <p:cNvGrpSpPr/>
          <p:nvPr/>
        </p:nvGrpSpPr>
        <p:grpSpPr>
          <a:xfrm>
            <a:off x="1804434" y="2242129"/>
            <a:ext cx="267884" cy="366639"/>
            <a:chOff x="1808109" y="2426002"/>
            <a:chExt cx="267884" cy="366639"/>
          </a:xfrm>
        </p:grpSpPr>
        <p:sp>
          <p:nvSpPr>
            <p:cNvPr id="15839" name="Google Shape;15839;p8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0" name="Google Shape;15860;p87"/>
          <p:cNvGrpSpPr/>
          <p:nvPr/>
        </p:nvGrpSpPr>
        <p:grpSpPr>
          <a:xfrm>
            <a:off x="3599893" y="2242129"/>
            <a:ext cx="207597" cy="366639"/>
            <a:chOff x="3603568" y="2426002"/>
            <a:chExt cx="207597" cy="366639"/>
          </a:xfrm>
        </p:grpSpPr>
        <p:sp>
          <p:nvSpPr>
            <p:cNvPr id="15861" name="Google Shape;15861;p8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87"/>
          <p:cNvGrpSpPr/>
          <p:nvPr/>
        </p:nvGrpSpPr>
        <p:grpSpPr>
          <a:xfrm>
            <a:off x="2242440" y="2242129"/>
            <a:ext cx="274417" cy="366404"/>
            <a:chOff x="2246115" y="2426002"/>
            <a:chExt cx="274417" cy="366404"/>
          </a:xfrm>
        </p:grpSpPr>
        <p:sp>
          <p:nvSpPr>
            <p:cNvPr id="15868" name="Google Shape;15868;p8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87"/>
          <p:cNvGrpSpPr/>
          <p:nvPr/>
        </p:nvGrpSpPr>
        <p:grpSpPr>
          <a:xfrm>
            <a:off x="2692991" y="2242129"/>
            <a:ext cx="256099" cy="366639"/>
            <a:chOff x="2696666" y="2426002"/>
            <a:chExt cx="256099" cy="366639"/>
          </a:xfrm>
        </p:grpSpPr>
        <p:sp>
          <p:nvSpPr>
            <p:cNvPr id="15877" name="Google Shape;15877;p8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87"/>
          <p:cNvGrpSpPr/>
          <p:nvPr/>
        </p:nvGrpSpPr>
        <p:grpSpPr>
          <a:xfrm>
            <a:off x="3145397" y="2242129"/>
            <a:ext cx="225863" cy="366430"/>
            <a:chOff x="3149072" y="2426002"/>
            <a:chExt cx="225863" cy="366430"/>
          </a:xfrm>
        </p:grpSpPr>
        <p:sp>
          <p:nvSpPr>
            <p:cNvPr id="15884" name="Google Shape;15884;p8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87"/>
          <p:cNvGrpSpPr/>
          <p:nvPr/>
        </p:nvGrpSpPr>
        <p:grpSpPr>
          <a:xfrm>
            <a:off x="1357881" y="2242051"/>
            <a:ext cx="283224" cy="366482"/>
            <a:chOff x="1361556" y="2425923"/>
            <a:chExt cx="283224" cy="366482"/>
          </a:xfrm>
        </p:grpSpPr>
        <p:sp>
          <p:nvSpPr>
            <p:cNvPr id="15896" name="Google Shape;15896;p8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6" name="Google Shape;15916;p87"/>
          <p:cNvGrpSpPr/>
          <p:nvPr/>
        </p:nvGrpSpPr>
        <p:grpSpPr>
          <a:xfrm>
            <a:off x="3970060" y="2707183"/>
            <a:ext cx="361883" cy="366979"/>
            <a:chOff x="3973735" y="2891056"/>
            <a:chExt cx="361883" cy="366979"/>
          </a:xfrm>
        </p:grpSpPr>
        <p:sp>
          <p:nvSpPr>
            <p:cNvPr id="15917" name="Google Shape;15917;p8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87"/>
          <p:cNvGrpSpPr/>
          <p:nvPr/>
        </p:nvGrpSpPr>
        <p:grpSpPr>
          <a:xfrm>
            <a:off x="3524266" y="2732871"/>
            <a:ext cx="366665" cy="315654"/>
            <a:chOff x="3527941" y="2916744"/>
            <a:chExt cx="366665" cy="315654"/>
          </a:xfrm>
        </p:grpSpPr>
        <p:sp>
          <p:nvSpPr>
            <p:cNvPr id="15935" name="Google Shape;15935;p8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87"/>
          <p:cNvGrpSpPr/>
          <p:nvPr/>
        </p:nvGrpSpPr>
        <p:grpSpPr>
          <a:xfrm>
            <a:off x="2637198" y="2707758"/>
            <a:ext cx="366404" cy="366404"/>
            <a:chOff x="2640873" y="2891631"/>
            <a:chExt cx="366404" cy="366404"/>
          </a:xfrm>
        </p:grpSpPr>
        <p:sp>
          <p:nvSpPr>
            <p:cNvPr id="15966" name="Google Shape;15966;p8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87"/>
          <p:cNvGrpSpPr/>
          <p:nvPr/>
        </p:nvGrpSpPr>
        <p:grpSpPr>
          <a:xfrm>
            <a:off x="2193416" y="2754248"/>
            <a:ext cx="366665" cy="273189"/>
            <a:chOff x="2197091" y="2938120"/>
            <a:chExt cx="366665" cy="273189"/>
          </a:xfrm>
        </p:grpSpPr>
        <p:sp>
          <p:nvSpPr>
            <p:cNvPr id="15981" name="Google Shape;15981;p8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5" name="Google Shape;16005;p87"/>
          <p:cNvGrpSpPr/>
          <p:nvPr/>
        </p:nvGrpSpPr>
        <p:grpSpPr>
          <a:xfrm>
            <a:off x="1749895" y="2708254"/>
            <a:ext cx="366665" cy="365202"/>
            <a:chOff x="1753570" y="2892127"/>
            <a:chExt cx="366665" cy="365202"/>
          </a:xfrm>
        </p:grpSpPr>
        <p:sp>
          <p:nvSpPr>
            <p:cNvPr id="16006" name="Google Shape;16006;p8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87"/>
          <p:cNvGrpSpPr/>
          <p:nvPr/>
        </p:nvGrpSpPr>
        <p:grpSpPr>
          <a:xfrm>
            <a:off x="1300076" y="3623467"/>
            <a:ext cx="367684" cy="366561"/>
            <a:chOff x="1303751" y="3807339"/>
            <a:chExt cx="367684" cy="366561"/>
          </a:xfrm>
        </p:grpSpPr>
        <p:sp>
          <p:nvSpPr>
            <p:cNvPr id="16025" name="Google Shape;16025;p8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6" name="Google Shape;16066;p87"/>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7" name="Google Shape;16067;p87"/>
          <p:cNvGrpSpPr/>
          <p:nvPr/>
        </p:nvGrpSpPr>
        <p:grpSpPr>
          <a:xfrm>
            <a:off x="1306374" y="2707549"/>
            <a:ext cx="384749" cy="366613"/>
            <a:chOff x="1310049" y="2891421"/>
            <a:chExt cx="384749" cy="366613"/>
          </a:xfrm>
        </p:grpSpPr>
        <p:sp>
          <p:nvSpPr>
            <p:cNvPr id="16068" name="Google Shape;16068;p8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87"/>
          <p:cNvGrpSpPr/>
          <p:nvPr/>
        </p:nvGrpSpPr>
        <p:grpSpPr>
          <a:xfrm>
            <a:off x="845998" y="2707470"/>
            <a:ext cx="383468" cy="366665"/>
            <a:chOff x="849673" y="2891343"/>
            <a:chExt cx="383468" cy="366665"/>
          </a:xfrm>
        </p:grpSpPr>
        <p:sp>
          <p:nvSpPr>
            <p:cNvPr id="16083" name="Google Shape;16083;p8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5" name="Google Shape;16095;p87"/>
          <p:cNvGrpSpPr/>
          <p:nvPr/>
        </p:nvGrpSpPr>
        <p:grpSpPr>
          <a:xfrm>
            <a:off x="916582" y="2242129"/>
            <a:ext cx="278024" cy="366508"/>
            <a:chOff x="920257" y="2426002"/>
            <a:chExt cx="278024" cy="366508"/>
          </a:xfrm>
        </p:grpSpPr>
        <p:sp>
          <p:nvSpPr>
            <p:cNvPr id="16096" name="Google Shape;16096;p8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87"/>
          <p:cNvGrpSpPr/>
          <p:nvPr/>
        </p:nvGrpSpPr>
        <p:grpSpPr>
          <a:xfrm>
            <a:off x="862853" y="4090611"/>
            <a:ext cx="349810" cy="366665"/>
            <a:chOff x="866528" y="4274484"/>
            <a:chExt cx="349810" cy="366665"/>
          </a:xfrm>
        </p:grpSpPr>
        <p:sp>
          <p:nvSpPr>
            <p:cNvPr id="16110" name="Google Shape;16110;p8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1" name="Google Shape;16121;p87"/>
          <p:cNvGrpSpPr/>
          <p:nvPr/>
        </p:nvGrpSpPr>
        <p:grpSpPr>
          <a:xfrm>
            <a:off x="1385033" y="4090611"/>
            <a:ext cx="330210" cy="366665"/>
            <a:chOff x="1388708" y="4274484"/>
            <a:chExt cx="330210" cy="366665"/>
          </a:xfrm>
        </p:grpSpPr>
        <p:sp>
          <p:nvSpPr>
            <p:cNvPr id="16122" name="Google Shape;16122;p8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2" name="Google Shape;16142;p87"/>
          <p:cNvGrpSpPr/>
          <p:nvPr/>
        </p:nvGrpSpPr>
        <p:grpSpPr>
          <a:xfrm>
            <a:off x="1871019" y="4109453"/>
            <a:ext cx="375446" cy="328982"/>
            <a:chOff x="1874694" y="4293326"/>
            <a:chExt cx="375446" cy="328982"/>
          </a:xfrm>
        </p:grpSpPr>
        <p:sp>
          <p:nvSpPr>
            <p:cNvPr id="16143" name="Google Shape;16143;p8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5" name="Google Shape;16165;p87"/>
          <p:cNvGrpSpPr/>
          <p:nvPr/>
        </p:nvGrpSpPr>
        <p:grpSpPr>
          <a:xfrm>
            <a:off x="2392441" y="4109218"/>
            <a:ext cx="366665" cy="329714"/>
            <a:chOff x="2396116" y="4293090"/>
            <a:chExt cx="366665" cy="329714"/>
          </a:xfrm>
        </p:grpSpPr>
        <p:sp>
          <p:nvSpPr>
            <p:cNvPr id="16166" name="Google Shape;16166;p8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87"/>
          <p:cNvGrpSpPr/>
          <p:nvPr/>
        </p:nvGrpSpPr>
        <p:grpSpPr>
          <a:xfrm>
            <a:off x="2905082" y="4105951"/>
            <a:ext cx="367162" cy="336116"/>
            <a:chOff x="2908757" y="4289824"/>
            <a:chExt cx="367162" cy="336116"/>
          </a:xfrm>
        </p:grpSpPr>
        <p:sp>
          <p:nvSpPr>
            <p:cNvPr id="16180" name="Google Shape;16180;p8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7" name="Google Shape;16207;p87"/>
          <p:cNvGrpSpPr/>
          <p:nvPr/>
        </p:nvGrpSpPr>
        <p:grpSpPr>
          <a:xfrm>
            <a:off x="3078733" y="2735667"/>
            <a:ext cx="368651" cy="310350"/>
            <a:chOff x="3082408" y="2919540"/>
            <a:chExt cx="368651" cy="310350"/>
          </a:xfrm>
        </p:grpSpPr>
        <p:sp>
          <p:nvSpPr>
            <p:cNvPr id="16208" name="Google Shape;16208;p8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87"/>
          <p:cNvGrpSpPr/>
          <p:nvPr/>
        </p:nvGrpSpPr>
        <p:grpSpPr>
          <a:xfrm>
            <a:off x="7067667" y="2240152"/>
            <a:ext cx="366169" cy="360498"/>
            <a:chOff x="7069130" y="2424800"/>
            <a:chExt cx="366169" cy="360498"/>
          </a:xfrm>
        </p:grpSpPr>
        <p:sp>
          <p:nvSpPr>
            <p:cNvPr id="16221" name="Google Shape;16221;p8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87"/>
          <p:cNvGrpSpPr/>
          <p:nvPr/>
        </p:nvGrpSpPr>
        <p:grpSpPr>
          <a:xfrm>
            <a:off x="4884192" y="2240073"/>
            <a:ext cx="281473" cy="360629"/>
            <a:chOff x="4885655" y="2424721"/>
            <a:chExt cx="281473" cy="360629"/>
          </a:xfrm>
        </p:grpSpPr>
        <p:sp>
          <p:nvSpPr>
            <p:cNvPr id="16242" name="Google Shape;16242;p8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87"/>
          <p:cNvGrpSpPr/>
          <p:nvPr/>
        </p:nvGrpSpPr>
        <p:grpSpPr>
          <a:xfrm>
            <a:off x="6624146" y="2262129"/>
            <a:ext cx="364130" cy="316726"/>
            <a:chOff x="6625609" y="2446777"/>
            <a:chExt cx="364130" cy="316726"/>
          </a:xfrm>
        </p:grpSpPr>
        <p:sp>
          <p:nvSpPr>
            <p:cNvPr id="16254" name="Google Shape;16254;p8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87"/>
          <p:cNvGrpSpPr/>
          <p:nvPr/>
        </p:nvGrpSpPr>
        <p:grpSpPr>
          <a:xfrm>
            <a:off x="5756181" y="1827703"/>
            <a:ext cx="360628" cy="298825"/>
            <a:chOff x="5757644" y="2012350"/>
            <a:chExt cx="360628" cy="298825"/>
          </a:xfrm>
        </p:grpSpPr>
        <p:sp>
          <p:nvSpPr>
            <p:cNvPr id="16267" name="Google Shape;16267;p8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9" name="Google Shape;16289;p87"/>
          <p:cNvGrpSpPr/>
          <p:nvPr/>
        </p:nvGrpSpPr>
        <p:grpSpPr>
          <a:xfrm>
            <a:off x="5316162" y="1798826"/>
            <a:ext cx="360628" cy="356839"/>
            <a:chOff x="5317625" y="1983474"/>
            <a:chExt cx="360628" cy="356839"/>
          </a:xfrm>
        </p:grpSpPr>
        <p:sp>
          <p:nvSpPr>
            <p:cNvPr id="16290" name="Google Shape;16290;p8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9" name="Google Shape;16309;p87"/>
          <p:cNvGrpSpPr/>
          <p:nvPr/>
        </p:nvGrpSpPr>
        <p:grpSpPr>
          <a:xfrm>
            <a:off x="6180364" y="2279037"/>
            <a:ext cx="360629" cy="282989"/>
            <a:chOff x="6181827" y="2463685"/>
            <a:chExt cx="360629" cy="282989"/>
          </a:xfrm>
        </p:grpSpPr>
        <p:sp>
          <p:nvSpPr>
            <p:cNvPr id="16310" name="Google Shape;16310;p8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1" name="Google Shape;16321;p87"/>
          <p:cNvGrpSpPr/>
          <p:nvPr/>
        </p:nvGrpSpPr>
        <p:grpSpPr>
          <a:xfrm>
            <a:off x="5344830" y="3156044"/>
            <a:ext cx="291247" cy="360629"/>
            <a:chOff x="5346292" y="3340691"/>
            <a:chExt cx="291247" cy="360628"/>
          </a:xfrm>
        </p:grpSpPr>
        <p:sp>
          <p:nvSpPr>
            <p:cNvPr id="16322" name="Google Shape;16322;p8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87"/>
          <p:cNvGrpSpPr/>
          <p:nvPr/>
        </p:nvGrpSpPr>
        <p:grpSpPr>
          <a:xfrm>
            <a:off x="7967801" y="1797049"/>
            <a:ext cx="337763" cy="360393"/>
            <a:chOff x="7969264" y="1981697"/>
            <a:chExt cx="337763" cy="360393"/>
          </a:xfrm>
        </p:grpSpPr>
        <p:sp>
          <p:nvSpPr>
            <p:cNvPr id="16348" name="Google Shape;16348;p8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87"/>
          <p:cNvGrpSpPr/>
          <p:nvPr/>
        </p:nvGrpSpPr>
        <p:grpSpPr>
          <a:xfrm>
            <a:off x="5734570" y="2245352"/>
            <a:ext cx="360890" cy="350332"/>
            <a:chOff x="5736032" y="2430000"/>
            <a:chExt cx="360890" cy="350332"/>
          </a:xfrm>
        </p:grpSpPr>
        <p:sp>
          <p:nvSpPr>
            <p:cNvPr id="16367" name="Google Shape;16367;p8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87"/>
          <p:cNvGrpSpPr/>
          <p:nvPr/>
        </p:nvGrpSpPr>
        <p:grpSpPr>
          <a:xfrm>
            <a:off x="4876405" y="1811344"/>
            <a:ext cx="360628" cy="331778"/>
            <a:chOff x="4877867" y="1995991"/>
            <a:chExt cx="360628" cy="331778"/>
          </a:xfrm>
        </p:grpSpPr>
        <p:sp>
          <p:nvSpPr>
            <p:cNvPr id="16385" name="Google Shape;16385;p8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87"/>
          <p:cNvGrpSpPr/>
          <p:nvPr/>
        </p:nvGrpSpPr>
        <p:grpSpPr>
          <a:xfrm>
            <a:off x="7049427" y="2728856"/>
            <a:ext cx="363529" cy="339513"/>
            <a:chOff x="7050889" y="2913503"/>
            <a:chExt cx="363529" cy="339513"/>
          </a:xfrm>
        </p:grpSpPr>
        <p:sp>
          <p:nvSpPr>
            <p:cNvPr id="16400" name="Google Shape;16400;p8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9" name="Google Shape;16409;p87"/>
          <p:cNvGrpSpPr/>
          <p:nvPr/>
        </p:nvGrpSpPr>
        <p:grpSpPr>
          <a:xfrm>
            <a:off x="7509437" y="1796814"/>
            <a:ext cx="372937" cy="360629"/>
            <a:chOff x="7510900" y="1981462"/>
            <a:chExt cx="372937" cy="360629"/>
          </a:xfrm>
        </p:grpSpPr>
        <p:sp>
          <p:nvSpPr>
            <p:cNvPr id="16410" name="Google Shape;16410;p8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6" name="Google Shape;16426;p87"/>
          <p:cNvGrpSpPr/>
          <p:nvPr/>
        </p:nvGrpSpPr>
        <p:grpSpPr>
          <a:xfrm>
            <a:off x="6598014" y="2733612"/>
            <a:ext cx="360629" cy="329975"/>
            <a:chOff x="6599476" y="2918260"/>
            <a:chExt cx="360629" cy="329975"/>
          </a:xfrm>
        </p:grpSpPr>
        <p:sp>
          <p:nvSpPr>
            <p:cNvPr id="16427" name="Google Shape;16427;p8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87"/>
          <p:cNvGrpSpPr/>
          <p:nvPr/>
        </p:nvGrpSpPr>
        <p:grpSpPr>
          <a:xfrm>
            <a:off x="5289037" y="2296886"/>
            <a:ext cx="360628" cy="247292"/>
            <a:chOff x="5290499" y="2481533"/>
            <a:chExt cx="360628" cy="247292"/>
          </a:xfrm>
        </p:grpSpPr>
        <p:sp>
          <p:nvSpPr>
            <p:cNvPr id="16453" name="Google Shape;16453;p8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87"/>
          <p:cNvGrpSpPr/>
          <p:nvPr/>
        </p:nvGrpSpPr>
        <p:grpSpPr>
          <a:xfrm>
            <a:off x="6200460" y="1796866"/>
            <a:ext cx="351325" cy="360576"/>
            <a:chOff x="6201923" y="1981514"/>
            <a:chExt cx="351325" cy="360576"/>
          </a:xfrm>
        </p:grpSpPr>
        <p:sp>
          <p:nvSpPr>
            <p:cNvPr id="16481" name="Google Shape;16481;p8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87"/>
          <p:cNvGrpSpPr/>
          <p:nvPr/>
        </p:nvGrpSpPr>
        <p:grpSpPr>
          <a:xfrm>
            <a:off x="4892999" y="3156044"/>
            <a:ext cx="312884" cy="360785"/>
            <a:chOff x="4894461" y="3340691"/>
            <a:chExt cx="312884" cy="360785"/>
          </a:xfrm>
        </p:grpSpPr>
        <p:sp>
          <p:nvSpPr>
            <p:cNvPr id="16489" name="Google Shape;16489;p8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87"/>
          <p:cNvGrpSpPr/>
          <p:nvPr/>
        </p:nvGrpSpPr>
        <p:grpSpPr>
          <a:xfrm>
            <a:off x="5337774" y="1316603"/>
            <a:ext cx="245541" cy="360628"/>
            <a:chOff x="5339237" y="1501251"/>
            <a:chExt cx="245541" cy="360628"/>
          </a:xfrm>
        </p:grpSpPr>
        <p:sp>
          <p:nvSpPr>
            <p:cNvPr id="16506" name="Google Shape;16506;p8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87"/>
          <p:cNvGrpSpPr/>
          <p:nvPr/>
        </p:nvGrpSpPr>
        <p:grpSpPr>
          <a:xfrm>
            <a:off x="7958001" y="2289568"/>
            <a:ext cx="370428" cy="261926"/>
            <a:chOff x="7959464" y="2474216"/>
            <a:chExt cx="370428" cy="261926"/>
          </a:xfrm>
        </p:grpSpPr>
        <p:sp>
          <p:nvSpPr>
            <p:cNvPr id="16549" name="Google Shape;16549;p8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87"/>
          <p:cNvGrpSpPr/>
          <p:nvPr/>
        </p:nvGrpSpPr>
        <p:grpSpPr>
          <a:xfrm>
            <a:off x="7517225" y="2273262"/>
            <a:ext cx="360629" cy="294461"/>
            <a:chOff x="7518687" y="2457909"/>
            <a:chExt cx="360629" cy="294461"/>
          </a:xfrm>
        </p:grpSpPr>
        <p:sp>
          <p:nvSpPr>
            <p:cNvPr id="16562" name="Google Shape;16562;p8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1" name="Google Shape;16581;p87"/>
          <p:cNvGrpSpPr/>
          <p:nvPr/>
        </p:nvGrpSpPr>
        <p:grpSpPr>
          <a:xfrm>
            <a:off x="7084758" y="1796919"/>
            <a:ext cx="343799" cy="360524"/>
            <a:chOff x="7086220" y="1981566"/>
            <a:chExt cx="343799" cy="360524"/>
          </a:xfrm>
        </p:grpSpPr>
        <p:sp>
          <p:nvSpPr>
            <p:cNvPr id="16582" name="Google Shape;16582;p8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87"/>
          <p:cNvGrpSpPr/>
          <p:nvPr/>
        </p:nvGrpSpPr>
        <p:grpSpPr>
          <a:xfrm>
            <a:off x="6139650" y="2742915"/>
            <a:ext cx="368416" cy="311369"/>
            <a:chOff x="6141112" y="2927563"/>
            <a:chExt cx="368416" cy="311369"/>
          </a:xfrm>
        </p:grpSpPr>
        <p:sp>
          <p:nvSpPr>
            <p:cNvPr id="16599" name="Google Shape;16599;p8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87"/>
          <p:cNvGrpSpPr/>
          <p:nvPr/>
        </p:nvGrpSpPr>
        <p:grpSpPr>
          <a:xfrm>
            <a:off x="7519237" y="2718298"/>
            <a:ext cx="335489" cy="360629"/>
            <a:chOff x="7520699" y="2902946"/>
            <a:chExt cx="335489" cy="360629"/>
          </a:xfrm>
        </p:grpSpPr>
        <p:sp>
          <p:nvSpPr>
            <p:cNvPr id="16607" name="Google Shape;16607;p8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2" name="Google Shape;16622;p87"/>
          <p:cNvGrpSpPr/>
          <p:nvPr/>
        </p:nvGrpSpPr>
        <p:grpSpPr>
          <a:xfrm>
            <a:off x="7986878" y="2718298"/>
            <a:ext cx="308886" cy="360628"/>
            <a:chOff x="7988340" y="2902946"/>
            <a:chExt cx="308886" cy="360628"/>
          </a:xfrm>
        </p:grpSpPr>
        <p:sp>
          <p:nvSpPr>
            <p:cNvPr id="16623" name="Google Shape;16623;p8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6" name="Google Shape;16646;p87"/>
          <p:cNvGrpSpPr/>
          <p:nvPr/>
        </p:nvGrpSpPr>
        <p:grpSpPr>
          <a:xfrm>
            <a:off x="5688577" y="2718351"/>
            <a:ext cx="362902" cy="360498"/>
            <a:chOff x="5690039" y="2902998"/>
            <a:chExt cx="362902" cy="360498"/>
          </a:xfrm>
        </p:grpSpPr>
        <p:sp>
          <p:nvSpPr>
            <p:cNvPr id="16647" name="Google Shape;16647;p8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4" name="Google Shape;16654;p87"/>
          <p:cNvGrpSpPr/>
          <p:nvPr/>
        </p:nvGrpSpPr>
        <p:grpSpPr>
          <a:xfrm>
            <a:off x="4870473" y="1316342"/>
            <a:ext cx="258503" cy="360890"/>
            <a:chOff x="4871935" y="1500990"/>
            <a:chExt cx="258503" cy="360890"/>
          </a:xfrm>
        </p:grpSpPr>
        <p:sp>
          <p:nvSpPr>
            <p:cNvPr id="16655" name="Google Shape;16655;p8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9" name="Google Shape;16669;p87"/>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0" name="Google Shape;16670;p87"/>
          <p:cNvGrpSpPr/>
          <p:nvPr/>
        </p:nvGrpSpPr>
        <p:grpSpPr>
          <a:xfrm>
            <a:off x="6264302" y="1316603"/>
            <a:ext cx="234983" cy="360628"/>
            <a:chOff x="6265764" y="1501251"/>
            <a:chExt cx="234983" cy="360628"/>
          </a:xfrm>
        </p:grpSpPr>
        <p:sp>
          <p:nvSpPr>
            <p:cNvPr id="16671" name="Google Shape;16671;p8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87"/>
          <p:cNvGrpSpPr/>
          <p:nvPr/>
        </p:nvGrpSpPr>
        <p:grpSpPr>
          <a:xfrm>
            <a:off x="6192176" y="3217351"/>
            <a:ext cx="360628" cy="238250"/>
            <a:chOff x="6193639" y="3401998"/>
            <a:chExt cx="360628" cy="238250"/>
          </a:xfrm>
        </p:grpSpPr>
        <p:sp>
          <p:nvSpPr>
            <p:cNvPr id="16684" name="Google Shape;16684;p8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5" name="Google Shape;16695;p87"/>
          <p:cNvGrpSpPr/>
          <p:nvPr/>
        </p:nvGrpSpPr>
        <p:grpSpPr>
          <a:xfrm>
            <a:off x="5800162" y="1316603"/>
            <a:ext cx="246037" cy="360629"/>
            <a:chOff x="5801625" y="1501251"/>
            <a:chExt cx="246037" cy="360629"/>
          </a:xfrm>
        </p:grpSpPr>
        <p:sp>
          <p:nvSpPr>
            <p:cNvPr id="16696" name="Google Shape;16696;p8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5" name="Google Shape;16715;p87"/>
          <p:cNvGrpSpPr/>
          <p:nvPr/>
        </p:nvGrpSpPr>
        <p:grpSpPr>
          <a:xfrm>
            <a:off x="6640218" y="1796814"/>
            <a:ext cx="352083" cy="360864"/>
            <a:chOff x="6641680" y="1981462"/>
            <a:chExt cx="352083" cy="360864"/>
          </a:xfrm>
        </p:grpSpPr>
        <p:sp>
          <p:nvSpPr>
            <p:cNvPr id="16716" name="Google Shape;16716;p8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4" name="Google Shape;16744;p87"/>
          <p:cNvGrpSpPr/>
          <p:nvPr/>
        </p:nvGrpSpPr>
        <p:grpSpPr>
          <a:xfrm>
            <a:off x="7203870" y="1316603"/>
            <a:ext cx="198032" cy="360629"/>
            <a:chOff x="7205332" y="1501251"/>
            <a:chExt cx="198032" cy="360629"/>
          </a:xfrm>
        </p:grpSpPr>
        <p:sp>
          <p:nvSpPr>
            <p:cNvPr id="16745" name="Google Shape;16745;p8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87"/>
          <p:cNvGrpSpPr/>
          <p:nvPr/>
        </p:nvGrpSpPr>
        <p:grpSpPr>
          <a:xfrm>
            <a:off x="7686851" y="1316603"/>
            <a:ext cx="153058" cy="360628"/>
            <a:chOff x="7688313" y="1501251"/>
            <a:chExt cx="153058" cy="360628"/>
          </a:xfrm>
        </p:grpSpPr>
        <p:sp>
          <p:nvSpPr>
            <p:cNvPr id="16766" name="Google Shape;16766;p8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2" name="Google Shape;16782;p87"/>
          <p:cNvGrpSpPr/>
          <p:nvPr/>
        </p:nvGrpSpPr>
        <p:grpSpPr>
          <a:xfrm>
            <a:off x="8148716" y="1316603"/>
            <a:ext cx="150811" cy="360628"/>
            <a:chOff x="8150179" y="1501251"/>
            <a:chExt cx="150811" cy="360628"/>
          </a:xfrm>
        </p:grpSpPr>
        <p:sp>
          <p:nvSpPr>
            <p:cNvPr id="16783" name="Google Shape;16783;p8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2" name="Google Shape;16792;p87"/>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3" name="Google Shape;16793;p87"/>
          <p:cNvGrpSpPr/>
          <p:nvPr/>
        </p:nvGrpSpPr>
        <p:grpSpPr>
          <a:xfrm>
            <a:off x="4876405" y="2718298"/>
            <a:ext cx="170149" cy="360629"/>
            <a:chOff x="4877867" y="2902946"/>
            <a:chExt cx="170149" cy="360629"/>
          </a:xfrm>
        </p:grpSpPr>
        <p:sp>
          <p:nvSpPr>
            <p:cNvPr id="16794" name="Google Shape;16794;p8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7" name="Google Shape;16807;p87"/>
          <p:cNvGrpSpPr/>
          <p:nvPr/>
        </p:nvGrpSpPr>
        <p:grpSpPr>
          <a:xfrm>
            <a:off x="6740227" y="1316028"/>
            <a:ext cx="207962" cy="361203"/>
            <a:chOff x="6741689" y="1500676"/>
            <a:chExt cx="207962" cy="361203"/>
          </a:xfrm>
        </p:grpSpPr>
        <p:sp>
          <p:nvSpPr>
            <p:cNvPr id="16808" name="Google Shape;16808;p8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87"/>
          <p:cNvGrpSpPr/>
          <p:nvPr/>
        </p:nvGrpSpPr>
        <p:grpSpPr>
          <a:xfrm>
            <a:off x="5751164" y="3245757"/>
            <a:ext cx="360628" cy="181464"/>
            <a:chOff x="5752627" y="3430404"/>
            <a:chExt cx="360628" cy="181464"/>
          </a:xfrm>
        </p:grpSpPr>
        <p:sp>
          <p:nvSpPr>
            <p:cNvPr id="16828" name="Google Shape;16828;p8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6" name="Google Shape;16856;p87"/>
          <p:cNvGrpSpPr/>
          <p:nvPr/>
        </p:nvGrpSpPr>
        <p:grpSpPr>
          <a:xfrm>
            <a:off x="5234237" y="2718351"/>
            <a:ext cx="361909" cy="360759"/>
            <a:chOff x="5235700" y="2902998"/>
            <a:chExt cx="361909" cy="360759"/>
          </a:xfrm>
        </p:grpSpPr>
        <p:sp>
          <p:nvSpPr>
            <p:cNvPr id="16857" name="Google Shape;16857;p8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87"/>
          <p:cNvGrpSpPr/>
          <p:nvPr/>
        </p:nvGrpSpPr>
        <p:grpSpPr>
          <a:xfrm>
            <a:off x="6633450" y="3210321"/>
            <a:ext cx="360367" cy="252309"/>
            <a:chOff x="6634912" y="3394969"/>
            <a:chExt cx="360367" cy="252309"/>
          </a:xfrm>
        </p:grpSpPr>
        <p:sp>
          <p:nvSpPr>
            <p:cNvPr id="16865" name="Google Shape;16865;p8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87"/>
          <p:cNvGrpSpPr/>
          <p:nvPr/>
        </p:nvGrpSpPr>
        <p:grpSpPr>
          <a:xfrm>
            <a:off x="7057867" y="3156148"/>
            <a:ext cx="377170" cy="360655"/>
            <a:chOff x="7059330" y="3340796"/>
            <a:chExt cx="377170" cy="360655"/>
          </a:xfrm>
        </p:grpSpPr>
        <p:sp>
          <p:nvSpPr>
            <p:cNvPr id="16879" name="Google Shape;16879;p8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1" name="Google Shape;16891;p87"/>
          <p:cNvGrpSpPr/>
          <p:nvPr/>
        </p:nvGrpSpPr>
        <p:grpSpPr>
          <a:xfrm>
            <a:off x="7956486" y="3190983"/>
            <a:ext cx="360629" cy="291012"/>
            <a:chOff x="7957948" y="3375631"/>
            <a:chExt cx="360629" cy="291012"/>
          </a:xfrm>
        </p:grpSpPr>
        <p:sp>
          <p:nvSpPr>
            <p:cNvPr id="16892" name="Google Shape;16892;p8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87"/>
          <p:cNvGrpSpPr/>
          <p:nvPr/>
        </p:nvGrpSpPr>
        <p:grpSpPr>
          <a:xfrm>
            <a:off x="6197194" y="3683241"/>
            <a:ext cx="347562" cy="227954"/>
            <a:chOff x="6198656" y="3867888"/>
            <a:chExt cx="347562" cy="227954"/>
          </a:xfrm>
        </p:grpSpPr>
        <p:sp>
          <p:nvSpPr>
            <p:cNvPr id="16911" name="Google Shape;16911;p8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87"/>
          <p:cNvGrpSpPr/>
          <p:nvPr/>
        </p:nvGrpSpPr>
        <p:grpSpPr>
          <a:xfrm>
            <a:off x="5705432" y="3634504"/>
            <a:ext cx="349392" cy="325454"/>
            <a:chOff x="5706895" y="3819151"/>
            <a:chExt cx="349392" cy="325454"/>
          </a:xfrm>
        </p:grpSpPr>
        <p:sp>
          <p:nvSpPr>
            <p:cNvPr id="16923" name="Google Shape;16923;p8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87"/>
          <p:cNvGrpSpPr/>
          <p:nvPr/>
        </p:nvGrpSpPr>
        <p:grpSpPr>
          <a:xfrm>
            <a:off x="7647155" y="3156096"/>
            <a:ext cx="97265" cy="360393"/>
            <a:chOff x="7648618" y="3340744"/>
            <a:chExt cx="97265" cy="360393"/>
          </a:xfrm>
        </p:grpSpPr>
        <p:sp>
          <p:nvSpPr>
            <p:cNvPr id="16939" name="Google Shape;16939;p8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87"/>
          <p:cNvGrpSpPr/>
          <p:nvPr/>
        </p:nvGrpSpPr>
        <p:grpSpPr>
          <a:xfrm>
            <a:off x="7162894" y="3606019"/>
            <a:ext cx="385507" cy="382501"/>
            <a:chOff x="7164356" y="3790667"/>
            <a:chExt cx="385507" cy="382501"/>
          </a:xfrm>
        </p:grpSpPr>
        <p:sp>
          <p:nvSpPr>
            <p:cNvPr id="16943" name="Google Shape;16943;p8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7" name="Google Shape;16967;p87"/>
          <p:cNvGrpSpPr/>
          <p:nvPr/>
        </p:nvGrpSpPr>
        <p:grpSpPr>
          <a:xfrm>
            <a:off x="6668937" y="3641821"/>
            <a:ext cx="387911" cy="310846"/>
            <a:chOff x="6670400" y="3826468"/>
            <a:chExt cx="387911" cy="310846"/>
          </a:xfrm>
        </p:grpSpPr>
        <p:sp>
          <p:nvSpPr>
            <p:cNvPr id="16968" name="Google Shape;16968;p8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87"/>
          <p:cNvGrpSpPr/>
          <p:nvPr/>
        </p:nvGrpSpPr>
        <p:grpSpPr>
          <a:xfrm>
            <a:off x="7660718" y="3618798"/>
            <a:ext cx="302823" cy="360498"/>
            <a:chOff x="7662181" y="3803446"/>
            <a:chExt cx="302823" cy="360498"/>
          </a:xfrm>
        </p:grpSpPr>
        <p:sp>
          <p:nvSpPr>
            <p:cNvPr id="16987" name="Google Shape;16987;p8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87"/>
          <p:cNvGrpSpPr/>
          <p:nvPr/>
        </p:nvGrpSpPr>
        <p:grpSpPr>
          <a:xfrm>
            <a:off x="5205099" y="3619347"/>
            <a:ext cx="363895" cy="355663"/>
            <a:chOff x="5206562" y="3803994"/>
            <a:chExt cx="363895" cy="355663"/>
          </a:xfrm>
        </p:grpSpPr>
        <p:sp>
          <p:nvSpPr>
            <p:cNvPr id="16998" name="Google Shape;16998;p8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12" name="Google Shape;17012;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7013" name="Google Shape;17013;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17" name="Shape 17017"/>
        <p:cNvGrpSpPr/>
        <p:nvPr/>
      </p:nvGrpSpPr>
      <p:grpSpPr>
        <a:xfrm>
          <a:off x="0" y="0"/>
          <a:ext cx="0" cy="0"/>
          <a:chOff x="0" y="0"/>
          <a:chExt cx="0" cy="0"/>
        </a:xfrm>
      </p:grpSpPr>
      <p:grpSp>
        <p:nvGrpSpPr>
          <p:cNvPr id="17018" name="Google Shape;17018;p88"/>
          <p:cNvGrpSpPr/>
          <p:nvPr/>
        </p:nvGrpSpPr>
        <p:grpSpPr>
          <a:xfrm>
            <a:off x="4655438" y="1588417"/>
            <a:ext cx="369948" cy="370132"/>
            <a:chOff x="4682526" y="1512217"/>
            <a:chExt cx="369948" cy="370132"/>
          </a:xfrm>
        </p:grpSpPr>
        <p:sp>
          <p:nvSpPr>
            <p:cNvPr id="17019" name="Google Shape;17019;p8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4" name="Google Shape;17034;p88"/>
          <p:cNvGrpSpPr/>
          <p:nvPr/>
        </p:nvGrpSpPr>
        <p:grpSpPr>
          <a:xfrm>
            <a:off x="3565345" y="2056412"/>
            <a:ext cx="381542" cy="370079"/>
            <a:chOff x="3592433" y="1980212"/>
            <a:chExt cx="381542" cy="370079"/>
          </a:xfrm>
        </p:grpSpPr>
        <p:sp>
          <p:nvSpPr>
            <p:cNvPr id="17035" name="Google Shape;17035;p8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88"/>
          <p:cNvGrpSpPr/>
          <p:nvPr/>
        </p:nvGrpSpPr>
        <p:grpSpPr>
          <a:xfrm>
            <a:off x="1371494" y="3049690"/>
            <a:ext cx="371391" cy="235126"/>
            <a:chOff x="1398582" y="2973490"/>
            <a:chExt cx="371391" cy="235126"/>
          </a:xfrm>
        </p:grpSpPr>
        <p:sp>
          <p:nvSpPr>
            <p:cNvPr id="17048" name="Google Shape;17048;p8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3" name="Google Shape;17063;p88"/>
          <p:cNvGrpSpPr/>
          <p:nvPr/>
        </p:nvGrpSpPr>
        <p:grpSpPr>
          <a:xfrm>
            <a:off x="823707" y="1588417"/>
            <a:ext cx="370132" cy="370132"/>
            <a:chOff x="850795" y="1512217"/>
            <a:chExt cx="370132" cy="370132"/>
          </a:xfrm>
        </p:grpSpPr>
        <p:sp>
          <p:nvSpPr>
            <p:cNvPr id="17064" name="Google Shape;17064;p8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88"/>
          <p:cNvGrpSpPr/>
          <p:nvPr/>
        </p:nvGrpSpPr>
        <p:grpSpPr>
          <a:xfrm>
            <a:off x="8011409" y="2982279"/>
            <a:ext cx="236568" cy="370105"/>
            <a:chOff x="8038497" y="2906079"/>
            <a:chExt cx="236568" cy="370105"/>
          </a:xfrm>
        </p:grpSpPr>
        <p:sp>
          <p:nvSpPr>
            <p:cNvPr id="17083" name="Google Shape;17083;p8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0" name="Google Shape;17090;p88"/>
          <p:cNvGrpSpPr/>
          <p:nvPr/>
        </p:nvGrpSpPr>
        <p:grpSpPr>
          <a:xfrm>
            <a:off x="6297042" y="1642503"/>
            <a:ext cx="370630" cy="261802"/>
            <a:chOff x="6324130" y="1566303"/>
            <a:chExt cx="370630" cy="261802"/>
          </a:xfrm>
        </p:grpSpPr>
        <p:sp>
          <p:nvSpPr>
            <p:cNvPr id="17091" name="Google Shape;17091;p8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8" name="Google Shape;17108;p88"/>
          <p:cNvGrpSpPr/>
          <p:nvPr/>
        </p:nvGrpSpPr>
        <p:grpSpPr>
          <a:xfrm>
            <a:off x="5205192" y="2102787"/>
            <a:ext cx="370840" cy="353213"/>
            <a:chOff x="5232280" y="2026587"/>
            <a:chExt cx="370840" cy="353213"/>
          </a:xfrm>
        </p:grpSpPr>
        <p:sp>
          <p:nvSpPr>
            <p:cNvPr id="17109" name="Google Shape;17109;p8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88"/>
          <p:cNvGrpSpPr/>
          <p:nvPr/>
        </p:nvGrpSpPr>
        <p:grpSpPr>
          <a:xfrm>
            <a:off x="7941873" y="2511529"/>
            <a:ext cx="379548" cy="365331"/>
            <a:chOff x="7968961" y="2435329"/>
            <a:chExt cx="379548" cy="365331"/>
          </a:xfrm>
        </p:grpSpPr>
        <p:sp>
          <p:nvSpPr>
            <p:cNvPr id="17120" name="Google Shape;17120;p8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6" name="Google Shape;17126;p88"/>
          <p:cNvGrpSpPr/>
          <p:nvPr/>
        </p:nvGrpSpPr>
        <p:grpSpPr>
          <a:xfrm>
            <a:off x="4109591" y="2191523"/>
            <a:ext cx="373305" cy="223217"/>
            <a:chOff x="4136679" y="2115323"/>
            <a:chExt cx="373305" cy="223217"/>
          </a:xfrm>
        </p:grpSpPr>
        <p:sp>
          <p:nvSpPr>
            <p:cNvPr id="17127" name="Google Shape;17127;p8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88"/>
          <p:cNvGrpSpPr/>
          <p:nvPr/>
        </p:nvGrpSpPr>
        <p:grpSpPr>
          <a:xfrm>
            <a:off x="7396735" y="2540277"/>
            <a:ext cx="372046" cy="307730"/>
            <a:chOff x="7423823" y="2464077"/>
            <a:chExt cx="372046" cy="307730"/>
          </a:xfrm>
        </p:grpSpPr>
        <p:sp>
          <p:nvSpPr>
            <p:cNvPr id="17138" name="Google Shape;17138;p8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88"/>
          <p:cNvGrpSpPr/>
          <p:nvPr/>
        </p:nvGrpSpPr>
        <p:grpSpPr>
          <a:xfrm>
            <a:off x="3855423" y="3441356"/>
            <a:ext cx="295061" cy="370263"/>
            <a:chOff x="3882511" y="3365156"/>
            <a:chExt cx="295061" cy="370263"/>
          </a:xfrm>
        </p:grpSpPr>
        <p:sp>
          <p:nvSpPr>
            <p:cNvPr id="17152" name="Google Shape;17152;p8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88"/>
          <p:cNvGrpSpPr/>
          <p:nvPr/>
        </p:nvGrpSpPr>
        <p:grpSpPr>
          <a:xfrm>
            <a:off x="5202700" y="1588417"/>
            <a:ext cx="370132" cy="370132"/>
            <a:chOff x="5229788" y="1512217"/>
            <a:chExt cx="370132" cy="370132"/>
          </a:xfrm>
        </p:grpSpPr>
        <p:sp>
          <p:nvSpPr>
            <p:cNvPr id="17158" name="Google Shape;17158;p8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5" name="Google Shape;17175;p88"/>
          <p:cNvGrpSpPr/>
          <p:nvPr/>
        </p:nvGrpSpPr>
        <p:grpSpPr>
          <a:xfrm>
            <a:off x="6014781" y="3441592"/>
            <a:ext cx="373882" cy="370053"/>
            <a:chOff x="6041869" y="3365392"/>
            <a:chExt cx="373882" cy="370053"/>
          </a:xfrm>
        </p:grpSpPr>
        <p:sp>
          <p:nvSpPr>
            <p:cNvPr id="17176" name="Google Shape;17176;p8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6" name="Google Shape;17186;p88"/>
          <p:cNvGrpSpPr/>
          <p:nvPr/>
        </p:nvGrpSpPr>
        <p:grpSpPr>
          <a:xfrm>
            <a:off x="4657221" y="2163693"/>
            <a:ext cx="374748" cy="279140"/>
            <a:chOff x="4684309" y="2087493"/>
            <a:chExt cx="374748" cy="279140"/>
          </a:xfrm>
        </p:grpSpPr>
        <p:sp>
          <p:nvSpPr>
            <p:cNvPr id="17187" name="Google Shape;17187;p8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9" name="Google Shape;17199;p88"/>
          <p:cNvGrpSpPr/>
          <p:nvPr/>
        </p:nvGrpSpPr>
        <p:grpSpPr>
          <a:xfrm>
            <a:off x="7494022" y="2982331"/>
            <a:ext cx="175400" cy="370053"/>
            <a:chOff x="7521110" y="2906131"/>
            <a:chExt cx="175400" cy="370053"/>
          </a:xfrm>
        </p:grpSpPr>
        <p:sp>
          <p:nvSpPr>
            <p:cNvPr id="17200" name="Google Shape;17200;p8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88"/>
          <p:cNvGrpSpPr/>
          <p:nvPr/>
        </p:nvGrpSpPr>
        <p:grpSpPr>
          <a:xfrm>
            <a:off x="3559837" y="1599486"/>
            <a:ext cx="371023" cy="347915"/>
            <a:chOff x="3586925" y="1523286"/>
            <a:chExt cx="371023" cy="347915"/>
          </a:xfrm>
        </p:grpSpPr>
        <p:sp>
          <p:nvSpPr>
            <p:cNvPr id="17210" name="Google Shape;17210;p8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88"/>
          <p:cNvGrpSpPr/>
          <p:nvPr/>
        </p:nvGrpSpPr>
        <p:grpSpPr>
          <a:xfrm>
            <a:off x="6848921" y="2551661"/>
            <a:ext cx="370158" cy="285120"/>
            <a:chOff x="6876009" y="2475461"/>
            <a:chExt cx="370158" cy="285120"/>
          </a:xfrm>
        </p:grpSpPr>
        <p:sp>
          <p:nvSpPr>
            <p:cNvPr id="17230" name="Google Shape;17230;p8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88"/>
          <p:cNvGrpSpPr/>
          <p:nvPr/>
        </p:nvGrpSpPr>
        <p:grpSpPr>
          <a:xfrm>
            <a:off x="6301134" y="2522047"/>
            <a:ext cx="370158" cy="344269"/>
            <a:chOff x="6328222" y="2445847"/>
            <a:chExt cx="370158" cy="344269"/>
          </a:xfrm>
        </p:grpSpPr>
        <p:sp>
          <p:nvSpPr>
            <p:cNvPr id="17240" name="Google Shape;17240;p8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88"/>
          <p:cNvGrpSpPr/>
          <p:nvPr/>
        </p:nvGrpSpPr>
        <p:grpSpPr>
          <a:xfrm>
            <a:off x="5222452" y="2509142"/>
            <a:ext cx="351639" cy="370184"/>
            <a:chOff x="5249540" y="2432942"/>
            <a:chExt cx="351639" cy="370184"/>
          </a:xfrm>
        </p:grpSpPr>
        <p:sp>
          <p:nvSpPr>
            <p:cNvPr id="17249" name="Google Shape;17249;p8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6" name="Google Shape;17256;p88"/>
          <p:cNvGrpSpPr/>
          <p:nvPr/>
        </p:nvGrpSpPr>
        <p:grpSpPr>
          <a:xfrm>
            <a:off x="4109959" y="2558376"/>
            <a:ext cx="371102" cy="271585"/>
            <a:chOff x="4137047" y="2482176"/>
            <a:chExt cx="371102" cy="271585"/>
          </a:xfrm>
        </p:grpSpPr>
        <p:sp>
          <p:nvSpPr>
            <p:cNvPr id="17257" name="Google Shape;17257;p8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8" name="Google Shape;17268;p88"/>
          <p:cNvGrpSpPr/>
          <p:nvPr/>
        </p:nvGrpSpPr>
        <p:grpSpPr>
          <a:xfrm>
            <a:off x="4659346" y="2509116"/>
            <a:ext cx="367377" cy="370079"/>
            <a:chOff x="4686434" y="2432916"/>
            <a:chExt cx="367377" cy="370079"/>
          </a:xfrm>
        </p:grpSpPr>
        <p:sp>
          <p:nvSpPr>
            <p:cNvPr id="17269" name="Google Shape;17269;p8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0" name="Google Shape;17280;p88"/>
          <p:cNvGrpSpPr/>
          <p:nvPr/>
        </p:nvGrpSpPr>
        <p:grpSpPr>
          <a:xfrm>
            <a:off x="6301134" y="2132506"/>
            <a:ext cx="372099" cy="293986"/>
            <a:chOff x="6328222" y="2056306"/>
            <a:chExt cx="372099" cy="293986"/>
          </a:xfrm>
        </p:grpSpPr>
        <p:sp>
          <p:nvSpPr>
            <p:cNvPr id="17281" name="Google Shape;17281;p8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0" name="Google Shape;17290;p88"/>
          <p:cNvGrpSpPr/>
          <p:nvPr/>
        </p:nvGrpSpPr>
        <p:grpSpPr>
          <a:xfrm>
            <a:off x="5762239" y="2509168"/>
            <a:ext cx="352531" cy="370132"/>
            <a:chOff x="5789327" y="2432968"/>
            <a:chExt cx="352531" cy="370132"/>
          </a:xfrm>
        </p:grpSpPr>
        <p:sp>
          <p:nvSpPr>
            <p:cNvPr id="17291" name="Google Shape;17291;p8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88"/>
          <p:cNvGrpSpPr/>
          <p:nvPr/>
        </p:nvGrpSpPr>
        <p:grpSpPr>
          <a:xfrm>
            <a:off x="847524" y="2056334"/>
            <a:ext cx="322314" cy="370158"/>
            <a:chOff x="874612" y="1980134"/>
            <a:chExt cx="322314" cy="370158"/>
          </a:xfrm>
        </p:grpSpPr>
        <p:sp>
          <p:nvSpPr>
            <p:cNvPr id="17302" name="Google Shape;17302;p8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9" name="Google Shape;17319;p88"/>
          <p:cNvGrpSpPr/>
          <p:nvPr/>
        </p:nvGrpSpPr>
        <p:grpSpPr>
          <a:xfrm>
            <a:off x="3012574" y="2590980"/>
            <a:ext cx="374223" cy="329764"/>
            <a:chOff x="3039662" y="2514780"/>
            <a:chExt cx="374223" cy="329764"/>
          </a:xfrm>
        </p:grpSpPr>
        <p:sp>
          <p:nvSpPr>
            <p:cNvPr id="17320" name="Google Shape;17320;p8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8" name="Google Shape;17338;p88"/>
          <p:cNvGrpSpPr/>
          <p:nvPr/>
        </p:nvGrpSpPr>
        <p:grpSpPr>
          <a:xfrm>
            <a:off x="1919281" y="2639322"/>
            <a:ext cx="374066" cy="233395"/>
            <a:chOff x="1946369" y="2563122"/>
            <a:chExt cx="374066" cy="233395"/>
          </a:xfrm>
        </p:grpSpPr>
        <p:sp>
          <p:nvSpPr>
            <p:cNvPr id="17339" name="Google Shape;17339;p8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88"/>
          <p:cNvGrpSpPr/>
          <p:nvPr/>
        </p:nvGrpSpPr>
        <p:grpSpPr>
          <a:xfrm>
            <a:off x="4108175" y="2982384"/>
            <a:ext cx="374040" cy="370184"/>
            <a:chOff x="4135263" y="2906184"/>
            <a:chExt cx="374040" cy="370184"/>
          </a:xfrm>
        </p:grpSpPr>
        <p:sp>
          <p:nvSpPr>
            <p:cNvPr id="17348" name="Google Shape;17348;p8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88"/>
          <p:cNvGrpSpPr/>
          <p:nvPr/>
        </p:nvGrpSpPr>
        <p:grpSpPr>
          <a:xfrm>
            <a:off x="4656513" y="2982384"/>
            <a:ext cx="372676" cy="370184"/>
            <a:chOff x="4683601" y="2906184"/>
            <a:chExt cx="372676" cy="370184"/>
          </a:xfrm>
        </p:grpSpPr>
        <p:sp>
          <p:nvSpPr>
            <p:cNvPr id="17352" name="Google Shape;17352;p8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8" name="Google Shape;17358;p88"/>
          <p:cNvGrpSpPr/>
          <p:nvPr/>
        </p:nvGrpSpPr>
        <p:grpSpPr>
          <a:xfrm>
            <a:off x="843720" y="2982253"/>
            <a:ext cx="329134" cy="370132"/>
            <a:chOff x="870808" y="2906053"/>
            <a:chExt cx="329134" cy="370132"/>
          </a:xfrm>
        </p:grpSpPr>
        <p:sp>
          <p:nvSpPr>
            <p:cNvPr id="17359" name="Google Shape;17359;p8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88"/>
          <p:cNvGrpSpPr/>
          <p:nvPr/>
        </p:nvGrpSpPr>
        <p:grpSpPr>
          <a:xfrm>
            <a:off x="1916790" y="2985269"/>
            <a:ext cx="374774" cy="364282"/>
            <a:chOff x="1943878" y="2909069"/>
            <a:chExt cx="374774" cy="364282"/>
          </a:xfrm>
        </p:grpSpPr>
        <p:sp>
          <p:nvSpPr>
            <p:cNvPr id="17379" name="Google Shape;17379;p8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88"/>
          <p:cNvGrpSpPr/>
          <p:nvPr/>
        </p:nvGrpSpPr>
        <p:grpSpPr>
          <a:xfrm>
            <a:off x="1100984" y="3441461"/>
            <a:ext cx="328872" cy="370158"/>
            <a:chOff x="1128072" y="3365261"/>
            <a:chExt cx="328872" cy="370158"/>
          </a:xfrm>
        </p:grpSpPr>
        <p:sp>
          <p:nvSpPr>
            <p:cNvPr id="17401" name="Google Shape;17401;p8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5" name="Google Shape;17445;p88"/>
          <p:cNvGrpSpPr/>
          <p:nvPr/>
        </p:nvGrpSpPr>
        <p:grpSpPr>
          <a:xfrm>
            <a:off x="5749779" y="1591381"/>
            <a:ext cx="370866" cy="364151"/>
            <a:chOff x="5776868" y="1515181"/>
            <a:chExt cx="370866" cy="364151"/>
          </a:xfrm>
        </p:grpSpPr>
        <p:sp>
          <p:nvSpPr>
            <p:cNvPr id="17446" name="Google Shape;17446;p8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88"/>
          <p:cNvGrpSpPr/>
          <p:nvPr/>
        </p:nvGrpSpPr>
        <p:grpSpPr>
          <a:xfrm>
            <a:off x="3550761" y="2509142"/>
            <a:ext cx="393660" cy="370079"/>
            <a:chOff x="3577849" y="2432942"/>
            <a:chExt cx="393660" cy="370079"/>
          </a:xfrm>
        </p:grpSpPr>
        <p:sp>
          <p:nvSpPr>
            <p:cNvPr id="17464" name="Google Shape;17464;p8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4" name="Google Shape;17474;p88"/>
          <p:cNvGrpSpPr/>
          <p:nvPr/>
        </p:nvGrpSpPr>
        <p:grpSpPr>
          <a:xfrm>
            <a:off x="2466911" y="3003237"/>
            <a:ext cx="370132" cy="328164"/>
            <a:chOff x="2493999" y="2927037"/>
            <a:chExt cx="370132" cy="328164"/>
          </a:xfrm>
        </p:grpSpPr>
        <p:sp>
          <p:nvSpPr>
            <p:cNvPr id="17475" name="Google Shape;17475;p8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7" name="Google Shape;17487;p88"/>
          <p:cNvGrpSpPr/>
          <p:nvPr/>
        </p:nvGrpSpPr>
        <p:grpSpPr>
          <a:xfrm>
            <a:off x="3562329" y="3026896"/>
            <a:ext cx="370315" cy="281028"/>
            <a:chOff x="3589417" y="2950696"/>
            <a:chExt cx="370315" cy="281028"/>
          </a:xfrm>
        </p:grpSpPr>
        <p:sp>
          <p:nvSpPr>
            <p:cNvPr id="17488" name="Google Shape;17488;p8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8" name="Google Shape;17508;p88"/>
          <p:cNvGrpSpPr/>
          <p:nvPr/>
        </p:nvGrpSpPr>
        <p:grpSpPr>
          <a:xfrm>
            <a:off x="3005623" y="2987918"/>
            <a:ext cx="396125" cy="359062"/>
            <a:chOff x="3032711" y="2911718"/>
            <a:chExt cx="396125" cy="359062"/>
          </a:xfrm>
        </p:grpSpPr>
        <p:sp>
          <p:nvSpPr>
            <p:cNvPr id="17509" name="Google Shape;17509;p8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1" name="Google Shape;17521;p88"/>
          <p:cNvGrpSpPr/>
          <p:nvPr/>
        </p:nvGrpSpPr>
        <p:grpSpPr>
          <a:xfrm>
            <a:off x="7390676" y="1589597"/>
            <a:ext cx="373174" cy="367692"/>
            <a:chOff x="7417764" y="1513397"/>
            <a:chExt cx="373174" cy="367692"/>
          </a:xfrm>
        </p:grpSpPr>
        <p:sp>
          <p:nvSpPr>
            <p:cNvPr id="17522" name="Google Shape;17522;p8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1" name="Google Shape;17541;p88"/>
          <p:cNvGrpSpPr/>
          <p:nvPr/>
        </p:nvGrpSpPr>
        <p:grpSpPr>
          <a:xfrm>
            <a:off x="6844856" y="1590568"/>
            <a:ext cx="370132" cy="365672"/>
            <a:chOff x="6871944" y="1514368"/>
            <a:chExt cx="370132" cy="365672"/>
          </a:xfrm>
        </p:grpSpPr>
        <p:sp>
          <p:nvSpPr>
            <p:cNvPr id="17542" name="Google Shape;17542;p8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0" name="Google Shape;17560;p88"/>
          <p:cNvGrpSpPr/>
          <p:nvPr/>
        </p:nvGrpSpPr>
        <p:grpSpPr>
          <a:xfrm>
            <a:off x="6534843" y="3441461"/>
            <a:ext cx="400375" cy="370184"/>
            <a:chOff x="6561931" y="3365261"/>
            <a:chExt cx="400375" cy="370184"/>
          </a:xfrm>
        </p:grpSpPr>
        <p:sp>
          <p:nvSpPr>
            <p:cNvPr id="17561" name="Google Shape;17561;p8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88"/>
          <p:cNvGrpSpPr/>
          <p:nvPr/>
        </p:nvGrpSpPr>
        <p:grpSpPr>
          <a:xfrm>
            <a:off x="1915032" y="2062052"/>
            <a:ext cx="378315" cy="358695"/>
            <a:chOff x="1942120" y="1985852"/>
            <a:chExt cx="378315" cy="358695"/>
          </a:xfrm>
        </p:grpSpPr>
        <p:sp>
          <p:nvSpPr>
            <p:cNvPr id="17574" name="Google Shape;17574;p8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4" name="Google Shape;17594;p88"/>
          <p:cNvGrpSpPr/>
          <p:nvPr/>
        </p:nvGrpSpPr>
        <p:grpSpPr>
          <a:xfrm>
            <a:off x="1374327" y="2505418"/>
            <a:ext cx="364282" cy="374197"/>
            <a:chOff x="1401415" y="2429218"/>
            <a:chExt cx="364282" cy="374197"/>
          </a:xfrm>
        </p:grpSpPr>
        <p:sp>
          <p:nvSpPr>
            <p:cNvPr id="17595" name="Google Shape;17595;p8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0" name="Google Shape;17610;p88"/>
          <p:cNvGrpSpPr/>
          <p:nvPr/>
        </p:nvGrpSpPr>
        <p:grpSpPr>
          <a:xfrm>
            <a:off x="7083339" y="3441461"/>
            <a:ext cx="400401" cy="370184"/>
            <a:chOff x="7110427" y="3365261"/>
            <a:chExt cx="400401" cy="370184"/>
          </a:xfrm>
        </p:grpSpPr>
        <p:sp>
          <p:nvSpPr>
            <p:cNvPr id="17611" name="Google Shape;17611;p8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88"/>
          <p:cNvGrpSpPr/>
          <p:nvPr/>
        </p:nvGrpSpPr>
        <p:grpSpPr>
          <a:xfrm>
            <a:off x="7631861" y="3439337"/>
            <a:ext cx="400375" cy="370132"/>
            <a:chOff x="7658949" y="3363137"/>
            <a:chExt cx="400375" cy="370132"/>
          </a:xfrm>
        </p:grpSpPr>
        <p:sp>
          <p:nvSpPr>
            <p:cNvPr id="17619" name="Google Shape;17619;p8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88"/>
          <p:cNvGrpSpPr/>
          <p:nvPr/>
        </p:nvGrpSpPr>
        <p:grpSpPr>
          <a:xfrm>
            <a:off x="3277393" y="3455589"/>
            <a:ext cx="356623" cy="370105"/>
            <a:chOff x="3307156" y="3365314"/>
            <a:chExt cx="356623" cy="370105"/>
          </a:xfrm>
        </p:grpSpPr>
        <p:sp>
          <p:nvSpPr>
            <p:cNvPr id="17625" name="Google Shape;17625;p8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0" name="Google Shape;17640;p88"/>
          <p:cNvGrpSpPr/>
          <p:nvPr/>
        </p:nvGrpSpPr>
        <p:grpSpPr>
          <a:xfrm>
            <a:off x="7395319" y="2056307"/>
            <a:ext cx="372807" cy="370079"/>
            <a:chOff x="7422407" y="1980107"/>
            <a:chExt cx="372807" cy="370079"/>
          </a:xfrm>
        </p:grpSpPr>
        <p:sp>
          <p:nvSpPr>
            <p:cNvPr id="17641" name="Google Shape;17641;p8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4" name="Google Shape;17654;p88"/>
          <p:cNvGrpSpPr/>
          <p:nvPr/>
        </p:nvGrpSpPr>
        <p:grpSpPr>
          <a:xfrm>
            <a:off x="6889053" y="2982384"/>
            <a:ext cx="289737" cy="370394"/>
            <a:chOff x="6916141" y="2906184"/>
            <a:chExt cx="289737" cy="370394"/>
          </a:xfrm>
        </p:grpSpPr>
        <p:sp>
          <p:nvSpPr>
            <p:cNvPr id="17655" name="Google Shape;17655;p8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88"/>
          <p:cNvGrpSpPr/>
          <p:nvPr/>
        </p:nvGrpSpPr>
        <p:grpSpPr>
          <a:xfrm>
            <a:off x="7943106" y="2089777"/>
            <a:ext cx="372676" cy="331731"/>
            <a:chOff x="7970194" y="2013577"/>
            <a:chExt cx="372676" cy="331731"/>
          </a:xfrm>
        </p:grpSpPr>
        <p:sp>
          <p:nvSpPr>
            <p:cNvPr id="17677" name="Google Shape;17677;p8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7" name="Google Shape;17687;p88"/>
          <p:cNvGrpSpPr/>
          <p:nvPr/>
        </p:nvGrpSpPr>
        <p:grpSpPr>
          <a:xfrm>
            <a:off x="1389645" y="1588390"/>
            <a:ext cx="332964" cy="370158"/>
            <a:chOff x="1416733" y="1512190"/>
            <a:chExt cx="332964" cy="370158"/>
          </a:xfrm>
        </p:grpSpPr>
        <p:sp>
          <p:nvSpPr>
            <p:cNvPr id="17688" name="Google Shape;17688;p8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88"/>
          <p:cNvGrpSpPr/>
          <p:nvPr/>
        </p:nvGrpSpPr>
        <p:grpSpPr>
          <a:xfrm>
            <a:off x="5219278" y="2982305"/>
            <a:ext cx="342852" cy="370079"/>
            <a:chOff x="5246366" y="2906105"/>
            <a:chExt cx="342852" cy="370079"/>
          </a:xfrm>
        </p:grpSpPr>
        <p:sp>
          <p:nvSpPr>
            <p:cNvPr id="17708" name="Google Shape;17708;p8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4" name="Google Shape;17714;p88"/>
          <p:cNvGrpSpPr/>
          <p:nvPr/>
        </p:nvGrpSpPr>
        <p:grpSpPr>
          <a:xfrm>
            <a:off x="822579" y="2511083"/>
            <a:ext cx="371259" cy="366249"/>
            <a:chOff x="849667" y="2434883"/>
            <a:chExt cx="371259" cy="366249"/>
          </a:xfrm>
        </p:grpSpPr>
        <p:sp>
          <p:nvSpPr>
            <p:cNvPr id="17715" name="Google Shape;17715;p8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8" name="Google Shape;17728;p88"/>
          <p:cNvGrpSpPr/>
          <p:nvPr/>
        </p:nvGrpSpPr>
        <p:grpSpPr>
          <a:xfrm>
            <a:off x="4389938" y="3441566"/>
            <a:ext cx="332728" cy="370053"/>
            <a:chOff x="4417026" y="3365366"/>
            <a:chExt cx="332728" cy="370053"/>
          </a:xfrm>
        </p:grpSpPr>
        <p:sp>
          <p:nvSpPr>
            <p:cNvPr id="17729" name="Google Shape;17729;p8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88"/>
          <p:cNvGrpSpPr/>
          <p:nvPr/>
        </p:nvGrpSpPr>
        <p:grpSpPr>
          <a:xfrm>
            <a:off x="2469980" y="2056386"/>
            <a:ext cx="363994" cy="370105"/>
            <a:chOff x="2497068" y="1980186"/>
            <a:chExt cx="363994" cy="370105"/>
          </a:xfrm>
        </p:grpSpPr>
        <p:sp>
          <p:nvSpPr>
            <p:cNvPr id="17748" name="Google Shape;17748;p8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9" name="Google Shape;17769;p88"/>
          <p:cNvGrpSpPr/>
          <p:nvPr/>
        </p:nvGrpSpPr>
        <p:grpSpPr>
          <a:xfrm>
            <a:off x="5793190" y="2982358"/>
            <a:ext cx="294904" cy="370027"/>
            <a:chOff x="5820278" y="2906158"/>
            <a:chExt cx="294904" cy="370027"/>
          </a:xfrm>
        </p:grpSpPr>
        <p:sp>
          <p:nvSpPr>
            <p:cNvPr id="17770" name="Google Shape;17770;p8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88"/>
          <p:cNvGrpSpPr/>
          <p:nvPr/>
        </p:nvGrpSpPr>
        <p:grpSpPr>
          <a:xfrm>
            <a:off x="4919731" y="3459429"/>
            <a:ext cx="370132" cy="334223"/>
            <a:chOff x="4946819" y="3383229"/>
            <a:chExt cx="370132" cy="334223"/>
          </a:xfrm>
        </p:grpSpPr>
        <p:sp>
          <p:nvSpPr>
            <p:cNvPr id="17778" name="Google Shape;17778;p8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88"/>
          <p:cNvGrpSpPr/>
          <p:nvPr/>
        </p:nvGrpSpPr>
        <p:grpSpPr>
          <a:xfrm>
            <a:off x="3011315" y="1615434"/>
            <a:ext cx="375482" cy="316072"/>
            <a:chOff x="3038403" y="1539234"/>
            <a:chExt cx="375482" cy="316072"/>
          </a:xfrm>
        </p:grpSpPr>
        <p:sp>
          <p:nvSpPr>
            <p:cNvPr id="17788" name="Google Shape;17788;p8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9" name="Google Shape;17789;p88"/>
            <p:cNvGrpSpPr/>
            <p:nvPr/>
          </p:nvGrpSpPr>
          <p:grpSpPr>
            <a:xfrm>
              <a:off x="3038403" y="1539234"/>
              <a:ext cx="375482" cy="316072"/>
              <a:chOff x="3038403" y="1539234"/>
              <a:chExt cx="375482" cy="316072"/>
            </a:xfrm>
          </p:grpSpPr>
          <p:sp>
            <p:nvSpPr>
              <p:cNvPr id="17790" name="Google Shape;17790;p8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99" name="Google Shape;17799;p88"/>
          <p:cNvGrpSpPr/>
          <p:nvPr/>
        </p:nvGrpSpPr>
        <p:grpSpPr>
          <a:xfrm>
            <a:off x="6305777" y="2982331"/>
            <a:ext cx="360846" cy="370184"/>
            <a:chOff x="6332865" y="2906131"/>
            <a:chExt cx="360846" cy="370184"/>
          </a:xfrm>
        </p:grpSpPr>
        <p:sp>
          <p:nvSpPr>
            <p:cNvPr id="17800" name="Google Shape;17800;p8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88"/>
          <p:cNvGrpSpPr/>
          <p:nvPr/>
        </p:nvGrpSpPr>
        <p:grpSpPr>
          <a:xfrm>
            <a:off x="4107991" y="1594266"/>
            <a:ext cx="370132" cy="358223"/>
            <a:chOff x="4135079" y="1518066"/>
            <a:chExt cx="370132" cy="358223"/>
          </a:xfrm>
        </p:grpSpPr>
        <p:sp>
          <p:nvSpPr>
            <p:cNvPr id="17812" name="Google Shape;17812;p8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88"/>
          <p:cNvGrpSpPr/>
          <p:nvPr/>
        </p:nvGrpSpPr>
        <p:grpSpPr>
          <a:xfrm>
            <a:off x="6851780" y="2056334"/>
            <a:ext cx="361240" cy="370158"/>
            <a:chOff x="6878869" y="1980134"/>
            <a:chExt cx="361240" cy="370158"/>
          </a:xfrm>
        </p:grpSpPr>
        <p:sp>
          <p:nvSpPr>
            <p:cNvPr id="17832" name="Google Shape;17832;p8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5" name="Google Shape;17845;p88"/>
          <p:cNvGrpSpPr/>
          <p:nvPr/>
        </p:nvGrpSpPr>
        <p:grpSpPr>
          <a:xfrm>
            <a:off x="2466911" y="2626233"/>
            <a:ext cx="370132" cy="259467"/>
            <a:chOff x="2493999" y="2550033"/>
            <a:chExt cx="370132" cy="259467"/>
          </a:xfrm>
        </p:grpSpPr>
        <p:sp>
          <p:nvSpPr>
            <p:cNvPr id="17846" name="Google Shape;17846;p8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5" name="Google Shape;17865;p88"/>
          <p:cNvGrpSpPr/>
          <p:nvPr/>
        </p:nvGrpSpPr>
        <p:grpSpPr>
          <a:xfrm>
            <a:off x="1672614" y="3441461"/>
            <a:ext cx="281054" cy="370158"/>
            <a:chOff x="1699703" y="3365261"/>
            <a:chExt cx="281054" cy="370158"/>
          </a:xfrm>
        </p:grpSpPr>
        <p:sp>
          <p:nvSpPr>
            <p:cNvPr id="17866" name="Google Shape;17866;p8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9" name="Google Shape;17879;p88"/>
          <p:cNvGrpSpPr/>
          <p:nvPr/>
        </p:nvGrpSpPr>
        <p:grpSpPr>
          <a:xfrm>
            <a:off x="7939722" y="1595630"/>
            <a:ext cx="369974" cy="355626"/>
            <a:chOff x="7966810" y="1519430"/>
            <a:chExt cx="369974" cy="355626"/>
          </a:xfrm>
        </p:grpSpPr>
        <p:sp>
          <p:nvSpPr>
            <p:cNvPr id="17880" name="Google Shape;17880;p8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88"/>
          <p:cNvGrpSpPr/>
          <p:nvPr/>
        </p:nvGrpSpPr>
        <p:grpSpPr>
          <a:xfrm>
            <a:off x="2765540" y="3441540"/>
            <a:ext cx="290445" cy="370079"/>
            <a:chOff x="2792628" y="3365340"/>
            <a:chExt cx="290445" cy="370079"/>
          </a:xfrm>
        </p:grpSpPr>
        <p:sp>
          <p:nvSpPr>
            <p:cNvPr id="17897" name="Google Shape;17897;p8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88"/>
          <p:cNvGrpSpPr/>
          <p:nvPr/>
        </p:nvGrpSpPr>
        <p:grpSpPr>
          <a:xfrm>
            <a:off x="1362497" y="2064517"/>
            <a:ext cx="388125" cy="353790"/>
            <a:chOff x="1389585" y="1988317"/>
            <a:chExt cx="388125" cy="353790"/>
          </a:xfrm>
        </p:grpSpPr>
        <p:sp>
          <p:nvSpPr>
            <p:cNvPr id="17912" name="Google Shape;17912;p8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88"/>
          <p:cNvGrpSpPr/>
          <p:nvPr/>
        </p:nvGrpSpPr>
        <p:grpSpPr>
          <a:xfrm>
            <a:off x="2465836" y="1588390"/>
            <a:ext cx="370158" cy="370158"/>
            <a:chOff x="2492924" y="1512190"/>
            <a:chExt cx="370158" cy="370158"/>
          </a:xfrm>
        </p:grpSpPr>
        <p:sp>
          <p:nvSpPr>
            <p:cNvPr id="17935" name="Google Shape;17935;p8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88"/>
          <p:cNvGrpSpPr/>
          <p:nvPr/>
        </p:nvGrpSpPr>
        <p:grpSpPr>
          <a:xfrm>
            <a:off x="1906481" y="1588443"/>
            <a:ext cx="393975" cy="370105"/>
            <a:chOff x="1933569" y="1512243"/>
            <a:chExt cx="393975" cy="370105"/>
          </a:xfrm>
        </p:grpSpPr>
        <p:sp>
          <p:nvSpPr>
            <p:cNvPr id="17958" name="Google Shape;17958;p8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88"/>
          <p:cNvGrpSpPr/>
          <p:nvPr/>
        </p:nvGrpSpPr>
        <p:grpSpPr>
          <a:xfrm>
            <a:off x="2209018" y="3441592"/>
            <a:ext cx="306471" cy="370000"/>
            <a:chOff x="2236106" y="3365392"/>
            <a:chExt cx="306471" cy="370000"/>
          </a:xfrm>
        </p:grpSpPr>
        <p:sp>
          <p:nvSpPr>
            <p:cNvPr id="17987" name="Google Shape;17987;p8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1" name="Google Shape;18001;p88"/>
          <p:cNvGrpSpPr/>
          <p:nvPr/>
        </p:nvGrpSpPr>
        <p:grpSpPr>
          <a:xfrm>
            <a:off x="5465735" y="3461763"/>
            <a:ext cx="375325" cy="329606"/>
            <a:chOff x="5492823" y="3385563"/>
            <a:chExt cx="375325" cy="329606"/>
          </a:xfrm>
        </p:grpSpPr>
        <p:sp>
          <p:nvSpPr>
            <p:cNvPr id="18002" name="Google Shape;18002;p8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2" name="Google Shape;18022;p88"/>
          <p:cNvGrpSpPr/>
          <p:nvPr/>
        </p:nvGrpSpPr>
        <p:grpSpPr>
          <a:xfrm>
            <a:off x="3014699" y="2077318"/>
            <a:ext cx="370158" cy="328164"/>
            <a:chOff x="3041787" y="2001118"/>
            <a:chExt cx="370158" cy="328164"/>
          </a:xfrm>
        </p:grpSpPr>
        <p:sp>
          <p:nvSpPr>
            <p:cNvPr id="18023" name="Google Shape;18023;p8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88"/>
          <p:cNvGrpSpPr/>
          <p:nvPr/>
        </p:nvGrpSpPr>
        <p:grpSpPr>
          <a:xfrm>
            <a:off x="5752796" y="2115325"/>
            <a:ext cx="372309" cy="328216"/>
            <a:chOff x="5779884" y="2039125"/>
            <a:chExt cx="372309" cy="328216"/>
          </a:xfrm>
        </p:grpSpPr>
        <p:sp>
          <p:nvSpPr>
            <p:cNvPr id="18042" name="Google Shape;18042;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5" name="Google Shape;18055;p8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59" name="Shape 18059"/>
        <p:cNvGrpSpPr/>
        <p:nvPr/>
      </p:nvGrpSpPr>
      <p:grpSpPr>
        <a:xfrm>
          <a:off x="0" y="0"/>
          <a:ext cx="0" cy="0"/>
          <a:chOff x="0" y="0"/>
          <a:chExt cx="0" cy="0"/>
        </a:xfrm>
      </p:grpSpPr>
      <p:grpSp>
        <p:nvGrpSpPr>
          <p:cNvPr id="18060" name="Google Shape;18060;p89"/>
          <p:cNvGrpSpPr/>
          <p:nvPr/>
        </p:nvGrpSpPr>
        <p:grpSpPr>
          <a:xfrm>
            <a:off x="853009" y="1981993"/>
            <a:ext cx="354610" cy="372358"/>
            <a:chOff x="878066" y="1981993"/>
            <a:chExt cx="354610" cy="372358"/>
          </a:xfrm>
        </p:grpSpPr>
        <p:sp>
          <p:nvSpPr>
            <p:cNvPr id="18061" name="Google Shape;18061;p8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89"/>
          <p:cNvGrpSpPr/>
          <p:nvPr/>
        </p:nvGrpSpPr>
        <p:grpSpPr>
          <a:xfrm>
            <a:off x="1320737" y="1982386"/>
            <a:ext cx="371650" cy="371624"/>
            <a:chOff x="1345794" y="1982386"/>
            <a:chExt cx="371650" cy="371624"/>
          </a:xfrm>
        </p:grpSpPr>
        <p:sp>
          <p:nvSpPr>
            <p:cNvPr id="18076" name="Google Shape;18076;p8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3" name="Google Shape;18113;p89"/>
          <p:cNvGrpSpPr/>
          <p:nvPr/>
        </p:nvGrpSpPr>
        <p:grpSpPr>
          <a:xfrm>
            <a:off x="1796408" y="1981993"/>
            <a:ext cx="372410" cy="372410"/>
            <a:chOff x="1821465" y="1981993"/>
            <a:chExt cx="372410" cy="372410"/>
          </a:xfrm>
        </p:grpSpPr>
        <p:sp>
          <p:nvSpPr>
            <p:cNvPr id="18114" name="Google Shape;18114;p8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8" name="Google Shape;18128;p89"/>
          <p:cNvGrpSpPr/>
          <p:nvPr/>
        </p:nvGrpSpPr>
        <p:grpSpPr>
          <a:xfrm>
            <a:off x="2251291" y="1981809"/>
            <a:ext cx="415901" cy="372699"/>
            <a:chOff x="2276348" y="1981809"/>
            <a:chExt cx="415901" cy="372699"/>
          </a:xfrm>
        </p:grpSpPr>
        <p:sp>
          <p:nvSpPr>
            <p:cNvPr id="18129" name="Google Shape;18129;p8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6" name="Google Shape;18136;p89"/>
          <p:cNvGrpSpPr/>
          <p:nvPr/>
        </p:nvGrpSpPr>
        <p:grpSpPr>
          <a:xfrm>
            <a:off x="2749297" y="2009990"/>
            <a:ext cx="372017" cy="316310"/>
            <a:chOff x="2774354" y="2009990"/>
            <a:chExt cx="372017" cy="316310"/>
          </a:xfrm>
        </p:grpSpPr>
        <p:sp>
          <p:nvSpPr>
            <p:cNvPr id="18137" name="Google Shape;18137;p8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89"/>
          <p:cNvGrpSpPr/>
          <p:nvPr/>
        </p:nvGrpSpPr>
        <p:grpSpPr>
          <a:xfrm>
            <a:off x="3697625" y="1981993"/>
            <a:ext cx="375818" cy="372043"/>
            <a:chOff x="3722682" y="1981993"/>
            <a:chExt cx="375818" cy="372043"/>
          </a:xfrm>
        </p:grpSpPr>
        <p:sp>
          <p:nvSpPr>
            <p:cNvPr id="18164" name="Google Shape;18164;p8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89"/>
          <p:cNvGrpSpPr/>
          <p:nvPr/>
        </p:nvGrpSpPr>
        <p:grpSpPr>
          <a:xfrm>
            <a:off x="4176337" y="1981809"/>
            <a:ext cx="373538" cy="372305"/>
            <a:chOff x="4201394" y="1981809"/>
            <a:chExt cx="373538" cy="372305"/>
          </a:xfrm>
        </p:grpSpPr>
        <p:sp>
          <p:nvSpPr>
            <p:cNvPr id="18180" name="Google Shape;18180;p8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6" name="Google Shape;18196;p89"/>
          <p:cNvGrpSpPr/>
          <p:nvPr/>
        </p:nvGrpSpPr>
        <p:grpSpPr>
          <a:xfrm>
            <a:off x="4634601" y="1500266"/>
            <a:ext cx="422743" cy="377784"/>
            <a:chOff x="4659658" y="1500266"/>
            <a:chExt cx="422743" cy="377784"/>
          </a:xfrm>
        </p:grpSpPr>
        <p:sp>
          <p:nvSpPr>
            <p:cNvPr id="18197" name="Google Shape;18197;p8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89"/>
          <p:cNvGrpSpPr/>
          <p:nvPr/>
        </p:nvGrpSpPr>
        <p:grpSpPr>
          <a:xfrm>
            <a:off x="5186349" y="1513504"/>
            <a:ext cx="260394" cy="351202"/>
            <a:chOff x="5211406" y="1513504"/>
            <a:chExt cx="260394" cy="351202"/>
          </a:xfrm>
        </p:grpSpPr>
        <p:sp>
          <p:nvSpPr>
            <p:cNvPr id="18215" name="Google Shape;18215;p8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89"/>
          <p:cNvGrpSpPr/>
          <p:nvPr/>
        </p:nvGrpSpPr>
        <p:grpSpPr>
          <a:xfrm>
            <a:off x="5607545" y="1513216"/>
            <a:ext cx="366722" cy="351779"/>
            <a:chOff x="5632602" y="1513216"/>
            <a:chExt cx="366722" cy="351779"/>
          </a:xfrm>
        </p:grpSpPr>
        <p:sp>
          <p:nvSpPr>
            <p:cNvPr id="18229" name="Google Shape;18229;p8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89"/>
          <p:cNvGrpSpPr/>
          <p:nvPr/>
        </p:nvGrpSpPr>
        <p:grpSpPr>
          <a:xfrm>
            <a:off x="6064315" y="1527136"/>
            <a:ext cx="401902" cy="323965"/>
            <a:chOff x="6089372" y="1527136"/>
            <a:chExt cx="401902" cy="323965"/>
          </a:xfrm>
        </p:grpSpPr>
        <p:sp>
          <p:nvSpPr>
            <p:cNvPr id="18238" name="Google Shape;18238;p8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89"/>
          <p:cNvGrpSpPr/>
          <p:nvPr/>
        </p:nvGrpSpPr>
        <p:grpSpPr>
          <a:xfrm>
            <a:off x="6554378" y="1527897"/>
            <a:ext cx="370103" cy="322445"/>
            <a:chOff x="6579435" y="1527897"/>
            <a:chExt cx="370103" cy="322445"/>
          </a:xfrm>
        </p:grpSpPr>
        <p:sp>
          <p:nvSpPr>
            <p:cNvPr id="18269" name="Google Shape;18269;p8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0" name="Google Shape;18290;p89"/>
          <p:cNvGrpSpPr/>
          <p:nvPr/>
        </p:nvGrpSpPr>
        <p:grpSpPr>
          <a:xfrm>
            <a:off x="6963830" y="1538854"/>
            <a:ext cx="499920" cy="300136"/>
            <a:chOff x="6988887" y="1538854"/>
            <a:chExt cx="499920" cy="300136"/>
          </a:xfrm>
        </p:grpSpPr>
        <p:sp>
          <p:nvSpPr>
            <p:cNvPr id="18291" name="Google Shape;18291;p8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89"/>
          <p:cNvGrpSpPr/>
          <p:nvPr/>
        </p:nvGrpSpPr>
        <p:grpSpPr>
          <a:xfrm>
            <a:off x="8025302" y="1520687"/>
            <a:ext cx="279321" cy="336837"/>
            <a:chOff x="8050359" y="1520687"/>
            <a:chExt cx="279321" cy="336837"/>
          </a:xfrm>
        </p:grpSpPr>
        <p:sp>
          <p:nvSpPr>
            <p:cNvPr id="18305" name="Google Shape;18305;p8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8" name="Google Shape;18318;p89"/>
          <p:cNvGrpSpPr/>
          <p:nvPr/>
        </p:nvGrpSpPr>
        <p:grpSpPr>
          <a:xfrm>
            <a:off x="6068850" y="2461832"/>
            <a:ext cx="364441" cy="339091"/>
            <a:chOff x="6093907" y="2461832"/>
            <a:chExt cx="364441" cy="339091"/>
          </a:xfrm>
        </p:grpSpPr>
        <p:sp>
          <p:nvSpPr>
            <p:cNvPr id="18319" name="Google Shape;18319;p8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9" name="Google Shape;18329;p89"/>
          <p:cNvGrpSpPr/>
          <p:nvPr/>
        </p:nvGrpSpPr>
        <p:grpSpPr>
          <a:xfrm>
            <a:off x="4651274" y="1980866"/>
            <a:ext cx="377680" cy="377680"/>
            <a:chOff x="4676331" y="1980866"/>
            <a:chExt cx="377680" cy="377680"/>
          </a:xfrm>
        </p:grpSpPr>
        <p:sp>
          <p:nvSpPr>
            <p:cNvPr id="18330" name="Google Shape;18330;p8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89"/>
          <p:cNvGrpSpPr/>
          <p:nvPr/>
        </p:nvGrpSpPr>
        <p:grpSpPr>
          <a:xfrm>
            <a:off x="7501185" y="1522968"/>
            <a:ext cx="357651" cy="332275"/>
            <a:chOff x="7526242" y="1522968"/>
            <a:chExt cx="357651" cy="332275"/>
          </a:xfrm>
        </p:grpSpPr>
        <p:sp>
          <p:nvSpPr>
            <p:cNvPr id="18350" name="Google Shape;18350;p8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6" name="Google Shape;18366;p89"/>
          <p:cNvGrpSpPr/>
          <p:nvPr/>
        </p:nvGrpSpPr>
        <p:grpSpPr>
          <a:xfrm>
            <a:off x="3225729" y="1982386"/>
            <a:ext cx="371650" cy="371624"/>
            <a:chOff x="3250786" y="1982386"/>
            <a:chExt cx="371650" cy="371624"/>
          </a:xfrm>
        </p:grpSpPr>
        <p:sp>
          <p:nvSpPr>
            <p:cNvPr id="18367" name="Google Shape;18367;p8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89"/>
          <p:cNvGrpSpPr/>
          <p:nvPr/>
        </p:nvGrpSpPr>
        <p:grpSpPr>
          <a:xfrm>
            <a:off x="1317329" y="2916322"/>
            <a:ext cx="373538" cy="331515"/>
            <a:chOff x="1342386" y="2916322"/>
            <a:chExt cx="373538" cy="331515"/>
          </a:xfrm>
        </p:grpSpPr>
        <p:sp>
          <p:nvSpPr>
            <p:cNvPr id="18398" name="Google Shape;18398;p8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9" name="Google Shape;18409;p89"/>
          <p:cNvGrpSpPr/>
          <p:nvPr/>
        </p:nvGrpSpPr>
        <p:grpSpPr>
          <a:xfrm>
            <a:off x="2269065" y="2946600"/>
            <a:ext cx="373931" cy="271351"/>
            <a:chOff x="2294122" y="2946600"/>
            <a:chExt cx="373931" cy="271351"/>
          </a:xfrm>
        </p:grpSpPr>
        <p:sp>
          <p:nvSpPr>
            <p:cNvPr id="18410" name="Google Shape;18410;p8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0" name="Google Shape;18440;p89"/>
          <p:cNvGrpSpPr/>
          <p:nvPr/>
        </p:nvGrpSpPr>
        <p:grpSpPr>
          <a:xfrm>
            <a:off x="2744762" y="2907251"/>
            <a:ext cx="373905" cy="349682"/>
            <a:chOff x="2769819" y="2907251"/>
            <a:chExt cx="373905" cy="349682"/>
          </a:xfrm>
        </p:grpSpPr>
        <p:sp>
          <p:nvSpPr>
            <p:cNvPr id="18441" name="Google Shape;18441;p8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8" name="Google Shape;18458;p89"/>
          <p:cNvGrpSpPr/>
          <p:nvPr/>
        </p:nvGrpSpPr>
        <p:grpSpPr>
          <a:xfrm>
            <a:off x="3221193" y="2895245"/>
            <a:ext cx="375792" cy="373800"/>
            <a:chOff x="3246251" y="2895245"/>
            <a:chExt cx="375792" cy="373800"/>
          </a:xfrm>
        </p:grpSpPr>
        <p:sp>
          <p:nvSpPr>
            <p:cNvPr id="18459" name="Google Shape;18459;p8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3" name="Google Shape;18473;p89"/>
          <p:cNvGrpSpPr/>
          <p:nvPr/>
        </p:nvGrpSpPr>
        <p:grpSpPr>
          <a:xfrm>
            <a:off x="3766125" y="2895454"/>
            <a:ext cx="234650" cy="373590"/>
            <a:chOff x="3791182" y="2895454"/>
            <a:chExt cx="234650" cy="373590"/>
          </a:xfrm>
        </p:grpSpPr>
        <p:sp>
          <p:nvSpPr>
            <p:cNvPr id="18474" name="Google Shape;18474;p8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3" name="Google Shape;18483;p89"/>
          <p:cNvGrpSpPr/>
          <p:nvPr/>
        </p:nvGrpSpPr>
        <p:grpSpPr>
          <a:xfrm>
            <a:off x="7017938" y="2489463"/>
            <a:ext cx="364441" cy="256225"/>
            <a:chOff x="7042995" y="2489463"/>
            <a:chExt cx="364441" cy="256225"/>
          </a:xfrm>
        </p:grpSpPr>
        <p:sp>
          <p:nvSpPr>
            <p:cNvPr id="18484" name="Google Shape;18484;p8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3" name="Google Shape;18493;p89"/>
          <p:cNvGrpSpPr/>
          <p:nvPr/>
        </p:nvGrpSpPr>
        <p:grpSpPr>
          <a:xfrm>
            <a:off x="7492115" y="2437007"/>
            <a:ext cx="364284" cy="361243"/>
            <a:chOff x="7517172" y="2437007"/>
            <a:chExt cx="364284" cy="361243"/>
          </a:xfrm>
        </p:grpSpPr>
        <p:sp>
          <p:nvSpPr>
            <p:cNvPr id="18494" name="Google Shape;18494;p8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5" name="Google Shape;18515;p89"/>
          <p:cNvGrpSpPr/>
          <p:nvPr/>
        </p:nvGrpSpPr>
        <p:grpSpPr>
          <a:xfrm>
            <a:off x="7981418" y="2436954"/>
            <a:ext cx="335290" cy="361321"/>
            <a:chOff x="8006475" y="2436954"/>
            <a:chExt cx="335290" cy="361321"/>
          </a:xfrm>
        </p:grpSpPr>
        <p:sp>
          <p:nvSpPr>
            <p:cNvPr id="18516" name="Google Shape;18516;p8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5" name="Google Shape;18535;p89"/>
          <p:cNvGrpSpPr/>
          <p:nvPr/>
        </p:nvGrpSpPr>
        <p:grpSpPr>
          <a:xfrm>
            <a:off x="5571604" y="2909139"/>
            <a:ext cx="394326" cy="349682"/>
            <a:chOff x="5596661" y="2909139"/>
            <a:chExt cx="394326" cy="349682"/>
          </a:xfrm>
        </p:grpSpPr>
        <p:sp>
          <p:nvSpPr>
            <p:cNvPr id="18536" name="Google Shape;18536;p8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2" name="Google Shape;18552;p89"/>
          <p:cNvGrpSpPr/>
          <p:nvPr/>
        </p:nvGrpSpPr>
        <p:grpSpPr>
          <a:xfrm>
            <a:off x="849601" y="2914408"/>
            <a:ext cx="356891" cy="335709"/>
            <a:chOff x="874658" y="2914408"/>
            <a:chExt cx="356891" cy="335709"/>
          </a:xfrm>
        </p:grpSpPr>
        <p:sp>
          <p:nvSpPr>
            <p:cNvPr id="18553" name="Google Shape;18553;p8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3" name="Google Shape;18573;p89"/>
          <p:cNvGrpSpPr/>
          <p:nvPr/>
        </p:nvGrpSpPr>
        <p:grpSpPr>
          <a:xfrm>
            <a:off x="4205855" y="2929193"/>
            <a:ext cx="308813" cy="306165"/>
            <a:chOff x="4230912" y="2929193"/>
            <a:chExt cx="308813" cy="306165"/>
          </a:xfrm>
        </p:grpSpPr>
        <p:sp>
          <p:nvSpPr>
            <p:cNvPr id="18574" name="Google Shape;18574;p8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9" name="Google Shape;18589;p89"/>
          <p:cNvGrpSpPr/>
          <p:nvPr/>
        </p:nvGrpSpPr>
        <p:grpSpPr>
          <a:xfrm>
            <a:off x="4602829" y="3401089"/>
            <a:ext cx="409111" cy="267944"/>
            <a:chOff x="4627886" y="3401089"/>
            <a:chExt cx="409111" cy="267944"/>
          </a:xfrm>
        </p:grpSpPr>
        <p:sp>
          <p:nvSpPr>
            <p:cNvPr id="18590" name="Google Shape;18590;p8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1" name="Google Shape;18601;p89"/>
          <p:cNvGrpSpPr/>
          <p:nvPr/>
        </p:nvGrpSpPr>
        <p:grpSpPr>
          <a:xfrm>
            <a:off x="4627419" y="2898915"/>
            <a:ext cx="386016" cy="384495"/>
            <a:chOff x="4652476" y="2898915"/>
            <a:chExt cx="386016" cy="384495"/>
          </a:xfrm>
        </p:grpSpPr>
        <p:sp>
          <p:nvSpPr>
            <p:cNvPr id="18602" name="Google Shape;18602;p8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1" name="Google Shape;18611;p89"/>
          <p:cNvGrpSpPr/>
          <p:nvPr/>
        </p:nvGrpSpPr>
        <p:grpSpPr>
          <a:xfrm>
            <a:off x="5131874" y="2922194"/>
            <a:ext cx="324699" cy="347611"/>
            <a:chOff x="5156931" y="2922194"/>
            <a:chExt cx="324699" cy="347611"/>
          </a:xfrm>
        </p:grpSpPr>
        <p:sp>
          <p:nvSpPr>
            <p:cNvPr id="18612" name="Google Shape;18612;p8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8" name="Google Shape;18628;p89"/>
          <p:cNvGrpSpPr/>
          <p:nvPr/>
        </p:nvGrpSpPr>
        <p:grpSpPr>
          <a:xfrm>
            <a:off x="6061274" y="2905337"/>
            <a:ext cx="364441" cy="364834"/>
            <a:chOff x="6086331" y="2905337"/>
            <a:chExt cx="364441" cy="364834"/>
          </a:xfrm>
        </p:grpSpPr>
        <p:sp>
          <p:nvSpPr>
            <p:cNvPr id="18629" name="Google Shape;18629;p8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5" name="Google Shape;18635;p89"/>
          <p:cNvGrpSpPr/>
          <p:nvPr/>
        </p:nvGrpSpPr>
        <p:grpSpPr>
          <a:xfrm>
            <a:off x="6529002" y="2907251"/>
            <a:ext cx="377706" cy="377680"/>
            <a:chOff x="6554059" y="2907251"/>
            <a:chExt cx="377706" cy="377680"/>
          </a:xfrm>
        </p:grpSpPr>
        <p:sp>
          <p:nvSpPr>
            <p:cNvPr id="18636" name="Google Shape;18636;p8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7" name="Google Shape;18657;p89"/>
          <p:cNvGrpSpPr/>
          <p:nvPr/>
        </p:nvGrpSpPr>
        <p:grpSpPr>
          <a:xfrm>
            <a:off x="7466739" y="2945446"/>
            <a:ext cx="400801" cy="317542"/>
            <a:chOff x="7491796" y="2945446"/>
            <a:chExt cx="400801" cy="317542"/>
          </a:xfrm>
        </p:grpSpPr>
        <p:sp>
          <p:nvSpPr>
            <p:cNvPr id="18658" name="Google Shape;18658;p8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0" name="Google Shape;18680;p89"/>
          <p:cNvGrpSpPr/>
          <p:nvPr/>
        </p:nvGrpSpPr>
        <p:grpSpPr>
          <a:xfrm>
            <a:off x="7020586" y="2907723"/>
            <a:ext cx="345304" cy="365857"/>
            <a:chOff x="7045643" y="2907723"/>
            <a:chExt cx="345304" cy="365857"/>
          </a:xfrm>
        </p:grpSpPr>
        <p:sp>
          <p:nvSpPr>
            <p:cNvPr id="18681" name="Google Shape;18681;p8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0" name="Google Shape;18700;p89"/>
          <p:cNvGrpSpPr/>
          <p:nvPr/>
        </p:nvGrpSpPr>
        <p:grpSpPr>
          <a:xfrm>
            <a:off x="7967786" y="2907251"/>
            <a:ext cx="347794" cy="366328"/>
            <a:chOff x="7992843" y="2907251"/>
            <a:chExt cx="347794" cy="366328"/>
          </a:xfrm>
        </p:grpSpPr>
        <p:sp>
          <p:nvSpPr>
            <p:cNvPr id="18701" name="Google Shape;18701;p8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8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4" name="Google Shape;18734;p89"/>
          <p:cNvGrpSpPr/>
          <p:nvPr/>
        </p:nvGrpSpPr>
        <p:grpSpPr>
          <a:xfrm>
            <a:off x="848841" y="1512377"/>
            <a:ext cx="398127" cy="353457"/>
            <a:chOff x="873898" y="1512377"/>
            <a:chExt cx="398127" cy="353457"/>
          </a:xfrm>
        </p:grpSpPr>
        <p:sp>
          <p:nvSpPr>
            <p:cNvPr id="18735" name="Google Shape;18735;p8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4" name="Google Shape;18754;p89"/>
          <p:cNvGrpSpPr/>
          <p:nvPr/>
        </p:nvGrpSpPr>
        <p:grpSpPr>
          <a:xfrm>
            <a:off x="1399067" y="1515680"/>
            <a:ext cx="246762" cy="347139"/>
            <a:chOff x="1424125" y="1515680"/>
            <a:chExt cx="246762" cy="347139"/>
          </a:xfrm>
        </p:grpSpPr>
        <p:sp>
          <p:nvSpPr>
            <p:cNvPr id="18755" name="Google Shape;18755;p8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5" name="Google Shape;18775;p89"/>
          <p:cNvGrpSpPr/>
          <p:nvPr/>
        </p:nvGrpSpPr>
        <p:grpSpPr>
          <a:xfrm>
            <a:off x="2294441" y="1512744"/>
            <a:ext cx="352697" cy="352723"/>
            <a:chOff x="2319498" y="1512744"/>
            <a:chExt cx="352697" cy="352723"/>
          </a:xfrm>
        </p:grpSpPr>
        <p:sp>
          <p:nvSpPr>
            <p:cNvPr id="18776" name="Google Shape;18776;p8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5" name="Google Shape;18795;p89"/>
          <p:cNvGrpSpPr/>
          <p:nvPr/>
        </p:nvGrpSpPr>
        <p:grpSpPr>
          <a:xfrm>
            <a:off x="4211544" y="1512666"/>
            <a:ext cx="312981" cy="352697"/>
            <a:chOff x="4236601" y="1512666"/>
            <a:chExt cx="312981" cy="352697"/>
          </a:xfrm>
        </p:grpSpPr>
        <p:sp>
          <p:nvSpPr>
            <p:cNvPr id="18796" name="Google Shape;18796;p8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89"/>
          <p:cNvGrpSpPr/>
          <p:nvPr/>
        </p:nvGrpSpPr>
        <p:grpSpPr>
          <a:xfrm>
            <a:off x="824618" y="3347716"/>
            <a:ext cx="346300" cy="375818"/>
            <a:chOff x="849675" y="3347716"/>
            <a:chExt cx="346300" cy="375818"/>
          </a:xfrm>
        </p:grpSpPr>
        <p:sp>
          <p:nvSpPr>
            <p:cNvPr id="18811" name="Google Shape;18811;p8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8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8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8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8" name="Google Shape;18828;p89"/>
          <p:cNvGrpSpPr/>
          <p:nvPr/>
        </p:nvGrpSpPr>
        <p:grpSpPr>
          <a:xfrm>
            <a:off x="1299162" y="3399202"/>
            <a:ext cx="376578" cy="272846"/>
            <a:chOff x="1324219" y="3399202"/>
            <a:chExt cx="376578" cy="272846"/>
          </a:xfrm>
        </p:grpSpPr>
        <p:sp>
          <p:nvSpPr>
            <p:cNvPr id="18829" name="Google Shape;18829;p8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8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8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2" name="Google Shape;18862;p89"/>
          <p:cNvGrpSpPr/>
          <p:nvPr/>
        </p:nvGrpSpPr>
        <p:grpSpPr>
          <a:xfrm>
            <a:off x="1773706" y="3395401"/>
            <a:ext cx="376185" cy="280448"/>
            <a:chOff x="1798763" y="3395401"/>
            <a:chExt cx="376185" cy="280448"/>
          </a:xfrm>
        </p:grpSpPr>
        <p:sp>
          <p:nvSpPr>
            <p:cNvPr id="18863" name="Google Shape;18863;p8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8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8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8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4" name="Google Shape;18894;p89"/>
          <p:cNvGrpSpPr/>
          <p:nvPr/>
        </p:nvGrpSpPr>
        <p:grpSpPr>
          <a:xfrm>
            <a:off x="2248250" y="3378754"/>
            <a:ext cx="375818" cy="313374"/>
            <a:chOff x="2273307" y="3378754"/>
            <a:chExt cx="375818" cy="313374"/>
          </a:xfrm>
        </p:grpSpPr>
        <p:sp>
          <p:nvSpPr>
            <p:cNvPr id="18895" name="Google Shape;18895;p8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8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9" name="Google Shape;18979;p89"/>
          <p:cNvGrpSpPr/>
          <p:nvPr/>
        </p:nvGrpSpPr>
        <p:grpSpPr>
          <a:xfrm>
            <a:off x="2722427" y="3359460"/>
            <a:ext cx="377706" cy="352330"/>
            <a:chOff x="2747484" y="3359460"/>
            <a:chExt cx="377706" cy="352330"/>
          </a:xfrm>
        </p:grpSpPr>
        <p:sp>
          <p:nvSpPr>
            <p:cNvPr id="18980" name="Google Shape;18980;p8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5" name="Google Shape;18995;p89"/>
          <p:cNvGrpSpPr/>
          <p:nvPr/>
        </p:nvGrpSpPr>
        <p:grpSpPr>
          <a:xfrm>
            <a:off x="3671148" y="3371938"/>
            <a:ext cx="375792" cy="327373"/>
            <a:chOff x="3696205" y="3371938"/>
            <a:chExt cx="375792" cy="327373"/>
          </a:xfrm>
        </p:grpSpPr>
        <p:sp>
          <p:nvSpPr>
            <p:cNvPr id="18996" name="Google Shape;18996;p8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8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8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9" name="Google Shape;19019;p89"/>
          <p:cNvGrpSpPr/>
          <p:nvPr/>
        </p:nvGrpSpPr>
        <p:grpSpPr>
          <a:xfrm>
            <a:off x="6542267" y="2436849"/>
            <a:ext cx="366722" cy="342892"/>
            <a:chOff x="6567324" y="2436849"/>
            <a:chExt cx="366722" cy="342892"/>
          </a:xfrm>
        </p:grpSpPr>
        <p:sp>
          <p:nvSpPr>
            <p:cNvPr id="19020" name="Google Shape;19020;p8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2" name="Google Shape;19032;p89"/>
          <p:cNvGrpSpPr/>
          <p:nvPr/>
        </p:nvGrpSpPr>
        <p:grpSpPr>
          <a:xfrm>
            <a:off x="4183913" y="3361347"/>
            <a:ext cx="299349" cy="348188"/>
            <a:chOff x="4208970" y="3361347"/>
            <a:chExt cx="299349" cy="348188"/>
          </a:xfrm>
        </p:grpSpPr>
        <p:sp>
          <p:nvSpPr>
            <p:cNvPr id="19033" name="Google Shape;19033;p8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7" name="Google Shape;19047;p89"/>
          <p:cNvGrpSpPr/>
          <p:nvPr/>
        </p:nvGrpSpPr>
        <p:grpSpPr>
          <a:xfrm>
            <a:off x="2761776" y="1512351"/>
            <a:ext cx="366722" cy="353667"/>
            <a:chOff x="2786833" y="1512351"/>
            <a:chExt cx="366722" cy="353667"/>
          </a:xfrm>
        </p:grpSpPr>
        <p:sp>
          <p:nvSpPr>
            <p:cNvPr id="19048" name="Google Shape;19048;p8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8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8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8" name="Google Shape;19068;p89"/>
          <p:cNvGrpSpPr/>
          <p:nvPr/>
        </p:nvGrpSpPr>
        <p:grpSpPr>
          <a:xfrm>
            <a:off x="1820264" y="1512744"/>
            <a:ext cx="352723" cy="353090"/>
            <a:chOff x="1845321" y="1512744"/>
            <a:chExt cx="352723" cy="353090"/>
          </a:xfrm>
        </p:grpSpPr>
        <p:sp>
          <p:nvSpPr>
            <p:cNvPr id="19069" name="Google Shape;19069;p8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8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0" name="Google Shape;19080;p89"/>
          <p:cNvGrpSpPr/>
          <p:nvPr/>
        </p:nvGrpSpPr>
        <p:grpSpPr>
          <a:xfrm>
            <a:off x="3189395" y="3340533"/>
            <a:ext cx="392465" cy="389896"/>
            <a:chOff x="3214452" y="3340533"/>
            <a:chExt cx="392465" cy="389896"/>
          </a:xfrm>
        </p:grpSpPr>
        <p:sp>
          <p:nvSpPr>
            <p:cNvPr id="19081" name="Google Shape;19081;p8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8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89"/>
          <p:cNvGrpSpPr/>
          <p:nvPr/>
        </p:nvGrpSpPr>
        <p:grpSpPr>
          <a:xfrm>
            <a:off x="3302172" y="1499899"/>
            <a:ext cx="234650" cy="378440"/>
            <a:chOff x="3327229" y="1499899"/>
            <a:chExt cx="234650" cy="378440"/>
          </a:xfrm>
        </p:grpSpPr>
        <p:sp>
          <p:nvSpPr>
            <p:cNvPr id="19107" name="Google Shape;19107;p8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8" name="Google Shape;19128;p89"/>
          <p:cNvGrpSpPr/>
          <p:nvPr/>
        </p:nvGrpSpPr>
        <p:grpSpPr>
          <a:xfrm>
            <a:off x="3710496" y="1530151"/>
            <a:ext cx="366722" cy="317962"/>
            <a:chOff x="3735553" y="1530151"/>
            <a:chExt cx="366722" cy="317962"/>
          </a:xfrm>
        </p:grpSpPr>
        <p:sp>
          <p:nvSpPr>
            <p:cNvPr id="19129" name="Google Shape;19129;p8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1" name="Google Shape;19141;p89"/>
          <p:cNvGrpSpPr/>
          <p:nvPr/>
        </p:nvGrpSpPr>
        <p:grpSpPr>
          <a:xfrm>
            <a:off x="841265" y="2469775"/>
            <a:ext cx="379226" cy="322733"/>
            <a:chOff x="866322" y="2469775"/>
            <a:chExt cx="379226" cy="322733"/>
          </a:xfrm>
        </p:grpSpPr>
        <p:sp>
          <p:nvSpPr>
            <p:cNvPr id="19142" name="Google Shape;19142;p8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8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8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8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8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8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8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8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8" name="Google Shape;19168;p89"/>
          <p:cNvGrpSpPr/>
          <p:nvPr/>
        </p:nvGrpSpPr>
        <p:grpSpPr>
          <a:xfrm>
            <a:off x="1303330" y="2500814"/>
            <a:ext cx="404183" cy="289151"/>
            <a:chOff x="1328387" y="2500814"/>
            <a:chExt cx="404183" cy="289151"/>
          </a:xfrm>
        </p:grpSpPr>
        <p:sp>
          <p:nvSpPr>
            <p:cNvPr id="19169" name="Google Shape;19169;p8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8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8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8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8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8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8" name="Google Shape;19198;p89"/>
          <p:cNvGrpSpPr/>
          <p:nvPr/>
        </p:nvGrpSpPr>
        <p:grpSpPr>
          <a:xfrm>
            <a:off x="1796408" y="2495702"/>
            <a:ext cx="365988" cy="270801"/>
            <a:chOff x="1821465" y="2495702"/>
            <a:chExt cx="365988" cy="270801"/>
          </a:xfrm>
        </p:grpSpPr>
        <p:sp>
          <p:nvSpPr>
            <p:cNvPr id="19199" name="Google Shape;19199;p8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8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8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6" name="Google Shape;19206;p89"/>
          <p:cNvGrpSpPr/>
          <p:nvPr/>
        </p:nvGrpSpPr>
        <p:grpSpPr>
          <a:xfrm>
            <a:off x="3700666" y="2455776"/>
            <a:ext cx="354977" cy="351202"/>
            <a:chOff x="3725723" y="2455776"/>
            <a:chExt cx="354977" cy="351202"/>
          </a:xfrm>
        </p:grpSpPr>
        <p:sp>
          <p:nvSpPr>
            <p:cNvPr id="19207" name="Google Shape;19207;p8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8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8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8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0" name="Google Shape;19220;p89"/>
          <p:cNvGrpSpPr/>
          <p:nvPr/>
        </p:nvGrpSpPr>
        <p:grpSpPr>
          <a:xfrm>
            <a:off x="5201108" y="1977641"/>
            <a:ext cx="230482" cy="388847"/>
            <a:chOff x="5226165" y="1977641"/>
            <a:chExt cx="230482" cy="388847"/>
          </a:xfrm>
        </p:grpSpPr>
        <p:sp>
          <p:nvSpPr>
            <p:cNvPr id="19221" name="Google Shape;19221;p8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8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89"/>
          <p:cNvGrpSpPr/>
          <p:nvPr/>
        </p:nvGrpSpPr>
        <p:grpSpPr>
          <a:xfrm>
            <a:off x="5607545" y="2025510"/>
            <a:ext cx="370130" cy="287264"/>
            <a:chOff x="5632602" y="2025510"/>
            <a:chExt cx="370130" cy="287264"/>
          </a:xfrm>
        </p:grpSpPr>
        <p:sp>
          <p:nvSpPr>
            <p:cNvPr id="19234" name="Google Shape;19234;p8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8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8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2" name="Google Shape;19252;p89"/>
          <p:cNvGrpSpPr/>
          <p:nvPr/>
        </p:nvGrpSpPr>
        <p:grpSpPr>
          <a:xfrm>
            <a:off x="4187321" y="2456537"/>
            <a:ext cx="331515" cy="330021"/>
            <a:chOff x="4212378" y="2456537"/>
            <a:chExt cx="331515" cy="330021"/>
          </a:xfrm>
        </p:grpSpPr>
        <p:sp>
          <p:nvSpPr>
            <p:cNvPr id="19253" name="Google Shape;19253;p8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89"/>
          <p:cNvGrpSpPr/>
          <p:nvPr/>
        </p:nvGrpSpPr>
        <p:grpSpPr>
          <a:xfrm>
            <a:off x="6150956" y="1977825"/>
            <a:ext cx="235411" cy="347427"/>
            <a:chOff x="6176013" y="1977825"/>
            <a:chExt cx="235411" cy="347427"/>
          </a:xfrm>
        </p:grpSpPr>
        <p:sp>
          <p:nvSpPr>
            <p:cNvPr id="19263" name="Google Shape;19263;p8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8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8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8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8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0" name="Google Shape;19280;p89"/>
          <p:cNvGrpSpPr/>
          <p:nvPr/>
        </p:nvGrpSpPr>
        <p:grpSpPr>
          <a:xfrm>
            <a:off x="6627020" y="1977458"/>
            <a:ext cx="235778" cy="347794"/>
            <a:chOff x="6652077" y="1977458"/>
            <a:chExt cx="235778" cy="347794"/>
          </a:xfrm>
        </p:grpSpPr>
        <p:sp>
          <p:nvSpPr>
            <p:cNvPr id="19281" name="Google Shape;19281;p8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8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8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8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8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8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8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7" name="Google Shape;19297;p89"/>
          <p:cNvGrpSpPr/>
          <p:nvPr/>
        </p:nvGrpSpPr>
        <p:grpSpPr>
          <a:xfrm>
            <a:off x="7047456" y="1997512"/>
            <a:ext cx="394352" cy="308052"/>
            <a:chOff x="7072513" y="1997512"/>
            <a:chExt cx="394352" cy="308052"/>
          </a:xfrm>
        </p:grpSpPr>
        <p:sp>
          <p:nvSpPr>
            <p:cNvPr id="19298" name="Google Shape;19298;p8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8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8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9" name="Google Shape;19309;p89"/>
          <p:cNvGrpSpPr/>
          <p:nvPr/>
        </p:nvGrpSpPr>
        <p:grpSpPr>
          <a:xfrm>
            <a:off x="7551151" y="1977825"/>
            <a:ext cx="292533" cy="347454"/>
            <a:chOff x="7576208" y="1977825"/>
            <a:chExt cx="292533" cy="347454"/>
          </a:xfrm>
        </p:grpSpPr>
        <p:sp>
          <p:nvSpPr>
            <p:cNvPr id="19310" name="Google Shape;19310;p8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8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8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8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8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8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3" name="Google Shape;19323;p89"/>
          <p:cNvGrpSpPr/>
          <p:nvPr/>
        </p:nvGrpSpPr>
        <p:grpSpPr>
          <a:xfrm>
            <a:off x="7998825" y="1977458"/>
            <a:ext cx="320557" cy="347794"/>
            <a:chOff x="8023882" y="1977458"/>
            <a:chExt cx="320557" cy="347794"/>
          </a:xfrm>
        </p:grpSpPr>
        <p:sp>
          <p:nvSpPr>
            <p:cNvPr id="19324" name="Google Shape;19324;p8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8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8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8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8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8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8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8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8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8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8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8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8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8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8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8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8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8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8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89"/>
          <p:cNvGrpSpPr/>
          <p:nvPr/>
        </p:nvGrpSpPr>
        <p:grpSpPr>
          <a:xfrm>
            <a:off x="5602617" y="2444819"/>
            <a:ext cx="345147" cy="342630"/>
            <a:chOff x="5627674" y="2444819"/>
            <a:chExt cx="345147" cy="342630"/>
          </a:xfrm>
        </p:grpSpPr>
        <p:sp>
          <p:nvSpPr>
            <p:cNvPr id="19365" name="Google Shape;19365;p8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0" name="Google Shape;19370;p89"/>
          <p:cNvGrpSpPr/>
          <p:nvPr/>
        </p:nvGrpSpPr>
        <p:grpSpPr>
          <a:xfrm>
            <a:off x="4628939" y="2440257"/>
            <a:ext cx="396607" cy="348555"/>
            <a:chOff x="4653996" y="2440257"/>
            <a:chExt cx="396607" cy="348555"/>
          </a:xfrm>
        </p:grpSpPr>
        <p:sp>
          <p:nvSpPr>
            <p:cNvPr id="19371" name="Google Shape;19371;p8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8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8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8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8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8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8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8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8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8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8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9" name="Google Shape;19389;p89"/>
          <p:cNvGrpSpPr/>
          <p:nvPr/>
        </p:nvGrpSpPr>
        <p:grpSpPr>
          <a:xfrm>
            <a:off x="1829334" y="2895140"/>
            <a:ext cx="301630" cy="374272"/>
            <a:chOff x="1854391" y="2895140"/>
            <a:chExt cx="301630" cy="374272"/>
          </a:xfrm>
        </p:grpSpPr>
        <p:sp>
          <p:nvSpPr>
            <p:cNvPr id="19390" name="Google Shape;19390;p8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8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8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8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8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8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8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8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8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8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8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8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8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8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8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8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8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8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8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8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8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8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8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9" name="Google Shape;19439;p89"/>
          <p:cNvGrpSpPr/>
          <p:nvPr/>
        </p:nvGrpSpPr>
        <p:grpSpPr>
          <a:xfrm>
            <a:off x="5147760" y="2438370"/>
            <a:ext cx="289518" cy="357651"/>
            <a:chOff x="5172817" y="2438370"/>
            <a:chExt cx="289518" cy="357651"/>
          </a:xfrm>
        </p:grpSpPr>
        <p:sp>
          <p:nvSpPr>
            <p:cNvPr id="19440" name="Google Shape;19440;p8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8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8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8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1" name="Google Shape;19451;p89"/>
          <p:cNvGrpSpPr/>
          <p:nvPr/>
        </p:nvGrpSpPr>
        <p:grpSpPr>
          <a:xfrm>
            <a:off x="3209449" y="2484534"/>
            <a:ext cx="388297" cy="293320"/>
            <a:chOff x="3234506" y="2484534"/>
            <a:chExt cx="388297" cy="293320"/>
          </a:xfrm>
        </p:grpSpPr>
        <p:sp>
          <p:nvSpPr>
            <p:cNvPr id="19452" name="Google Shape;19452;p8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8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8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8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8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8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8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8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8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8" name="Google Shape;19468;p89"/>
          <p:cNvGrpSpPr/>
          <p:nvPr/>
        </p:nvGrpSpPr>
        <p:grpSpPr>
          <a:xfrm>
            <a:off x="6040092" y="3367036"/>
            <a:ext cx="362553" cy="356498"/>
            <a:chOff x="6065149" y="3367036"/>
            <a:chExt cx="362553" cy="356498"/>
          </a:xfrm>
        </p:grpSpPr>
        <p:sp>
          <p:nvSpPr>
            <p:cNvPr id="19469" name="Google Shape;19469;p8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8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8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8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4" name="Google Shape;19474;p89"/>
          <p:cNvGrpSpPr/>
          <p:nvPr/>
        </p:nvGrpSpPr>
        <p:grpSpPr>
          <a:xfrm>
            <a:off x="6515764" y="3367036"/>
            <a:ext cx="362553" cy="356498"/>
            <a:chOff x="6540821" y="3367036"/>
            <a:chExt cx="362553" cy="356498"/>
          </a:xfrm>
        </p:grpSpPr>
        <p:sp>
          <p:nvSpPr>
            <p:cNvPr id="19475" name="Google Shape;19475;p8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8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8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8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2" name="Google Shape;19482;p89"/>
          <p:cNvGrpSpPr/>
          <p:nvPr/>
        </p:nvGrpSpPr>
        <p:grpSpPr>
          <a:xfrm>
            <a:off x="2277401" y="2474704"/>
            <a:ext cx="354479" cy="312561"/>
            <a:chOff x="2302458" y="2474704"/>
            <a:chExt cx="354479" cy="312561"/>
          </a:xfrm>
        </p:grpSpPr>
        <p:sp>
          <p:nvSpPr>
            <p:cNvPr id="19483" name="Google Shape;19483;p8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8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8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8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8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8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8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5" name="Google Shape;19495;p89"/>
          <p:cNvGrpSpPr/>
          <p:nvPr/>
        </p:nvGrpSpPr>
        <p:grpSpPr>
          <a:xfrm>
            <a:off x="2806053" y="2442538"/>
            <a:ext cx="246002" cy="348922"/>
            <a:chOff x="2831110" y="2442538"/>
            <a:chExt cx="246002" cy="348922"/>
          </a:xfrm>
        </p:grpSpPr>
        <p:sp>
          <p:nvSpPr>
            <p:cNvPr id="19496" name="Google Shape;19496;p8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8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8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8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8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0" name="Google Shape;19510;p89"/>
          <p:cNvGrpSpPr/>
          <p:nvPr/>
        </p:nvGrpSpPr>
        <p:grpSpPr>
          <a:xfrm>
            <a:off x="6991435" y="3367036"/>
            <a:ext cx="362947" cy="356498"/>
            <a:chOff x="7016492" y="3367036"/>
            <a:chExt cx="362947" cy="356498"/>
          </a:xfrm>
        </p:grpSpPr>
        <p:sp>
          <p:nvSpPr>
            <p:cNvPr id="19511" name="Google Shape;19511;p8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8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7" name="Google Shape;19517;p89"/>
          <p:cNvGrpSpPr/>
          <p:nvPr/>
        </p:nvGrpSpPr>
        <p:grpSpPr>
          <a:xfrm>
            <a:off x="4806717" y="3817357"/>
            <a:ext cx="362947" cy="356576"/>
            <a:chOff x="5108852" y="3817357"/>
            <a:chExt cx="362947" cy="356576"/>
          </a:xfrm>
        </p:grpSpPr>
        <p:sp>
          <p:nvSpPr>
            <p:cNvPr id="19518" name="Google Shape;19518;p8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2" name="Google Shape;19522;p89"/>
          <p:cNvGrpSpPr/>
          <p:nvPr/>
        </p:nvGrpSpPr>
        <p:grpSpPr>
          <a:xfrm>
            <a:off x="5703585" y="3817357"/>
            <a:ext cx="362947" cy="356576"/>
            <a:chOff x="6005720" y="3817357"/>
            <a:chExt cx="362947" cy="356576"/>
          </a:xfrm>
        </p:grpSpPr>
        <p:sp>
          <p:nvSpPr>
            <p:cNvPr id="19523" name="Google Shape;19523;p8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8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8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8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89"/>
          <p:cNvGrpSpPr/>
          <p:nvPr/>
        </p:nvGrpSpPr>
        <p:grpSpPr>
          <a:xfrm>
            <a:off x="5564395" y="3367036"/>
            <a:ext cx="362580" cy="356498"/>
            <a:chOff x="5589452" y="3367036"/>
            <a:chExt cx="362580" cy="356498"/>
          </a:xfrm>
        </p:grpSpPr>
        <p:sp>
          <p:nvSpPr>
            <p:cNvPr id="19528" name="Google Shape;19528;p8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1" name="Google Shape;19531;p89"/>
          <p:cNvGrpSpPr/>
          <p:nvPr/>
        </p:nvGrpSpPr>
        <p:grpSpPr>
          <a:xfrm>
            <a:off x="7462964" y="3362475"/>
            <a:ext cx="372017" cy="365621"/>
            <a:chOff x="7488021" y="3362475"/>
            <a:chExt cx="372017" cy="365621"/>
          </a:xfrm>
        </p:grpSpPr>
        <p:sp>
          <p:nvSpPr>
            <p:cNvPr id="19532" name="Google Shape;19532;p8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8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8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8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8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89"/>
          <p:cNvGrpSpPr/>
          <p:nvPr/>
        </p:nvGrpSpPr>
        <p:grpSpPr>
          <a:xfrm>
            <a:off x="5088724" y="3367036"/>
            <a:ext cx="362553" cy="356498"/>
            <a:chOff x="5113781" y="3367036"/>
            <a:chExt cx="362553" cy="356498"/>
          </a:xfrm>
        </p:grpSpPr>
        <p:sp>
          <p:nvSpPr>
            <p:cNvPr id="19543" name="Google Shape;19543;p8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8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5" name="Google Shape;19545;p89"/>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6" name="Google Shape;19546;p89"/>
          <p:cNvGrpSpPr/>
          <p:nvPr/>
        </p:nvGrpSpPr>
        <p:grpSpPr>
          <a:xfrm>
            <a:off x="7943564" y="3365489"/>
            <a:ext cx="375818" cy="357651"/>
            <a:chOff x="7968621" y="3365489"/>
            <a:chExt cx="375818" cy="357651"/>
          </a:xfrm>
        </p:grpSpPr>
        <p:sp>
          <p:nvSpPr>
            <p:cNvPr id="19547" name="Google Shape;19547;p8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8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8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8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8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8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8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9" name="Google Shape;19559;p89"/>
          <p:cNvGrpSpPr/>
          <p:nvPr/>
        </p:nvGrpSpPr>
        <p:grpSpPr>
          <a:xfrm>
            <a:off x="5255151" y="3817357"/>
            <a:ext cx="362947" cy="356576"/>
            <a:chOff x="5557286" y="3817357"/>
            <a:chExt cx="362947" cy="356576"/>
          </a:xfrm>
        </p:grpSpPr>
        <p:grpSp>
          <p:nvGrpSpPr>
            <p:cNvPr id="19560" name="Google Shape;19560;p89"/>
            <p:cNvGrpSpPr/>
            <p:nvPr/>
          </p:nvGrpSpPr>
          <p:grpSpPr>
            <a:xfrm>
              <a:off x="5557286" y="3817357"/>
              <a:ext cx="362947" cy="356576"/>
              <a:chOff x="5557286" y="3817357"/>
              <a:chExt cx="362947" cy="356576"/>
            </a:xfrm>
          </p:grpSpPr>
          <p:sp>
            <p:nvSpPr>
              <p:cNvPr id="19561" name="Google Shape;19561;p8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8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64" name="Google Shape;19564;p89"/>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5" name="Google Shape;19565;p89"/>
          <p:cNvGrpSpPr/>
          <p:nvPr/>
        </p:nvGrpSpPr>
        <p:grpSpPr>
          <a:xfrm>
            <a:off x="4358284" y="3817357"/>
            <a:ext cx="362947" cy="356576"/>
            <a:chOff x="4660419" y="3817357"/>
            <a:chExt cx="362947" cy="356576"/>
          </a:xfrm>
        </p:grpSpPr>
        <p:grpSp>
          <p:nvGrpSpPr>
            <p:cNvPr id="19566" name="Google Shape;19566;p89"/>
            <p:cNvGrpSpPr/>
            <p:nvPr/>
          </p:nvGrpSpPr>
          <p:grpSpPr>
            <a:xfrm>
              <a:off x="4660419" y="3817357"/>
              <a:ext cx="362947" cy="356576"/>
              <a:chOff x="4660419" y="3817357"/>
              <a:chExt cx="362947" cy="356576"/>
            </a:xfrm>
          </p:grpSpPr>
          <p:sp>
            <p:nvSpPr>
              <p:cNvPr id="19567" name="Google Shape;19567;p8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9" name="Google Shape;19569;p89"/>
            <p:cNvGrpSpPr/>
            <p:nvPr/>
          </p:nvGrpSpPr>
          <p:grpSpPr>
            <a:xfrm>
              <a:off x="4694459" y="3856408"/>
              <a:ext cx="282308" cy="265356"/>
              <a:chOff x="4690600" y="3853050"/>
              <a:chExt cx="289488" cy="272132"/>
            </a:xfrm>
          </p:grpSpPr>
          <p:sp>
            <p:nvSpPr>
              <p:cNvPr id="19570" name="Google Shape;19570;p89"/>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9"/>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72" name="Google Shape;19572;p89"/>
          <p:cNvGrpSpPr/>
          <p:nvPr/>
        </p:nvGrpSpPr>
        <p:grpSpPr>
          <a:xfrm>
            <a:off x="6159823" y="3813323"/>
            <a:ext cx="369882" cy="364325"/>
            <a:chOff x="1190200" y="238125"/>
            <a:chExt cx="5306767" cy="5212083"/>
          </a:xfrm>
        </p:grpSpPr>
        <p:grpSp>
          <p:nvGrpSpPr>
            <p:cNvPr id="19573" name="Google Shape;19573;p89"/>
            <p:cNvGrpSpPr/>
            <p:nvPr/>
          </p:nvGrpSpPr>
          <p:grpSpPr>
            <a:xfrm>
              <a:off x="1190200" y="238125"/>
              <a:ext cx="5212075" cy="5212075"/>
              <a:chOff x="1190200" y="238125"/>
              <a:chExt cx="5212075" cy="5212075"/>
            </a:xfrm>
          </p:grpSpPr>
          <p:sp>
            <p:nvSpPr>
              <p:cNvPr id="19574" name="Google Shape;19574;p89"/>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89"/>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76" name="Google Shape;19576;p89"/>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89"/>
          <p:cNvGrpSpPr/>
          <p:nvPr/>
        </p:nvGrpSpPr>
        <p:grpSpPr>
          <a:xfrm>
            <a:off x="3461049" y="3817357"/>
            <a:ext cx="363314" cy="356576"/>
            <a:chOff x="3763184" y="3817357"/>
            <a:chExt cx="363314" cy="356576"/>
          </a:xfrm>
        </p:grpSpPr>
        <p:sp>
          <p:nvSpPr>
            <p:cNvPr id="19578" name="Google Shape;19578;p8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8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3" name="Google Shape;19583;p89"/>
          <p:cNvGrpSpPr/>
          <p:nvPr/>
        </p:nvGrpSpPr>
        <p:grpSpPr>
          <a:xfrm>
            <a:off x="3909850" y="3817357"/>
            <a:ext cx="362947" cy="356576"/>
            <a:chOff x="4211985" y="3817357"/>
            <a:chExt cx="362947" cy="356576"/>
          </a:xfrm>
        </p:grpSpPr>
        <p:sp>
          <p:nvSpPr>
            <p:cNvPr id="19584" name="Google Shape;19584;p8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7" name="Google Shape;19587;p89"/>
          <p:cNvGrpSpPr/>
          <p:nvPr/>
        </p:nvGrpSpPr>
        <p:grpSpPr>
          <a:xfrm>
            <a:off x="3012615" y="3817357"/>
            <a:ext cx="362920" cy="356865"/>
            <a:chOff x="3314750" y="3817357"/>
            <a:chExt cx="362920" cy="356865"/>
          </a:xfrm>
        </p:grpSpPr>
        <p:grpSp>
          <p:nvGrpSpPr>
            <p:cNvPr id="19588" name="Google Shape;19588;p89"/>
            <p:cNvGrpSpPr/>
            <p:nvPr/>
          </p:nvGrpSpPr>
          <p:grpSpPr>
            <a:xfrm>
              <a:off x="3314750" y="3817357"/>
              <a:ext cx="362920" cy="356865"/>
              <a:chOff x="3314750" y="3817357"/>
              <a:chExt cx="362920" cy="356865"/>
            </a:xfrm>
          </p:grpSpPr>
          <p:sp>
            <p:nvSpPr>
              <p:cNvPr id="19589" name="Google Shape;19589;p8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1" name="Google Shape;19591;p89"/>
            <p:cNvGrpSpPr/>
            <p:nvPr/>
          </p:nvGrpSpPr>
          <p:grpSpPr>
            <a:xfrm>
              <a:off x="3394986" y="3894612"/>
              <a:ext cx="202339" cy="202323"/>
              <a:chOff x="935197" y="1793977"/>
              <a:chExt cx="256451" cy="256430"/>
            </a:xfrm>
          </p:grpSpPr>
          <p:sp>
            <p:nvSpPr>
              <p:cNvPr id="19592" name="Google Shape;19592;p8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8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94" name="Google Shape;19594;p89"/>
          <p:cNvGrpSpPr/>
          <p:nvPr/>
        </p:nvGrpSpPr>
        <p:grpSpPr>
          <a:xfrm>
            <a:off x="2564181" y="3817357"/>
            <a:ext cx="362920" cy="356865"/>
            <a:chOff x="2866317" y="3817357"/>
            <a:chExt cx="362920" cy="356865"/>
          </a:xfrm>
        </p:grpSpPr>
        <p:sp>
          <p:nvSpPr>
            <p:cNvPr id="19595" name="Google Shape;19595;p8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8" name="Google Shape;19598;p8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02" name="Shape 19602"/>
        <p:cNvGrpSpPr/>
        <p:nvPr/>
      </p:nvGrpSpPr>
      <p:grpSpPr>
        <a:xfrm>
          <a:off x="0" y="0"/>
          <a:ext cx="0" cy="0"/>
          <a:chOff x="0" y="0"/>
          <a:chExt cx="0" cy="0"/>
        </a:xfrm>
      </p:grpSpPr>
      <p:pic>
        <p:nvPicPr>
          <p:cNvPr id="19603" name="Google Shape;19603;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tudy Guide to Middle School Students by Slidesgo">
  <a:themeElements>
    <a:clrScheme name="Simple Light">
      <a:dk1>
        <a:srgbClr val="646B96"/>
      </a:dk1>
      <a:lt1>
        <a:srgbClr val="FAFAFA"/>
      </a:lt1>
      <a:dk2>
        <a:srgbClr val="D5D9EE"/>
      </a:dk2>
      <a:lt2>
        <a:srgbClr val="FBDC77"/>
      </a:lt2>
      <a:accent1>
        <a:srgbClr val="F172AC"/>
      </a:accent1>
      <a:accent2>
        <a:srgbClr val="FBBEE6"/>
      </a:accent2>
      <a:accent3>
        <a:srgbClr val="DADADA"/>
      </a:accent3>
      <a:accent4>
        <a:srgbClr val="F3F3F3"/>
      </a:accent4>
      <a:accent5>
        <a:srgbClr val="FFFFFF"/>
      </a:accent5>
      <a:accent6>
        <a:srgbClr val="FFFFFF"/>
      </a:accent6>
      <a:hlink>
        <a:srgbClr val="434D7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